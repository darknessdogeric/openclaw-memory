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72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8C004-ABA7-4031-8DA9-74C9C0595C27}" type="datetimeFigureOut">
              <a:rPr lang="zh-CN" altLang="en-US" smtClean="0"/>
              <a:t>2023-1-16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B0B7-9F16-4AB0-BA06-05640DB4C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37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8C004-ABA7-4031-8DA9-74C9C0595C27}" type="datetimeFigureOut">
              <a:rPr lang="zh-CN" altLang="en-US" smtClean="0"/>
              <a:t>2023-1-16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B0B7-9F16-4AB0-BA06-05640DB4C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586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8C004-ABA7-4031-8DA9-74C9C0595C27}" type="datetimeFigureOut">
              <a:rPr lang="zh-CN" altLang="en-US" smtClean="0"/>
              <a:t>2023-1-16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B0B7-9F16-4AB0-BA06-05640DB4C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71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8C004-ABA7-4031-8DA9-74C9C0595C27}" type="datetimeFigureOut">
              <a:rPr lang="zh-CN" altLang="en-US" smtClean="0"/>
              <a:t>2023-1-16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B0B7-9F16-4AB0-BA06-05640DB4C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842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8C004-ABA7-4031-8DA9-74C9C0595C27}" type="datetimeFigureOut">
              <a:rPr lang="zh-CN" altLang="en-US" smtClean="0"/>
              <a:t>2023-1-16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B0B7-9F16-4AB0-BA06-05640DB4C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724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8C004-ABA7-4031-8DA9-74C9C0595C27}" type="datetimeFigureOut">
              <a:rPr lang="zh-CN" altLang="en-US" smtClean="0"/>
              <a:t>2023-1-16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B0B7-9F16-4AB0-BA06-05640DB4C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704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8C004-ABA7-4031-8DA9-74C9C0595C27}" type="datetimeFigureOut">
              <a:rPr lang="zh-CN" altLang="en-US" smtClean="0"/>
              <a:t>2023-1-16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B0B7-9F16-4AB0-BA06-05640DB4C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003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8C004-ABA7-4031-8DA9-74C9C0595C27}" type="datetimeFigureOut">
              <a:rPr lang="zh-CN" altLang="en-US" smtClean="0"/>
              <a:t>2023-1-16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B0B7-9F16-4AB0-BA06-05640DB4C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178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8C004-ABA7-4031-8DA9-74C9C0595C27}" type="datetimeFigureOut">
              <a:rPr lang="zh-CN" altLang="en-US" smtClean="0"/>
              <a:t>2023-1-16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B0B7-9F16-4AB0-BA06-05640DB4C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411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8C004-ABA7-4031-8DA9-74C9C0595C27}" type="datetimeFigureOut">
              <a:rPr lang="zh-CN" altLang="en-US" smtClean="0"/>
              <a:t>2023-1-16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B0B7-9F16-4AB0-BA06-05640DB4C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797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8C004-ABA7-4031-8DA9-74C9C0595C27}" type="datetimeFigureOut">
              <a:rPr lang="zh-CN" altLang="en-US" smtClean="0"/>
              <a:t>2023-1-16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B0B7-9F16-4AB0-BA06-05640DB4C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677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8C004-ABA7-4031-8DA9-74C9C0595C27}" type="datetimeFigureOut">
              <a:rPr lang="zh-CN" altLang="en-US" smtClean="0"/>
              <a:t>2023-1-16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AB0B7-9F16-4AB0-BA06-05640DB4C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050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521766"/>
              </p:ext>
            </p:extLst>
          </p:nvPr>
        </p:nvGraphicFramePr>
        <p:xfrm>
          <a:off x="-283335" y="642961"/>
          <a:ext cx="6379335" cy="3428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7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4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74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74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74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15142"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3565"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房间量售出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142"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平均房价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5142"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出租率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308623"/>
              </p:ext>
            </p:extLst>
          </p:nvPr>
        </p:nvGraphicFramePr>
        <p:xfrm>
          <a:off x="6103269" y="635707"/>
          <a:ext cx="6096000" cy="342899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15142"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3565"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房间量售出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142"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平均房价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5142"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出租率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-296214" y="4086225"/>
            <a:ext cx="6377700" cy="276089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本周会议概要</a:t>
            </a:r>
          </a:p>
        </p:txBody>
      </p:sp>
      <p:sp>
        <p:nvSpPr>
          <p:cNvPr id="8" name="矩形 7"/>
          <p:cNvSpPr/>
          <p:nvPr/>
        </p:nvSpPr>
        <p:spPr>
          <a:xfrm>
            <a:off x="6096000" y="4086225"/>
            <a:ext cx="6096000" cy="276089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部门备忘</a:t>
            </a:r>
          </a:p>
        </p:txBody>
      </p:sp>
      <p:sp>
        <p:nvSpPr>
          <p:cNvPr id="3" name="矩形 2"/>
          <p:cNvSpPr/>
          <p:nvPr/>
        </p:nvSpPr>
        <p:spPr>
          <a:xfrm>
            <a:off x="-296214" y="0"/>
            <a:ext cx="11154714" cy="6143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两周内酒店销售情况信息栏</a:t>
            </a:r>
          </a:p>
        </p:txBody>
      </p:sp>
    </p:spTree>
    <p:extLst>
      <p:ext uri="{BB962C8B-B14F-4D97-AF65-F5344CB8AC3E}">
        <p14:creationId xmlns:p14="http://schemas.microsoft.com/office/powerpoint/2010/main" val="4227535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42</Words>
  <Application>Microsoft Office PowerPoint</Application>
  <PresentationFormat>宽屏</PresentationFormat>
  <Paragraphs>25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Arial</vt:lpstr>
      <vt:lpstr>Calibri</vt:lpstr>
      <vt:lpstr>Calibri Light</vt:lpstr>
      <vt:lpstr>Office 主题</vt:lpstr>
      <vt:lpstr>PowerPoint 演示文稿</vt:lpstr>
    </vt:vector>
  </TitlesOfParts>
  <Company>GHR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Felix Zhang</dc:creator>
  <cp:lastModifiedBy>ctgh 13</cp:lastModifiedBy>
  <cp:revision>23</cp:revision>
  <dcterms:created xsi:type="dcterms:W3CDTF">2015-07-06T07:36:36Z</dcterms:created>
  <dcterms:modified xsi:type="dcterms:W3CDTF">2023-01-16T09:08:23Z</dcterms:modified>
</cp:coreProperties>
</file>