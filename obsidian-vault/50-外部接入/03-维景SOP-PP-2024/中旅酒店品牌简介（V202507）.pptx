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3.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Lst>
  <p:notesMasterIdLst>
    <p:notesMasterId r:id="rId49"/>
  </p:notesMasterIdLst>
  <p:handoutMasterIdLst>
    <p:handoutMasterId r:id="rId50"/>
  </p:handoutMasterIdLst>
  <p:sldIdLst>
    <p:sldId id="334" r:id="rId4"/>
    <p:sldId id="509" r:id="rId5"/>
    <p:sldId id="258" r:id="rId6"/>
    <p:sldId id="344" r:id="rId7"/>
    <p:sldId id="260" r:id="rId8"/>
    <p:sldId id="431" r:id="rId9"/>
    <p:sldId id="432" r:id="rId10"/>
    <p:sldId id="433" r:id="rId11"/>
    <p:sldId id="434" r:id="rId12"/>
    <p:sldId id="435" r:id="rId13"/>
    <p:sldId id="436" r:id="rId14"/>
    <p:sldId id="437" r:id="rId15"/>
    <p:sldId id="438" r:id="rId16"/>
    <p:sldId id="284" r:id="rId17"/>
    <p:sldId id="277" r:id="rId18"/>
    <p:sldId id="272" r:id="rId19"/>
    <p:sldId id="439" r:id="rId20"/>
    <p:sldId id="556" r:id="rId21"/>
    <p:sldId id="273" r:id="rId22"/>
    <p:sldId id="328" r:id="rId23"/>
    <p:sldId id="276" r:id="rId24"/>
    <p:sldId id="285" r:id="rId25"/>
    <p:sldId id="483" r:id="rId26"/>
    <p:sldId id="348" r:id="rId27"/>
    <p:sldId id="359" r:id="rId28"/>
    <p:sldId id="349" r:id="rId29"/>
    <p:sldId id="406" r:id="rId30"/>
    <p:sldId id="350" r:id="rId31"/>
    <p:sldId id="360" r:id="rId32"/>
    <p:sldId id="388" r:id="rId33"/>
    <p:sldId id="352" r:id="rId34"/>
    <p:sldId id="386" r:id="rId35"/>
    <p:sldId id="361" r:id="rId36"/>
    <p:sldId id="353" r:id="rId37"/>
    <p:sldId id="337" r:id="rId38"/>
    <p:sldId id="354" r:id="rId39"/>
    <p:sldId id="430" r:id="rId40"/>
    <p:sldId id="473" r:id="rId41"/>
    <p:sldId id="356" r:id="rId42"/>
    <p:sldId id="557" r:id="rId43"/>
    <p:sldId id="559" r:id="rId44"/>
    <p:sldId id="558" r:id="rId45"/>
    <p:sldId id="288" r:id="rId46"/>
    <p:sldId id="552" r:id="rId47"/>
    <p:sldId id="289" r:id="rId48"/>
  </p:sldIdLst>
  <p:sldSz cx="12192000" cy="6858000"/>
  <p:notesSz cx="6858000" cy="9144000"/>
  <p:custDataLst>
    <p:tags r:id="rId5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77" userDrawn="1">
          <p15:clr>
            <a:srgbClr val="A4A3A4"/>
          </p15:clr>
        </p15:guide>
        <p15:guide id="2" userDrawn="1">
          <p15:clr>
            <a:srgbClr val="A4A3A4"/>
          </p15:clr>
        </p15:guide>
        <p15:guide id="3" orient="horz" pos="5" userDrawn="1">
          <p15:clr>
            <a:srgbClr val="A4A3A4"/>
          </p15:clr>
        </p15:guide>
        <p15:guide id="4" pos="7680" userDrawn="1">
          <p15:clr>
            <a:srgbClr val="A4A3A4"/>
          </p15:clr>
        </p15:guide>
        <p15:guide id="5" pos="3862" userDrawn="1">
          <p15:clr>
            <a:srgbClr val="A4A3A4"/>
          </p15:clr>
        </p15:guide>
        <p15:guide id="6" orient="horz" pos="950" userDrawn="1">
          <p15:clr>
            <a:srgbClr val="A4A3A4"/>
          </p15:clr>
        </p15:guide>
        <p15:guide id="7" pos="258" userDrawn="1">
          <p15:clr>
            <a:srgbClr val="A4A3A4"/>
          </p15:clr>
        </p15:guide>
        <p15:guide id="8" orient="horz" pos="152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0" clrIdx="0"/>
  <p:cmAuthor id="29" name="程 建国" initials="程" lastIdx="1" clrIdx="28"/>
  <p:cmAuthor id="1" name="SDWM" initials="S" lastIdx="4" clrIdx="0"/>
  <p:cmAuthor id="30" name="HUAWEI" initials="H" lastIdx="1" clrIdx="29"/>
  <p:cmAuthor id="2" name="作者" initials="A" lastIdx="0" clrIdx="1"/>
  <p:cmAuthor id="31" name="刘欢" initials="刘" lastIdx="1" clrIdx="30"/>
  <p:cmAuthor id="3" name="尹安琪" initials="L" lastIdx="1" clrIdx="2"/>
  <p:cmAuthor id="4" name="1" initials="1" lastIdx="1" clrIdx="29"/>
  <p:cmAuthor id="5" name="think" initials="t" lastIdx="1" clrIdx="4"/>
  <p:cmAuthor id="6" name="小 鑫" initials="小" lastIdx="1" clrIdx="30"/>
  <p:cmAuthor id="8" name="范妍彦" initials="范妍彦" lastIdx="2" clrIdx="3"/>
  <p:cmAuthor id="9" name="ctgh1@o365.hkctshotels.com" initials="c" lastIdx="1" clrIdx="4"/>
  <p:cmAuthor id="10" name="Competition Division" initials="CD" lastIdx="1" clrIdx="5"/>
  <p:cmAuthor id="11" name="Carolina Nieto Requena" initials="CNR" lastIdx="20" clrIdx="6"/>
  <p:cmAuthor id="12" name="Sun Ling" initials="SL" lastIdx="3" clrIdx="7"/>
  <p:cmAuthor id="13" name="tf" initials="t" lastIdx="1" clrIdx="8"/>
  <p:cmAuthor id="14" name="yeminquan" initials="y" lastIdx="1" clrIdx="9"/>
  <p:cmAuthor id="15" name="Lucia MONTANARELLA" initials="LM" lastIdx="2" clrIdx="10"/>
  <p:cmAuthor id="16" name="usesr" initials="s" lastIdx="1" clrIdx="11"/>
  <p:cmAuthor id="17" name="韩 小慧" initials="韩" lastIdx="1" clrIdx="5"/>
  <p:cmAuthor id="18" name="广珠区域公司1" initials="广" lastIdx="1" clrIdx="16"/>
  <p:cmAuthor id="19" name="杨尚阳" initials="杨" lastIdx="1" clrIdx="1"/>
  <p:cmAuthor id="20" name="甄天源" initials="甄" lastIdx="1" clrIdx="17"/>
  <p:cmAuthor id="21" name="mai mai" initials="m" lastIdx="1" clrIdx="2"/>
  <p:cmAuthor id="22" name="肖 盛" initials="肖" lastIdx="1" clrIdx="0"/>
  <p:cmAuthor id="23" name="0049628" initials="0" lastIdx="3" clrIdx="0"/>
  <p:cmAuthor id="24" name="NTKO" initials="N" lastIdx="1" clrIdx="0"/>
  <p:cmAuthor id="25" name="石楠 武" initials="石" lastIdx="1" clrIdx="2"/>
  <p:cmAuthor id="26" name="刘 玮佳" initials="刘" lastIdx="3" clrIdx="4"/>
  <p:cmAuthor id="27" name="CHEUNG JUNY" initials="CJ" lastIdx="2" clrIdx="5"/>
  <p:cmAuthor id="28" name="Rachel Gao" initials="RG" lastIdx="1" clrIdx="27"/>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BB33C"/>
    <a:srgbClr val="041E78"/>
    <a:srgbClr val="1A4A19"/>
    <a:srgbClr val="191919"/>
    <a:srgbClr val="0A1833"/>
    <a:srgbClr val="C5A86E"/>
    <a:srgbClr val="C09963"/>
    <a:srgbClr val="56728B"/>
    <a:srgbClr val="05ACA2"/>
    <a:srgbClr val="5D5D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25"/>
    <p:restoredTop sz="96327"/>
  </p:normalViewPr>
  <p:slideViewPr>
    <p:cSldViewPr snapToObjects="1" showGuides="1">
      <p:cViewPr varScale="1">
        <p:scale>
          <a:sx n="219" d="100"/>
          <a:sy n="219" d="100"/>
        </p:scale>
        <p:origin x="232" y="368"/>
      </p:cViewPr>
      <p:guideLst>
        <p:guide orient="horz" pos="4277"/>
        <p:guide/>
        <p:guide orient="horz" pos="5"/>
        <p:guide pos="7680"/>
        <p:guide pos="3862"/>
        <p:guide orient="horz" pos="950"/>
        <p:guide pos="258"/>
        <p:guide orient="horz" pos="152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tags" Target="tags/tag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5626BF-BB6C-4B48-B4AD-2DF1A77FD576}" type="datetime1">
              <a:rPr kumimoji="1" lang="zh-CN" altLang="en-US" smtClean="0"/>
              <a:t>2025/7/4</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B02682-6EB1-1D43-A388-41EC172E1E88}"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D381F-F0AA-0F4F-920F-4FF5FE155A29}" type="datetime1">
              <a:rPr kumimoji="1" lang="zh-CN" altLang="en-US" smtClean="0"/>
              <a:t>2025/7/4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83A449-9BDC-A348-AA18-F2DF73EC09DD}"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fld id="{B76D381F-F0AA-0F4F-920F-4FF5FE155A29}" type="datetime1">
              <a:rPr kumimoji="1" lang="zh-CN" altLang="en-US" smtClean="0"/>
              <a:t>2025/7/4</a:t>
            </a:fld>
            <a:endParaRPr kumimoji="1" lang="zh-CN" altLang="en-US"/>
          </a:p>
        </p:txBody>
      </p:sp>
      <p:sp>
        <p:nvSpPr>
          <p:cNvPr id="5" name="灯片编号占位符 4"/>
          <p:cNvSpPr>
            <a:spLocks noGrp="1"/>
          </p:cNvSpPr>
          <p:nvPr>
            <p:ph type="sldNum" sz="quarter" idx="5"/>
          </p:nvPr>
        </p:nvSpPr>
        <p:spPr/>
        <p:txBody>
          <a:bodyPr/>
          <a:lstStyle/>
          <a:p>
            <a:fld id="{A883A449-9BDC-A348-AA18-F2DF73EC09DD}" type="slidenum">
              <a:rPr kumimoji="1" lang="zh-CN" altLang="en-US" smtClean="0"/>
              <a:t>6</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B76D381F-F0AA-0F4F-920F-4FF5FE155A29}" type="datetime1">
              <a:rPr kumimoji="1" lang="zh-CN" altLang="en-US" smtClean="0"/>
              <a:t>2025/7/4</a:t>
            </a:fld>
            <a:endParaRPr kumimoji="1" lang="zh-CN" altLang="en-US"/>
          </a:p>
        </p:txBody>
      </p:sp>
      <p:sp>
        <p:nvSpPr>
          <p:cNvPr id="5" name="灯片编号占位符 4"/>
          <p:cNvSpPr>
            <a:spLocks noGrp="1"/>
          </p:cNvSpPr>
          <p:nvPr>
            <p:ph type="sldNum" sz="quarter" idx="5"/>
          </p:nvPr>
        </p:nvSpPr>
        <p:spPr/>
        <p:txBody>
          <a:bodyPr/>
          <a:lstStyle/>
          <a:p>
            <a:fld id="{A883A449-9BDC-A348-AA18-F2DF73EC09DD}" type="slidenum">
              <a:rPr kumimoji="1" lang="zh-CN" altLang="en-US" smtClean="0"/>
              <a:t>19</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fld id="{B76D381F-F0AA-0F4F-920F-4FF5FE155A29}" type="datetime1">
              <a:rPr kumimoji="1" lang="zh-CN" altLang="en-US" smtClean="0"/>
              <a:t>2025/7/4</a:t>
            </a:fld>
            <a:endParaRPr kumimoji="1" lang="zh-CN" altLang="en-US"/>
          </a:p>
        </p:txBody>
      </p:sp>
      <p:sp>
        <p:nvSpPr>
          <p:cNvPr id="5" name="灯片编号占位符 4"/>
          <p:cNvSpPr>
            <a:spLocks noGrp="1"/>
          </p:cNvSpPr>
          <p:nvPr>
            <p:ph type="sldNum" sz="quarter" idx="5"/>
          </p:nvPr>
        </p:nvSpPr>
        <p:spPr/>
        <p:txBody>
          <a:bodyPr/>
          <a:lstStyle/>
          <a:p>
            <a:fld id="{A883A449-9BDC-A348-AA18-F2DF73EC09DD}" type="slidenum">
              <a:rPr kumimoji="1" lang="zh-CN" altLang="en-US" smtClean="0"/>
              <a:t>21</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fld id="{B76D381F-F0AA-0F4F-920F-4FF5FE155A29}" type="datetime1">
              <a:rPr kumimoji="1" lang="zh-CN" altLang="en-US" smtClean="0"/>
              <a:t>2025/7/4</a:t>
            </a:fld>
            <a:endParaRPr kumimoji="1" lang="zh-CN" altLang="en-US"/>
          </a:p>
        </p:txBody>
      </p:sp>
      <p:sp>
        <p:nvSpPr>
          <p:cNvPr id="5" name="灯片编号占位符 4"/>
          <p:cNvSpPr>
            <a:spLocks noGrp="1"/>
          </p:cNvSpPr>
          <p:nvPr>
            <p:ph type="sldNum" sz="quarter" idx="5"/>
          </p:nvPr>
        </p:nvSpPr>
        <p:spPr/>
        <p:txBody>
          <a:bodyPr/>
          <a:lstStyle/>
          <a:p>
            <a:fld id="{A883A449-9BDC-A348-AA18-F2DF73EC09DD}" type="slidenum">
              <a:rPr kumimoji="1" lang="zh-CN" altLang="en-US" smtClean="0"/>
              <a:t>23</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fld id="{B76D381F-F0AA-0F4F-920F-4FF5FE155A29}" type="datetime1">
              <a:rPr kumimoji="1" lang="zh-CN" altLang="en-US" smtClean="0"/>
              <a:t>2025/7/4</a:t>
            </a:fld>
            <a:endParaRPr kumimoji="1" lang="zh-CN" altLang="en-US"/>
          </a:p>
        </p:txBody>
      </p:sp>
      <p:sp>
        <p:nvSpPr>
          <p:cNvPr id="5" name="灯片编号占位符 4"/>
          <p:cNvSpPr>
            <a:spLocks noGrp="1"/>
          </p:cNvSpPr>
          <p:nvPr>
            <p:ph type="sldNum" sz="quarter" idx="5"/>
          </p:nvPr>
        </p:nvSpPr>
        <p:spPr/>
        <p:txBody>
          <a:bodyPr/>
          <a:lstStyle/>
          <a:p>
            <a:fld id="{A883A449-9BDC-A348-AA18-F2DF73EC09DD}" type="slidenum">
              <a:rPr kumimoji="1" lang="zh-CN" altLang="en-US" smtClean="0"/>
              <a:t>25</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fld id="{B76D381F-F0AA-0F4F-920F-4FF5FE155A29}" type="datetime1">
              <a:rPr kumimoji="1" lang="zh-CN" altLang="en-US" smtClean="0"/>
              <a:t>2025/7/4</a:t>
            </a:fld>
            <a:endParaRPr kumimoji="1" lang="zh-CN" altLang="en-US"/>
          </a:p>
        </p:txBody>
      </p:sp>
      <p:sp>
        <p:nvSpPr>
          <p:cNvPr id="5" name="灯片编号占位符 4"/>
          <p:cNvSpPr>
            <a:spLocks noGrp="1"/>
          </p:cNvSpPr>
          <p:nvPr>
            <p:ph type="sldNum" sz="quarter" idx="5"/>
          </p:nvPr>
        </p:nvSpPr>
        <p:spPr/>
        <p:txBody>
          <a:bodyPr/>
          <a:lstStyle/>
          <a:p>
            <a:fld id="{A883A449-9BDC-A348-AA18-F2DF73EC09DD}" type="slidenum">
              <a:rPr kumimoji="1" lang="zh-CN" altLang="en-US" smtClean="0"/>
              <a:t>27</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dirty="0"/>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dirty="0"/>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239107-46E8-9B49-9144-550ECD2C9514}" type="slidenum">
              <a:rPr kumimoji="1" lang="zh-CN" altLang="en-US" smtClean="0"/>
              <a:t>‹#›</a:t>
            </a:fld>
            <a:endParaRPr kumimoji="1"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9AD19C6E-DB46-664F-967D-FDA745846AF4}" type="datetimeFigureOut">
              <a:rPr kumimoji="1" lang="zh-CN" altLang="en-US" smtClean="0"/>
              <a:t>2025/7/4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31E21F1-0873-F04F-B5D0-4E35EEAE3267}"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13" cstate="email">
            <a:alphaModFix amt="85000"/>
          </a:blip>
          <a:stretch>
            <a:fillRect/>
          </a:stretch>
        </p:blipFill>
        <p:spPr>
          <a:xfrm>
            <a:off x="1886" y="0"/>
            <a:ext cx="12188228" cy="6858000"/>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39107-46E8-9B49-9144-550ECD2C9514}" type="slidenum">
              <a:rPr kumimoji="1" lang="zh-CN" altLang="en-US" smtClean="0"/>
              <a:t>‹#›</a:t>
            </a:fld>
            <a:endParaRPr kumimoji="1" lang="zh-CN" altLang="en-US"/>
          </a:p>
        </p:txBody>
      </p:sp>
      <p:pic>
        <p:nvPicPr>
          <p:cNvPr id="9" name="图片 8"/>
          <p:cNvPicPr>
            <a:picLocks noChangeAspect="1"/>
          </p:cNvPicPr>
          <p:nvPr userDrawn="1"/>
        </p:nvPicPr>
        <p:blipFill>
          <a:blip r:embed="rId14" cstate="email">
            <a:clrChange>
              <a:clrFrom>
                <a:srgbClr val="FFFFFF"/>
              </a:clrFrom>
              <a:clrTo>
                <a:srgbClr val="FFFFFF">
                  <a:alpha val="0"/>
                </a:srgbClr>
              </a:clrTo>
            </a:clrChange>
          </a:blip>
          <a:stretch>
            <a:fillRect/>
          </a:stretch>
        </p:blipFill>
        <p:spPr>
          <a:xfrm>
            <a:off x="0" y="5228376"/>
            <a:ext cx="12192000" cy="162962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2A6C23-A28A-3D47-98E7-BD2480C354E2}" type="datetimeFigureOut">
              <a:rPr kumimoji="1" lang="zh-CN" altLang="en-US" smtClean="0"/>
              <a:t>2025/7/4</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39107-46E8-9B49-9144-550ECD2C9514}" type="slidenum">
              <a:rPr kumimoji="1" lang="zh-CN" altLang="en-US" smtClean="0"/>
              <a:t>‹#›</a:t>
            </a:fld>
            <a:endParaRPr kumimoji="1" lang="zh-CN" altLang="en-US"/>
          </a:p>
        </p:txBody>
      </p:sp>
      <p:pic>
        <p:nvPicPr>
          <p:cNvPr id="7" name="图片 6"/>
          <p:cNvPicPr>
            <a:picLocks noChangeAspect="1"/>
          </p:cNvPicPr>
          <p:nvPr userDrawn="1"/>
        </p:nvPicPr>
        <p:blipFill>
          <a:blip r:embed="rId13" cstate="email">
            <a:alphaModFix amt="85000"/>
          </a:blip>
          <a:stretch>
            <a:fillRect/>
          </a:stretch>
        </p:blipFill>
        <p:spPr>
          <a:xfrm>
            <a:off x="-551815" y="0"/>
            <a:ext cx="12741910" cy="7169785"/>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D19C6E-DB46-664F-967D-FDA745846AF4}" type="datetimeFigureOut">
              <a:rPr kumimoji="1" lang="zh-CN" altLang="en-US" smtClean="0"/>
              <a:t>2025/7/4</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1E21F1-0873-F04F-B5D0-4E35EEAE3267}"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4.png"/><Relationship Id="rId3" Type="http://schemas.microsoft.com/office/2007/relationships/hdphoto" Target="../media/hdphoto1.wdp"/><Relationship Id="rId7" Type="http://schemas.openxmlformats.org/officeDocument/2006/relationships/image" Target="../media/image20.png"/><Relationship Id="rId12"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15.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7.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image" Target="../media/image35.png"/><Relationship Id="rId16"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microsoft.com/office/2007/relationships/hdphoto" Target="../media/hdphoto2.wdp"/><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9.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1.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10.xml.rels><?xml version="1.0" encoding="UTF-8" standalone="yes"?>
<Relationships xmlns="http://schemas.openxmlformats.org/package/2006/relationships"><Relationship Id="rId8" Type="http://schemas.openxmlformats.org/officeDocument/2006/relationships/image" Target="../media/image73.jpeg"/><Relationship Id="rId13" Type="http://schemas.openxmlformats.org/officeDocument/2006/relationships/image" Target="../media/image77.png"/><Relationship Id="rId18" Type="http://schemas.openxmlformats.org/officeDocument/2006/relationships/image" Target="../media/image82.png"/><Relationship Id="rId3" Type="http://schemas.openxmlformats.org/officeDocument/2006/relationships/tags" Target="../tags/tag4.xml"/><Relationship Id="rId7" Type="http://schemas.openxmlformats.org/officeDocument/2006/relationships/slideLayout" Target="../slideLayouts/slideLayout2.xml"/><Relationship Id="rId12" Type="http://schemas.openxmlformats.org/officeDocument/2006/relationships/image" Target="../media/image76.png"/><Relationship Id="rId17" Type="http://schemas.openxmlformats.org/officeDocument/2006/relationships/image" Target="../media/image81.png"/><Relationship Id="rId2" Type="http://schemas.openxmlformats.org/officeDocument/2006/relationships/tags" Target="../tags/tag3.xml"/><Relationship Id="rId16" Type="http://schemas.openxmlformats.org/officeDocument/2006/relationships/image" Target="../media/image80.png"/><Relationship Id="rId20" Type="http://schemas.openxmlformats.org/officeDocument/2006/relationships/image" Target="../media/image84.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75.png"/><Relationship Id="rId5" Type="http://schemas.openxmlformats.org/officeDocument/2006/relationships/tags" Target="../tags/tag6.xml"/><Relationship Id="rId15" Type="http://schemas.openxmlformats.org/officeDocument/2006/relationships/image" Target="../media/image79.png"/><Relationship Id="rId10" Type="http://schemas.openxmlformats.org/officeDocument/2006/relationships/image" Target="../media/image74.png"/><Relationship Id="rId19" Type="http://schemas.openxmlformats.org/officeDocument/2006/relationships/image" Target="../media/image83.png"/><Relationship Id="rId4" Type="http://schemas.openxmlformats.org/officeDocument/2006/relationships/tags" Target="../tags/tag5.xml"/><Relationship Id="rId9" Type="http://schemas.openxmlformats.org/officeDocument/2006/relationships/image" Target="../media/image6.png"/><Relationship Id="rId14" Type="http://schemas.openxmlformats.org/officeDocument/2006/relationships/image" Target="../media/image78.png"/></Relationships>
</file>

<file path=ppt/slides/_rels/slide11.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jpeg"/><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s>
</file>

<file path=ppt/slides/_rels/slide12.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1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jpeg"/><Relationship Id="rId1" Type="http://schemas.openxmlformats.org/officeDocument/2006/relationships/slideLayout" Target="../slideLayouts/slideLayout1.xml"/><Relationship Id="rId6" Type="http://schemas.openxmlformats.org/officeDocument/2006/relationships/image" Target="../media/image105.jpeg"/><Relationship Id="rId5" Type="http://schemas.openxmlformats.org/officeDocument/2006/relationships/image" Target="../media/image104.png"/><Relationship Id="rId4" Type="http://schemas.openxmlformats.org/officeDocument/2006/relationships/image" Target="../media/image103.png"/></Relationships>
</file>

<file path=ppt/slides/_rels/slide1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5.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jpeg"/></Relationships>
</file>

<file path=ppt/slides/_rels/slide16.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slideLayout" Target="../slideLayouts/slideLayout1.xml"/><Relationship Id="rId1" Type="http://schemas.openxmlformats.org/officeDocument/2006/relationships/tags" Target="../tags/tag10.xml"/><Relationship Id="rId5" Type="http://schemas.openxmlformats.org/officeDocument/2006/relationships/image" Target="../media/image109.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1.jpeg"/><Relationship Id="rId1" Type="http://schemas.openxmlformats.org/officeDocument/2006/relationships/slideLayout" Target="../slideLayouts/slideLayout1.xml"/><Relationship Id="rId4" Type="http://schemas.openxmlformats.org/officeDocument/2006/relationships/image" Target="../media/image109.png"/></Relationships>
</file>

<file path=ppt/slides/_rels/slide18.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5.png"/><Relationship Id="rId7" Type="http://schemas.openxmlformats.org/officeDocument/2006/relationships/image" Target="../media/image116.png"/><Relationship Id="rId2" Type="http://schemas.openxmlformats.org/officeDocument/2006/relationships/image" Target="../media/image112.jpeg"/><Relationship Id="rId1" Type="http://schemas.openxmlformats.org/officeDocument/2006/relationships/slideLayout" Target="../slideLayouts/slideLayout1.xml"/><Relationship Id="rId6" Type="http://schemas.openxmlformats.org/officeDocument/2006/relationships/image" Target="../media/image115.png"/><Relationship Id="rId11" Type="http://schemas.openxmlformats.org/officeDocument/2006/relationships/image" Target="../media/image119.png"/><Relationship Id="rId5" Type="http://schemas.openxmlformats.org/officeDocument/2006/relationships/image" Target="../media/image114.png"/><Relationship Id="rId10" Type="http://schemas.openxmlformats.org/officeDocument/2006/relationships/image" Target="../media/image118.png"/><Relationship Id="rId4" Type="http://schemas.openxmlformats.org/officeDocument/2006/relationships/image" Target="../media/image113.png"/><Relationship Id="rId9" Type="http://schemas.openxmlformats.org/officeDocument/2006/relationships/image" Target="../media/image109.png"/></Relationships>
</file>

<file path=ppt/slides/_rels/slide19.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image" Target="../media/image121.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125.png"/><Relationship Id="rId18" Type="http://schemas.openxmlformats.org/officeDocument/2006/relationships/image" Target="../media/image130.svg"/><Relationship Id="rId26" Type="http://schemas.openxmlformats.org/officeDocument/2006/relationships/image" Target="../media/image138.svg"/><Relationship Id="rId3" Type="http://schemas.openxmlformats.org/officeDocument/2006/relationships/tags" Target="../tags/tag13.xml"/><Relationship Id="rId21" Type="http://schemas.openxmlformats.org/officeDocument/2006/relationships/image" Target="../media/image133.png"/><Relationship Id="rId7" Type="http://schemas.openxmlformats.org/officeDocument/2006/relationships/tags" Target="../tags/tag17.xml"/><Relationship Id="rId12" Type="http://schemas.openxmlformats.org/officeDocument/2006/relationships/image" Target="../media/image124.svg"/><Relationship Id="rId17" Type="http://schemas.openxmlformats.org/officeDocument/2006/relationships/image" Target="../media/image129.png"/><Relationship Id="rId25" Type="http://schemas.openxmlformats.org/officeDocument/2006/relationships/image" Target="../media/image137.png"/><Relationship Id="rId2" Type="http://schemas.openxmlformats.org/officeDocument/2006/relationships/tags" Target="../tags/tag12.xml"/><Relationship Id="rId16" Type="http://schemas.openxmlformats.org/officeDocument/2006/relationships/image" Target="../media/image128.svg"/><Relationship Id="rId20" Type="http://schemas.openxmlformats.org/officeDocument/2006/relationships/image" Target="../media/image132.svg"/><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123.png"/><Relationship Id="rId24" Type="http://schemas.openxmlformats.org/officeDocument/2006/relationships/image" Target="../media/image136.svg"/><Relationship Id="rId5" Type="http://schemas.openxmlformats.org/officeDocument/2006/relationships/tags" Target="../tags/tag15.xml"/><Relationship Id="rId15" Type="http://schemas.openxmlformats.org/officeDocument/2006/relationships/image" Target="../media/image127.png"/><Relationship Id="rId23" Type="http://schemas.openxmlformats.org/officeDocument/2006/relationships/image" Target="../media/image135.png"/><Relationship Id="rId10" Type="http://schemas.openxmlformats.org/officeDocument/2006/relationships/image" Target="../media/image15.png"/><Relationship Id="rId19" Type="http://schemas.openxmlformats.org/officeDocument/2006/relationships/image" Target="../media/image131.png"/><Relationship Id="rId4" Type="http://schemas.openxmlformats.org/officeDocument/2006/relationships/tags" Target="../tags/tag14.xml"/><Relationship Id="rId9" Type="http://schemas.openxmlformats.org/officeDocument/2006/relationships/image" Target="../media/image122.jpeg"/><Relationship Id="rId14" Type="http://schemas.openxmlformats.org/officeDocument/2006/relationships/image" Target="../media/image126.svg"/><Relationship Id="rId22" Type="http://schemas.openxmlformats.org/officeDocument/2006/relationships/image" Target="../media/image134.svg"/><Relationship Id="rId27" Type="http://schemas.openxmlformats.org/officeDocument/2006/relationships/image" Target="../media/image139.png"/></Relationships>
</file>

<file path=ppt/slides/_rels/slide21.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tags" Target="../tags/tag35.xml"/><Relationship Id="rId26" Type="http://schemas.openxmlformats.org/officeDocument/2006/relationships/slideLayout" Target="../slideLayouts/slideLayout1.xml"/><Relationship Id="rId3" Type="http://schemas.openxmlformats.org/officeDocument/2006/relationships/tags" Target="../tags/tag20.xml"/><Relationship Id="rId21" Type="http://schemas.openxmlformats.org/officeDocument/2006/relationships/tags" Target="../tags/tag38.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5" Type="http://schemas.openxmlformats.org/officeDocument/2006/relationships/tags" Target="../tags/tag42.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tags" Target="../tags/tag37.xml"/><Relationship Id="rId29" Type="http://schemas.openxmlformats.org/officeDocument/2006/relationships/image" Target="../media/image141.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tags" Target="../tags/tag41.xml"/><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tags" Target="../tags/tag40.xml"/><Relationship Id="rId28" Type="http://schemas.openxmlformats.org/officeDocument/2006/relationships/image" Target="../media/image140.jpeg"/><Relationship Id="rId10" Type="http://schemas.openxmlformats.org/officeDocument/2006/relationships/tags" Target="../tags/tag27.xml"/><Relationship Id="rId19" Type="http://schemas.openxmlformats.org/officeDocument/2006/relationships/tags" Target="../tags/tag36.xml"/><Relationship Id="rId31" Type="http://schemas.openxmlformats.org/officeDocument/2006/relationships/image" Target="../media/image6.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tags" Target="../tags/tag39.xml"/><Relationship Id="rId27" Type="http://schemas.openxmlformats.org/officeDocument/2006/relationships/notesSlide" Target="../notesSlides/notesSlide3.xml"/><Relationship Id="rId30"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14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image" Target="../media/image6.png"/><Relationship Id="rId26" Type="http://schemas.openxmlformats.org/officeDocument/2006/relationships/image" Target="../media/image150.png"/><Relationship Id="rId3" Type="http://schemas.openxmlformats.org/officeDocument/2006/relationships/tags" Target="../tags/tag45.xml"/><Relationship Id="rId21" Type="http://schemas.openxmlformats.org/officeDocument/2006/relationships/image" Target="../media/image145.png"/><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image" Target="../media/image15.png"/><Relationship Id="rId25" Type="http://schemas.openxmlformats.org/officeDocument/2006/relationships/image" Target="../media/image149.png"/><Relationship Id="rId2" Type="http://schemas.openxmlformats.org/officeDocument/2006/relationships/tags" Target="../tags/tag44.xml"/><Relationship Id="rId16" Type="http://schemas.openxmlformats.org/officeDocument/2006/relationships/notesSlide" Target="../notesSlides/notesSlide4.xml"/><Relationship Id="rId20" Type="http://schemas.openxmlformats.org/officeDocument/2006/relationships/image" Target="../media/image144.png"/><Relationship Id="rId29" Type="http://schemas.openxmlformats.org/officeDocument/2006/relationships/image" Target="../media/image153.png"/><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24" Type="http://schemas.openxmlformats.org/officeDocument/2006/relationships/image" Target="../media/image148.png"/><Relationship Id="rId5" Type="http://schemas.openxmlformats.org/officeDocument/2006/relationships/tags" Target="../tags/tag47.xml"/><Relationship Id="rId15" Type="http://schemas.openxmlformats.org/officeDocument/2006/relationships/slideLayout" Target="../slideLayouts/slideLayout1.xml"/><Relationship Id="rId23" Type="http://schemas.openxmlformats.org/officeDocument/2006/relationships/image" Target="../media/image147.png"/><Relationship Id="rId28" Type="http://schemas.openxmlformats.org/officeDocument/2006/relationships/image" Target="../media/image152.png"/><Relationship Id="rId10" Type="http://schemas.openxmlformats.org/officeDocument/2006/relationships/tags" Target="../tags/tag52.xml"/><Relationship Id="rId19" Type="http://schemas.openxmlformats.org/officeDocument/2006/relationships/image" Target="../media/image143.png"/><Relationship Id="rId31" Type="http://schemas.openxmlformats.org/officeDocument/2006/relationships/image" Target="../media/image155.png"/><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 Id="rId22" Type="http://schemas.openxmlformats.org/officeDocument/2006/relationships/image" Target="../media/image146.png"/><Relationship Id="rId27" Type="http://schemas.openxmlformats.org/officeDocument/2006/relationships/image" Target="../media/image151.png"/><Relationship Id="rId30" Type="http://schemas.openxmlformats.org/officeDocument/2006/relationships/image" Target="../media/image154.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56.jpeg"/><Relationship Id="rId1" Type="http://schemas.openxmlformats.org/officeDocument/2006/relationships/slideLayout" Target="../slideLayouts/slideLayout1.xml"/><Relationship Id="rId5" Type="http://schemas.openxmlformats.org/officeDocument/2006/relationships/image" Target="../media/image157.png"/><Relationship Id="rId4" Type="http://schemas.openxmlformats.org/officeDocument/2006/relationships/image" Target="../media/image139.png"/></Relationships>
</file>

<file path=ppt/slides/_rels/slide25.xml.rels><?xml version="1.0" encoding="UTF-8" standalone="yes"?>
<Relationships xmlns="http://schemas.openxmlformats.org/package/2006/relationships"><Relationship Id="rId8" Type="http://schemas.openxmlformats.org/officeDocument/2006/relationships/image" Target="../media/image163.jpeg"/><Relationship Id="rId3" Type="http://schemas.openxmlformats.org/officeDocument/2006/relationships/image" Target="../media/image158.jpeg"/><Relationship Id="rId7" Type="http://schemas.openxmlformats.org/officeDocument/2006/relationships/image" Target="../media/image162.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1.jpeg"/><Relationship Id="rId11" Type="http://schemas.openxmlformats.org/officeDocument/2006/relationships/image" Target="../media/image165.png"/><Relationship Id="rId5" Type="http://schemas.openxmlformats.org/officeDocument/2006/relationships/image" Target="../media/image160.jpeg"/><Relationship Id="rId10" Type="http://schemas.openxmlformats.org/officeDocument/2006/relationships/image" Target="../media/image15.png"/><Relationship Id="rId4" Type="http://schemas.openxmlformats.org/officeDocument/2006/relationships/image" Target="../media/image159.jpeg"/><Relationship Id="rId9" Type="http://schemas.openxmlformats.org/officeDocument/2006/relationships/image" Target="../media/image164.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6.jpeg"/><Relationship Id="rId1" Type="http://schemas.openxmlformats.org/officeDocument/2006/relationships/slideLayout" Target="../slideLayouts/slideLayout1.xml"/><Relationship Id="rId4" Type="http://schemas.openxmlformats.org/officeDocument/2006/relationships/image" Target="../media/image165.png"/></Relationships>
</file>

<file path=ppt/slides/_rels/slide2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67.jpeg"/><Relationship Id="rId7" Type="http://schemas.openxmlformats.org/officeDocument/2006/relationships/image" Target="../media/image16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0.jpeg"/><Relationship Id="rId5" Type="http://schemas.openxmlformats.org/officeDocument/2006/relationships/image" Target="../media/image169.jpeg"/><Relationship Id="rId4" Type="http://schemas.openxmlformats.org/officeDocument/2006/relationships/image" Target="../media/image168.jpeg"/><Relationship Id="rId9" Type="http://schemas.openxmlformats.org/officeDocument/2006/relationships/image" Target="../media/image165.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1.jpeg"/><Relationship Id="rId1" Type="http://schemas.openxmlformats.org/officeDocument/2006/relationships/slideLayout" Target="../slideLayouts/slideLayout1.xml"/><Relationship Id="rId5" Type="http://schemas.openxmlformats.org/officeDocument/2006/relationships/image" Target="../media/image172.png"/><Relationship Id="rId4" Type="http://schemas.openxmlformats.org/officeDocument/2006/relationships/image" Target="../media/image139.png"/></Relationships>
</file>

<file path=ppt/slides/_rels/slide29.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174.jpeg"/><Relationship Id="rId7" Type="http://schemas.openxmlformats.org/officeDocument/2006/relationships/image" Target="../media/image15.png"/><Relationship Id="rId2" Type="http://schemas.openxmlformats.org/officeDocument/2006/relationships/image" Target="../media/image173.jpeg"/><Relationship Id="rId1" Type="http://schemas.openxmlformats.org/officeDocument/2006/relationships/slideLayout" Target="../slideLayouts/slideLayout1.xml"/><Relationship Id="rId6" Type="http://schemas.openxmlformats.org/officeDocument/2006/relationships/image" Target="../media/image177.jpeg"/><Relationship Id="rId5" Type="http://schemas.openxmlformats.org/officeDocument/2006/relationships/image" Target="../media/image176.jpeg"/><Relationship Id="rId4" Type="http://schemas.openxmlformats.org/officeDocument/2006/relationships/image" Target="../media/image175.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9.jpeg"/><Relationship Id="rId1" Type="http://schemas.openxmlformats.org/officeDocument/2006/relationships/slideLayout" Target="../slideLayouts/slideLayout1.xml"/><Relationship Id="rId4" Type="http://schemas.openxmlformats.org/officeDocument/2006/relationships/image" Target="../media/image178.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0.jpeg"/><Relationship Id="rId1" Type="http://schemas.openxmlformats.org/officeDocument/2006/relationships/slideLayout" Target="../slideLayouts/slideLayout1.xml"/><Relationship Id="rId5" Type="http://schemas.openxmlformats.org/officeDocument/2006/relationships/image" Target="../media/image181.png"/><Relationship Id="rId4" Type="http://schemas.openxmlformats.org/officeDocument/2006/relationships/image" Target="../media/image109.png"/></Relationships>
</file>

<file path=ppt/slides/_rels/slide32.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image" Target="../media/image183.jpeg"/><Relationship Id="rId7" Type="http://schemas.openxmlformats.org/officeDocument/2006/relationships/image" Target="../media/image15.png"/><Relationship Id="rId2" Type="http://schemas.openxmlformats.org/officeDocument/2006/relationships/image" Target="../media/image182.png"/><Relationship Id="rId1" Type="http://schemas.openxmlformats.org/officeDocument/2006/relationships/slideLayout" Target="../slideLayouts/slideLayout1.xml"/><Relationship Id="rId6" Type="http://schemas.openxmlformats.org/officeDocument/2006/relationships/image" Target="../media/image186.jpeg"/><Relationship Id="rId5" Type="http://schemas.openxmlformats.org/officeDocument/2006/relationships/image" Target="../media/image185.jpeg"/><Relationship Id="rId4" Type="http://schemas.openxmlformats.org/officeDocument/2006/relationships/image" Target="../media/image184.jpeg"/></Relationships>
</file>

<file path=ppt/slides/_rels/slide33.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jpeg"/><Relationship Id="rId1" Type="http://schemas.openxmlformats.org/officeDocument/2006/relationships/slideLayout" Target="../slideLayouts/slideLayout1.xml"/><Relationship Id="rId6" Type="http://schemas.openxmlformats.org/officeDocument/2006/relationships/image" Target="../media/image191.jpeg"/><Relationship Id="rId5" Type="http://schemas.openxmlformats.org/officeDocument/2006/relationships/image" Target="../media/image190.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93.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92.jpeg"/></Relationships>
</file>

<file path=ppt/slides/_rels/slide35.xml.rels><?xml version="1.0" encoding="UTF-8" standalone="yes"?>
<Relationships xmlns="http://schemas.openxmlformats.org/package/2006/relationships"><Relationship Id="rId3" Type="http://schemas.openxmlformats.org/officeDocument/2006/relationships/image" Target="../media/image194.jpeg"/><Relationship Id="rId7" Type="http://schemas.openxmlformats.org/officeDocument/2006/relationships/image" Target="../media/image197.png"/><Relationship Id="rId2" Type="http://schemas.openxmlformats.org/officeDocument/2006/relationships/slideLayout" Target="../slideLayouts/slideLayout1.xml"/><Relationship Id="rId1" Type="http://schemas.openxmlformats.org/officeDocument/2006/relationships/tags" Target="../tags/tag59.xml"/><Relationship Id="rId6" Type="http://schemas.openxmlformats.org/officeDocument/2006/relationships/image" Target="../media/image15.png"/><Relationship Id="rId5" Type="http://schemas.openxmlformats.org/officeDocument/2006/relationships/image" Target="../media/image196.png"/><Relationship Id="rId4" Type="http://schemas.openxmlformats.org/officeDocument/2006/relationships/image" Target="../media/image195.jpe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8.jpeg"/><Relationship Id="rId1" Type="http://schemas.openxmlformats.org/officeDocument/2006/relationships/slideLayout" Target="../slideLayouts/slideLayout1.xml"/><Relationship Id="rId5" Type="http://schemas.openxmlformats.org/officeDocument/2006/relationships/image" Target="../media/image109.png"/><Relationship Id="rId4" Type="http://schemas.openxmlformats.org/officeDocument/2006/relationships/image" Target="../media/image199.png"/></Relationships>
</file>

<file path=ppt/slides/_rels/slide37.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201.jpeg"/><Relationship Id="rId7" Type="http://schemas.openxmlformats.org/officeDocument/2006/relationships/image" Target="../media/image15.png"/><Relationship Id="rId2" Type="http://schemas.openxmlformats.org/officeDocument/2006/relationships/image" Target="../media/image200.jpeg"/><Relationship Id="rId1" Type="http://schemas.openxmlformats.org/officeDocument/2006/relationships/slideLayout" Target="../slideLayouts/slideLayout1.xml"/><Relationship Id="rId6" Type="http://schemas.openxmlformats.org/officeDocument/2006/relationships/image" Target="../media/image204.jpeg"/><Relationship Id="rId5" Type="http://schemas.openxmlformats.org/officeDocument/2006/relationships/image" Target="../media/image203.jpeg"/><Relationship Id="rId4" Type="http://schemas.openxmlformats.org/officeDocument/2006/relationships/image" Target="../media/image202.jpe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5.jpeg"/><Relationship Id="rId1" Type="http://schemas.openxmlformats.org/officeDocument/2006/relationships/slideLayout" Target="../slideLayouts/slideLayout1.xml"/><Relationship Id="rId4" Type="http://schemas.openxmlformats.org/officeDocument/2006/relationships/image" Target="../media/image206.png"/></Relationships>
</file>

<file path=ppt/slides/_rels/slide39.xml.rels><?xml version="1.0" encoding="UTF-8" standalone="yes"?>
<Relationships xmlns="http://schemas.openxmlformats.org/package/2006/relationships"><Relationship Id="rId8" Type="http://schemas.openxmlformats.org/officeDocument/2006/relationships/image" Target="../media/image211.jpeg"/><Relationship Id="rId3" Type="http://schemas.openxmlformats.org/officeDocument/2006/relationships/image" Target="../media/image208.jpeg"/><Relationship Id="rId7" Type="http://schemas.openxmlformats.org/officeDocument/2006/relationships/image" Target="../media/image15.png"/><Relationship Id="rId2" Type="http://schemas.openxmlformats.org/officeDocument/2006/relationships/image" Target="../media/image207.jpeg"/><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210.png"/><Relationship Id="rId4" Type="http://schemas.openxmlformats.org/officeDocument/2006/relationships/image" Target="../media/image209.jpeg"/></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2.jpeg"/><Relationship Id="rId1" Type="http://schemas.openxmlformats.org/officeDocument/2006/relationships/slideLayout" Target="../slideLayouts/slideLayout1.xml"/><Relationship Id="rId4" Type="http://schemas.openxmlformats.org/officeDocument/2006/relationships/image" Target="../media/image213.png"/></Relationships>
</file>

<file path=ppt/slides/_rels/slide41.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4.wdp"/><Relationship Id="rId7" Type="http://schemas.openxmlformats.org/officeDocument/2006/relationships/image" Target="../media/image210.png"/><Relationship Id="rId2" Type="http://schemas.openxmlformats.org/officeDocument/2006/relationships/image" Target="../media/image214.png"/><Relationship Id="rId1" Type="http://schemas.openxmlformats.org/officeDocument/2006/relationships/slideLayout" Target="../slideLayouts/slideLayout1.xml"/><Relationship Id="rId6" Type="http://schemas.openxmlformats.org/officeDocument/2006/relationships/image" Target="../media/image217.png"/><Relationship Id="rId5" Type="http://schemas.openxmlformats.org/officeDocument/2006/relationships/image" Target="../media/image216.jpeg"/><Relationship Id="rId4" Type="http://schemas.openxmlformats.org/officeDocument/2006/relationships/image" Target="../media/image215.jpeg"/><Relationship Id="rId9" Type="http://schemas.openxmlformats.org/officeDocument/2006/relationships/image" Target="../media/image15.png"/></Relationships>
</file>

<file path=ppt/slides/_rels/slide43.xml.rels><?xml version="1.0" encoding="UTF-8" standalone="yes"?>
<Relationships xmlns="http://schemas.openxmlformats.org/package/2006/relationships"><Relationship Id="rId8" Type="http://schemas.openxmlformats.org/officeDocument/2006/relationships/image" Target="../media/image222.jpeg"/><Relationship Id="rId3" Type="http://schemas.openxmlformats.org/officeDocument/2006/relationships/image" Target="../media/image6.png"/><Relationship Id="rId7" Type="http://schemas.openxmlformats.org/officeDocument/2006/relationships/image" Target="../media/image221.jpe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220.jpeg"/><Relationship Id="rId5" Type="http://schemas.openxmlformats.org/officeDocument/2006/relationships/image" Target="../media/image219.jpeg"/><Relationship Id="rId4" Type="http://schemas.openxmlformats.org/officeDocument/2006/relationships/image" Target="../media/image218.jpeg"/><Relationship Id="rId9" Type="http://schemas.openxmlformats.org/officeDocument/2006/relationships/image" Target="../media/image223.jpeg"/></Relationships>
</file>

<file path=ppt/slides/_rels/slide44.xml.rels><?xml version="1.0" encoding="UTF-8" standalone="yes"?>
<Relationships xmlns="http://schemas.openxmlformats.org/package/2006/relationships"><Relationship Id="rId13" Type="http://schemas.openxmlformats.org/officeDocument/2006/relationships/tags" Target="../tags/tag72.xml"/><Relationship Id="rId18" Type="http://schemas.openxmlformats.org/officeDocument/2006/relationships/tags" Target="../tags/tag77.xml"/><Relationship Id="rId26" Type="http://schemas.openxmlformats.org/officeDocument/2006/relationships/tags" Target="../tags/tag85.xml"/><Relationship Id="rId21" Type="http://schemas.openxmlformats.org/officeDocument/2006/relationships/tags" Target="../tags/tag80.xml"/><Relationship Id="rId34" Type="http://schemas.openxmlformats.org/officeDocument/2006/relationships/image" Target="../media/image6.png"/><Relationship Id="rId7" Type="http://schemas.openxmlformats.org/officeDocument/2006/relationships/tags" Target="../tags/tag66.xml"/><Relationship Id="rId12" Type="http://schemas.openxmlformats.org/officeDocument/2006/relationships/tags" Target="../tags/tag71.xml"/><Relationship Id="rId17" Type="http://schemas.openxmlformats.org/officeDocument/2006/relationships/tags" Target="../tags/tag76.xml"/><Relationship Id="rId25" Type="http://schemas.openxmlformats.org/officeDocument/2006/relationships/tags" Target="../tags/tag84.xml"/><Relationship Id="rId33" Type="http://schemas.openxmlformats.org/officeDocument/2006/relationships/image" Target="../media/image15.png"/><Relationship Id="rId38" Type="http://schemas.openxmlformats.org/officeDocument/2006/relationships/image" Target="../media/image229.png"/><Relationship Id="rId2" Type="http://schemas.openxmlformats.org/officeDocument/2006/relationships/tags" Target="../tags/tag61.xml"/><Relationship Id="rId16" Type="http://schemas.openxmlformats.org/officeDocument/2006/relationships/tags" Target="../tags/tag75.xml"/><Relationship Id="rId20" Type="http://schemas.openxmlformats.org/officeDocument/2006/relationships/tags" Target="../tags/tag79.xml"/><Relationship Id="rId29" Type="http://schemas.openxmlformats.org/officeDocument/2006/relationships/tags" Target="../tags/tag88.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24" Type="http://schemas.openxmlformats.org/officeDocument/2006/relationships/tags" Target="../tags/tag83.xml"/><Relationship Id="rId32" Type="http://schemas.openxmlformats.org/officeDocument/2006/relationships/image" Target="../media/image225.png"/><Relationship Id="rId37" Type="http://schemas.openxmlformats.org/officeDocument/2006/relationships/image" Target="../media/image228.jpeg"/><Relationship Id="rId5" Type="http://schemas.openxmlformats.org/officeDocument/2006/relationships/tags" Target="../tags/tag64.xml"/><Relationship Id="rId15" Type="http://schemas.openxmlformats.org/officeDocument/2006/relationships/tags" Target="../tags/tag74.xml"/><Relationship Id="rId23" Type="http://schemas.openxmlformats.org/officeDocument/2006/relationships/tags" Target="../tags/tag82.xml"/><Relationship Id="rId28" Type="http://schemas.openxmlformats.org/officeDocument/2006/relationships/tags" Target="../tags/tag87.xml"/><Relationship Id="rId36" Type="http://schemas.openxmlformats.org/officeDocument/2006/relationships/image" Target="../media/image227.jpeg"/><Relationship Id="rId10" Type="http://schemas.openxmlformats.org/officeDocument/2006/relationships/tags" Target="../tags/tag69.xml"/><Relationship Id="rId19" Type="http://schemas.openxmlformats.org/officeDocument/2006/relationships/tags" Target="../tags/tag78.xml"/><Relationship Id="rId31" Type="http://schemas.openxmlformats.org/officeDocument/2006/relationships/image" Target="../media/image224.jpeg"/><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 Id="rId22" Type="http://schemas.openxmlformats.org/officeDocument/2006/relationships/tags" Target="../tags/tag81.xml"/><Relationship Id="rId27" Type="http://schemas.openxmlformats.org/officeDocument/2006/relationships/tags" Target="../tags/tag86.xml"/><Relationship Id="rId30" Type="http://schemas.openxmlformats.org/officeDocument/2006/relationships/slideLayout" Target="../slideLayouts/slideLayout1.xml"/><Relationship Id="rId35" Type="http://schemas.openxmlformats.org/officeDocument/2006/relationships/image" Target="../media/image226.jpeg"/><Relationship Id="rId8" Type="http://schemas.openxmlformats.org/officeDocument/2006/relationships/tags" Target="../tags/tag67.xml"/><Relationship Id="rId3" Type="http://schemas.openxmlformats.org/officeDocument/2006/relationships/tags" Target="../tags/tag62.xml"/></Relationships>
</file>

<file path=ppt/slides/_rels/slide45.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30.png"/><Relationship Id="rId1" Type="http://schemas.openxmlformats.org/officeDocument/2006/relationships/slideLayout" Target="../slideLayouts/slideLayout1.xml"/><Relationship Id="rId6" Type="http://schemas.openxmlformats.org/officeDocument/2006/relationships/image" Target="../media/image234.png"/><Relationship Id="rId5" Type="http://schemas.openxmlformats.org/officeDocument/2006/relationships/image" Target="../media/image233.jpeg"/><Relationship Id="rId4" Type="http://schemas.openxmlformats.org/officeDocument/2006/relationships/image" Target="../media/image2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roy.ma_Hong_Kong_Chinese_style_sailing_boat_with_red_sails_Hong_90fb694e-8587-43ea-8aab-a725cc39f70f"/>
          <p:cNvPicPr>
            <a:picLocks noChangeAspect="1"/>
          </p:cNvPicPr>
          <p:nvPr/>
        </p:nvPicPr>
        <p:blipFill rotWithShape="1">
          <a:blip r:embed="rId2" cstate="email"/>
          <a:srcRect r="-384"/>
          <a:stretch>
            <a:fillRect/>
          </a:stretch>
        </p:blipFill>
        <p:spPr>
          <a:xfrm>
            <a:off x="0" y="1"/>
            <a:ext cx="12238927" cy="6813550"/>
          </a:xfrm>
          <a:prstGeom prst="rect">
            <a:avLst/>
          </a:prstGeom>
        </p:spPr>
      </p:pic>
      <p:pic>
        <p:nvPicPr>
          <p:cNvPr id="15" name="图片 14" descr="/Users/roysmacbookpro2023/Desktop/G folder/198 中旅酒店集团/维景国际品牌VIS/风格样本-维景国际/维景国际 C/Links/标准化渐变底色-横版 拷贝.jpg标准化渐变底色-横版 拷贝"/>
          <p:cNvPicPr>
            <a:picLocks noChangeAspect="1"/>
          </p:cNvPicPr>
          <p:nvPr/>
        </p:nvPicPr>
        <p:blipFill rotWithShape="1">
          <a:blip r:embed="rId3" cstate="email">
            <a:alphaModFix amt="78000"/>
          </a:blip>
          <a:srcRect/>
          <a:stretch>
            <a:fillRect/>
          </a:stretch>
        </p:blipFill>
        <p:spPr>
          <a:xfrm>
            <a:off x="0" y="0"/>
            <a:ext cx="12192000" cy="6813550"/>
          </a:xfrm>
          <a:prstGeom prst="rect">
            <a:avLst/>
          </a:prstGeom>
        </p:spPr>
      </p:pic>
      <p:pic>
        <p:nvPicPr>
          <p:cNvPr id="13" name="图片 12"/>
          <p:cNvPicPr>
            <a:picLocks noChangeAspect="1"/>
          </p:cNvPicPr>
          <p:nvPr/>
        </p:nvPicPr>
        <p:blipFill>
          <a:blip r:embed="rId4" cstate="email"/>
          <a:stretch>
            <a:fillRect/>
          </a:stretch>
        </p:blipFill>
        <p:spPr>
          <a:xfrm>
            <a:off x="9984432" y="252139"/>
            <a:ext cx="1954772" cy="683357"/>
          </a:xfrm>
          <a:prstGeom prst="rect">
            <a:avLst/>
          </a:prstGeom>
        </p:spPr>
      </p:pic>
      <p:sp>
        <p:nvSpPr>
          <p:cNvPr id="14" name="文本框 13"/>
          <p:cNvSpPr txBox="1"/>
          <p:nvPr/>
        </p:nvSpPr>
        <p:spPr>
          <a:xfrm>
            <a:off x="-46927" y="1832792"/>
            <a:ext cx="12238927" cy="2442079"/>
          </a:xfrm>
          <a:prstGeom prst="rect">
            <a:avLst/>
          </a:prstGeom>
          <a:noFill/>
        </p:spPr>
        <p:txBody>
          <a:bodyPr wrap="square" rtlCol="0">
            <a:spAutoFit/>
          </a:bodyPr>
          <a:lstStyle/>
          <a:p>
            <a:pPr algn="ctr">
              <a:lnSpc>
                <a:spcPct val="150000"/>
              </a:lnSpc>
              <a:tabLst>
                <a:tab pos="4749800" algn="l"/>
              </a:tabLst>
            </a:pPr>
            <a:r>
              <a:rPr lang="zh-CN" altLang="en-US" sz="6600" b="1" spc="600" dirty="0">
                <a:solidFill>
                  <a:srgbClr val="DBB33C"/>
                </a:solidFill>
                <a:effectLst>
                  <a:outerShdw blurRad="38100" dist="38100" dir="2700000" algn="tl">
                    <a:srgbClr val="000000">
                      <a:alpha val="43137"/>
                    </a:srgbClr>
                  </a:outerShdw>
                </a:effectLst>
                <a:uFillTx/>
                <a:ea typeface="微软雅黑" panose="020B0503020204020204" charset="-122"/>
              </a:rPr>
              <a:t>中旅酒店</a:t>
            </a:r>
            <a:endParaRPr lang="en-US" altLang="zh-CN" sz="6600" b="1" spc="600" dirty="0">
              <a:solidFill>
                <a:srgbClr val="DBB33C"/>
              </a:solidFill>
              <a:effectLst>
                <a:outerShdw blurRad="38100" dist="38100" dir="2700000" algn="tl">
                  <a:srgbClr val="000000">
                    <a:alpha val="43137"/>
                  </a:srgbClr>
                </a:outerShdw>
              </a:effectLst>
              <a:uFillTx/>
              <a:ea typeface="微软雅黑" panose="020B0503020204020204" charset="-122"/>
            </a:endParaRPr>
          </a:p>
          <a:p>
            <a:pPr algn="ctr">
              <a:lnSpc>
                <a:spcPct val="150000"/>
              </a:lnSpc>
              <a:tabLst>
                <a:tab pos="4749800" algn="l"/>
              </a:tabLst>
            </a:pPr>
            <a:r>
              <a:rPr lang="zh-CN" altLang="en-US" sz="4000" b="1" spc="200" dirty="0">
                <a:solidFill>
                  <a:srgbClr val="DBB33C"/>
                </a:solidFill>
                <a:effectLst>
                  <a:outerShdw blurRad="38100" dist="38100" dir="2700000" algn="tl">
                    <a:srgbClr val="000000">
                      <a:alpha val="43137"/>
                    </a:srgbClr>
                  </a:outerShdw>
                </a:effectLst>
                <a:uFillTx/>
                <a:ea typeface="微软雅黑" panose="020B0503020204020204" charset="-122"/>
              </a:rPr>
              <a:t>公司及品牌简介</a:t>
            </a:r>
            <a:endParaRPr kumimoji="1" lang="zh-CN" altLang="en-US" sz="4000" b="1" spc="200" dirty="0">
              <a:solidFill>
                <a:srgbClr val="DBB33C"/>
              </a:solidFill>
              <a:effectLst>
                <a:outerShdw blurRad="38100" dist="38100" dir="2700000" algn="tl">
                  <a:srgbClr val="000000">
                    <a:alpha val="43137"/>
                  </a:srgbClr>
                </a:outerShdw>
              </a:effectLst>
              <a:uFillTx/>
              <a:ea typeface="微软雅黑" panose="020B0503020204020204" charset="-122"/>
            </a:endParaRPr>
          </a:p>
        </p:txBody>
      </p:sp>
      <p:pic>
        <p:nvPicPr>
          <p:cNvPr id="6" name="图片 5"/>
          <p:cNvPicPr>
            <a:picLocks noChangeAspect="1"/>
          </p:cNvPicPr>
          <p:nvPr/>
        </p:nvPicPr>
        <p:blipFill rotWithShape="1">
          <a:blip r:embed="rId5" cstate="email"/>
          <a:srcRect r="80229"/>
          <a:stretch>
            <a:fillRect/>
          </a:stretch>
        </p:blipFill>
        <p:spPr>
          <a:xfrm rot="10800000">
            <a:off x="1591378" y="5368379"/>
            <a:ext cx="612267" cy="802859"/>
          </a:xfrm>
          <a:prstGeom prst="rect">
            <a:avLst/>
          </a:prstGeom>
          <a:effectLst>
            <a:outerShdw blurRad="50800" dist="50800" dir="5400000" algn="ctr" rotWithShape="0">
              <a:srgbClr val="000000">
                <a:alpha val="10000"/>
              </a:srgbClr>
            </a:outerShdw>
          </a:effectLst>
        </p:spPr>
      </p:pic>
      <p:pic>
        <p:nvPicPr>
          <p:cNvPr id="11" name="图片 10"/>
          <p:cNvPicPr>
            <a:picLocks noChangeAspect="1"/>
          </p:cNvPicPr>
          <p:nvPr/>
        </p:nvPicPr>
        <p:blipFill>
          <a:blip r:embed="rId6" cstate="email"/>
          <a:stretch>
            <a:fillRect/>
          </a:stretch>
        </p:blipFill>
        <p:spPr>
          <a:xfrm>
            <a:off x="334963" y="357478"/>
            <a:ext cx="2952725" cy="628464"/>
          </a:xfrm>
          <a:prstGeom prst="rect">
            <a:avLst/>
          </a:prstGeom>
        </p:spPr>
      </p:pic>
      <p:pic>
        <p:nvPicPr>
          <p:cNvPr id="9" name="图片 8"/>
          <p:cNvPicPr>
            <a:picLocks noChangeAspect="1"/>
          </p:cNvPicPr>
          <p:nvPr/>
        </p:nvPicPr>
        <p:blipFill rotWithShape="1">
          <a:blip r:embed="rId5" cstate="email"/>
          <a:srcRect r="80229"/>
          <a:stretch>
            <a:fillRect/>
          </a:stretch>
        </p:blipFill>
        <p:spPr>
          <a:xfrm rot="10800000">
            <a:off x="10328873" y="5368379"/>
            <a:ext cx="612267" cy="802859"/>
          </a:xfrm>
          <a:prstGeom prst="rect">
            <a:avLst/>
          </a:prstGeom>
          <a:effectLst>
            <a:outerShdw blurRad="50800" dist="50800" dir="5400000" algn="ctr" rotWithShape="0">
              <a:srgbClr val="000000">
                <a:alpha val="10000"/>
              </a:srgbClr>
            </a:outerShdw>
          </a:effectLst>
        </p:spPr>
      </p:pic>
      <p:sp>
        <p:nvSpPr>
          <p:cNvPr id="10" name="文本框 9"/>
          <p:cNvSpPr txBox="1"/>
          <p:nvPr/>
        </p:nvSpPr>
        <p:spPr>
          <a:xfrm>
            <a:off x="1974110" y="5301208"/>
            <a:ext cx="8802410" cy="726609"/>
          </a:xfrm>
          <a:prstGeom prst="rect">
            <a:avLst/>
          </a:prstGeom>
          <a:noFill/>
          <a:effectLst>
            <a:outerShdw blurRad="50800" dist="50800" dir="5400000" algn="ctr" rotWithShape="0">
              <a:srgbClr val="000000">
                <a:alpha val="10000"/>
              </a:srgbClr>
            </a:outerShdw>
          </a:effectLst>
        </p:spPr>
        <p:txBody>
          <a:bodyPr wrap="square" rtlCol="0">
            <a:spAutoFit/>
          </a:bodyPr>
          <a:lstStyle/>
          <a:p>
            <a:pPr algn="ctr">
              <a:lnSpc>
                <a:spcPct val="200000"/>
              </a:lnSpc>
            </a:pPr>
            <a:r>
              <a:rPr lang="zh-CN" altLang="en-US" sz="2400" b="1" spc="200" dirty="0">
                <a:solidFill>
                  <a:srgbClr val="DBB33C"/>
                </a:solidFill>
                <a:ea typeface="微软雅黑" panose="020B0503020204020204" charset="-122"/>
                <a:sym typeface="+mn-ea"/>
              </a:rPr>
              <a:t>向客户提供全球高品质服务和产品的世界一流酒店集团</a:t>
            </a:r>
          </a:p>
        </p:txBody>
      </p:sp>
      <p:pic>
        <p:nvPicPr>
          <p:cNvPr id="16" name="图片 15"/>
          <p:cNvPicPr>
            <a:picLocks noChangeAspect="1"/>
          </p:cNvPicPr>
          <p:nvPr/>
        </p:nvPicPr>
        <p:blipFill rotWithShape="1">
          <a:blip r:embed="rId5" cstate="email"/>
          <a:srcRect r="80229"/>
          <a:stretch>
            <a:fillRect/>
          </a:stretch>
        </p:blipFill>
        <p:spPr>
          <a:xfrm rot="10800000">
            <a:off x="1042738" y="5368379"/>
            <a:ext cx="612267" cy="802859"/>
          </a:xfrm>
          <a:prstGeom prst="rect">
            <a:avLst/>
          </a:prstGeom>
          <a:effectLst>
            <a:outerShdw blurRad="50800" dist="50800" dir="5400000" algn="ctr" rotWithShape="0">
              <a:srgbClr val="000000">
                <a:alpha val="10000"/>
              </a:srgbClr>
            </a:outerShdw>
          </a:effectLst>
        </p:spPr>
      </p:pic>
      <p:pic>
        <p:nvPicPr>
          <p:cNvPr id="17" name="图片 16"/>
          <p:cNvPicPr>
            <a:picLocks noChangeAspect="1"/>
          </p:cNvPicPr>
          <p:nvPr/>
        </p:nvPicPr>
        <p:blipFill rotWithShape="1">
          <a:blip r:embed="rId5" cstate="email"/>
          <a:srcRect r="80229"/>
          <a:stretch>
            <a:fillRect/>
          </a:stretch>
        </p:blipFill>
        <p:spPr>
          <a:xfrm rot="10800000">
            <a:off x="515181" y="5368379"/>
            <a:ext cx="612267" cy="802859"/>
          </a:xfrm>
          <a:prstGeom prst="rect">
            <a:avLst/>
          </a:prstGeom>
          <a:effectLst>
            <a:outerShdw blurRad="50800" dist="50800" dir="5400000" algn="ctr" rotWithShape="0">
              <a:srgbClr val="000000">
                <a:alpha val="10000"/>
              </a:srgbClr>
            </a:outerShdw>
          </a:effectLst>
        </p:spPr>
      </p:pic>
      <p:sp>
        <p:nvSpPr>
          <p:cNvPr id="2" name="文本框 1"/>
          <p:cNvSpPr txBox="1"/>
          <p:nvPr/>
        </p:nvSpPr>
        <p:spPr>
          <a:xfrm>
            <a:off x="8182466" y="-329938"/>
            <a:ext cx="184731" cy="369332"/>
          </a:xfrm>
          <a:prstGeom prst="rect">
            <a:avLst/>
          </a:prstGeom>
          <a:noFill/>
        </p:spPr>
        <p:txBody>
          <a:bodyPr wrap="none" rtlCol="0">
            <a:spAutoFit/>
          </a:bodyPr>
          <a:lstStyle/>
          <a:p>
            <a:endParaRPr kumimoji="1" lang="zh-CN"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p:cNvPicPr>
            <a:picLocks noChangeAspect="1"/>
          </p:cNvPicPr>
          <p:nvPr/>
        </p:nvPicPr>
        <p:blipFill rotWithShape="1">
          <a:blip r:embed="rId2" cstate="email"/>
          <a:srcRect/>
          <a:stretch>
            <a:fillRect/>
          </a:stretch>
        </p:blipFill>
        <p:spPr>
          <a:xfrm>
            <a:off x="-9385" y="-45377"/>
            <a:ext cx="12201385" cy="3618212"/>
          </a:xfrm>
          <a:prstGeom prst="rect">
            <a:avLst/>
          </a:prstGeom>
        </p:spPr>
      </p:pic>
      <p:sp>
        <p:nvSpPr>
          <p:cNvPr id="10" name="矩形 9"/>
          <p:cNvSpPr/>
          <p:nvPr/>
        </p:nvSpPr>
        <p:spPr bwMode="auto">
          <a:xfrm>
            <a:off x="-9385" y="-45377"/>
            <a:ext cx="12201385" cy="3626072"/>
          </a:xfrm>
          <a:prstGeom prst="rect">
            <a:avLst/>
          </a:prstGeom>
          <a:solidFill>
            <a:srgbClr val="3F6A8A">
              <a:alpha val="3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a:ea typeface="微软雅黑" panose="020B0503020204020204" charset="-122"/>
              <a:sym typeface="Arial" panose="020B0604020202020204"/>
            </a:endParaRPr>
          </a:p>
        </p:txBody>
      </p:sp>
      <p:sp>
        <p:nvSpPr>
          <p:cNvPr id="11" name="文本框 10"/>
          <p:cNvSpPr txBox="1"/>
          <p:nvPr/>
        </p:nvSpPr>
        <p:spPr>
          <a:xfrm>
            <a:off x="338975" y="2392108"/>
            <a:ext cx="4838700" cy="1323439"/>
          </a:xfrm>
          <a:prstGeom prst="rect">
            <a:avLst/>
          </a:prstGeom>
          <a:noFill/>
        </p:spPr>
        <p:txBody>
          <a:bodyPr wrap="square" rtlCol="0">
            <a:spAutoFit/>
          </a:bodyPr>
          <a:lstStyle/>
          <a:p>
            <a:r>
              <a:rPr lang="en-US" altLang="zh-CN" sz="8000"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C</a:t>
            </a:r>
            <a:r>
              <a:rPr lang="en-US" altLang="zh-CN" sz="4800"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ONTENTS</a:t>
            </a:r>
          </a:p>
        </p:txBody>
      </p:sp>
      <p:pic>
        <p:nvPicPr>
          <p:cNvPr id="9" name="图片 8"/>
          <p:cNvPicPr>
            <a:picLocks noChangeAspect="1"/>
          </p:cNvPicPr>
          <p:nvPr/>
        </p:nvPicPr>
        <p:blipFill>
          <a:blip r:embed="rId3" cstate="email"/>
          <a:stretch>
            <a:fillRect/>
          </a:stretch>
        </p:blipFill>
        <p:spPr>
          <a:xfrm>
            <a:off x="9984432" y="252139"/>
            <a:ext cx="1954772" cy="683357"/>
          </a:xfrm>
          <a:prstGeom prst="rect">
            <a:avLst/>
          </a:prstGeom>
        </p:spPr>
      </p:pic>
      <p:cxnSp>
        <p:nvCxnSpPr>
          <p:cNvPr id="12" name="直接连接符 7"/>
          <p:cNvCxnSpPr/>
          <p:nvPr/>
        </p:nvCxnSpPr>
        <p:spPr bwMode="auto">
          <a:xfrm>
            <a:off x="2639616" y="3803993"/>
            <a:ext cx="0" cy="2922872"/>
          </a:xfrm>
          <a:prstGeom prst="line">
            <a:avLst/>
          </a:prstGeom>
          <a:solidFill>
            <a:schemeClr val="accent1"/>
          </a:solidFill>
          <a:ln w="9525" cap="flat" cmpd="sng" algn="ctr">
            <a:solidFill>
              <a:srgbClr val="1B547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文本框 12"/>
          <p:cNvSpPr txBox="1"/>
          <p:nvPr/>
        </p:nvSpPr>
        <p:spPr>
          <a:xfrm>
            <a:off x="455756" y="3699500"/>
            <a:ext cx="2057398" cy="1015663"/>
          </a:xfrm>
          <a:prstGeom prst="rect">
            <a:avLst/>
          </a:prstGeom>
          <a:noFill/>
        </p:spPr>
        <p:txBody>
          <a:bodyPr wrap="square" rtlCol="0">
            <a:spAutoFit/>
          </a:bodyPr>
          <a:lstStyle/>
          <a:p>
            <a:r>
              <a:rPr lang="zh-CN" altLang="en-US" sz="6000" b="1" dirty="0">
                <a:solidFill>
                  <a:srgbClr val="0A1933"/>
                </a:solidFill>
                <a:latin typeface="微软雅黑" panose="020B0503020204020204" charset="-122"/>
                <a:ea typeface="微软雅黑" panose="020B0503020204020204" charset="-122"/>
                <a:sym typeface="Arial" panose="020B0604020202020204"/>
              </a:rPr>
              <a:t>目录</a:t>
            </a:r>
          </a:p>
        </p:txBody>
      </p:sp>
      <p:grpSp>
        <p:nvGrpSpPr>
          <p:cNvPr id="14" name="组合 13"/>
          <p:cNvGrpSpPr/>
          <p:nvPr/>
        </p:nvGrpSpPr>
        <p:grpSpPr>
          <a:xfrm>
            <a:off x="3156626" y="3803976"/>
            <a:ext cx="2147539" cy="768176"/>
            <a:chOff x="3371296" y="3911780"/>
            <a:chExt cx="2147539" cy="768176"/>
          </a:xfrm>
        </p:grpSpPr>
        <p:sp>
          <p:nvSpPr>
            <p:cNvPr id="15" name="矩形 14"/>
            <p:cNvSpPr/>
            <p:nvPr/>
          </p:nvSpPr>
          <p:spPr bwMode="auto">
            <a:xfrm>
              <a:off x="3371296" y="3911780"/>
              <a:ext cx="766800" cy="768176"/>
            </a:xfrm>
            <a:prstGeom prst="rect">
              <a:avLst/>
            </a:prstGeom>
            <a:noFill/>
            <a:ln w="12700" cap="flat" cmpd="sng" algn="ctr">
              <a:solidFill>
                <a:srgbClr val="1B5477"/>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a:ln>
                  <a:noFill/>
                </a:ln>
                <a:solidFill>
                  <a:srgbClr val="0A1933"/>
                </a:solidFill>
                <a:effectLst/>
                <a:latin typeface="Arial" panose="020B0604020202020204"/>
                <a:ea typeface="微软雅黑" panose="020B0503020204020204" charset="-122"/>
                <a:sym typeface="Arial" panose="020B0604020202020204"/>
              </a:endParaRPr>
            </a:p>
          </p:txBody>
        </p:sp>
        <p:sp>
          <p:nvSpPr>
            <p:cNvPr id="16" name="文本框 15"/>
            <p:cNvSpPr txBox="1"/>
            <p:nvPr/>
          </p:nvSpPr>
          <p:spPr>
            <a:xfrm>
              <a:off x="3410635" y="3949880"/>
              <a:ext cx="2108200" cy="646331"/>
            </a:xfrm>
            <a:prstGeom prst="rect">
              <a:avLst/>
            </a:prstGeom>
            <a:noFill/>
          </p:spPr>
          <p:txBody>
            <a:bodyPr wrap="square" rtlCol="0">
              <a:spAutoFit/>
            </a:bodyPr>
            <a:lstStyle/>
            <a:p>
              <a:r>
                <a:rPr lang="en-US" altLang="zh-CN" sz="3600" b="1" dirty="0">
                  <a:solidFill>
                    <a:srgbClr val="0A1933"/>
                  </a:solidFill>
                  <a:latin typeface="Arial" panose="020B0604020202020204"/>
                  <a:ea typeface="微软雅黑" panose="020B0503020204020204" charset="-122"/>
                  <a:sym typeface="Arial" panose="020B0604020202020204"/>
                </a:rPr>
                <a:t>01</a:t>
              </a:r>
              <a:endParaRPr lang="zh-CN" altLang="en-US" sz="3600" b="1" dirty="0">
                <a:solidFill>
                  <a:srgbClr val="0A1933"/>
                </a:solidFill>
                <a:latin typeface="Arial" panose="020B0604020202020204"/>
                <a:ea typeface="微软雅黑" panose="020B0503020204020204" charset="-122"/>
                <a:sym typeface="Arial" panose="020B0604020202020204"/>
              </a:endParaRPr>
            </a:p>
          </p:txBody>
        </p:sp>
      </p:grpSp>
      <p:grpSp>
        <p:nvGrpSpPr>
          <p:cNvPr id="17" name="组合 16"/>
          <p:cNvGrpSpPr/>
          <p:nvPr/>
        </p:nvGrpSpPr>
        <p:grpSpPr>
          <a:xfrm>
            <a:off x="7477801" y="5878375"/>
            <a:ext cx="2147539" cy="768176"/>
            <a:chOff x="3371296" y="3911780"/>
            <a:chExt cx="2147539" cy="768176"/>
          </a:xfrm>
        </p:grpSpPr>
        <p:sp>
          <p:nvSpPr>
            <p:cNvPr id="18" name="矩形 17"/>
            <p:cNvSpPr/>
            <p:nvPr/>
          </p:nvSpPr>
          <p:spPr bwMode="auto">
            <a:xfrm>
              <a:off x="3371296" y="3911780"/>
              <a:ext cx="766800" cy="768176"/>
            </a:xfrm>
            <a:prstGeom prst="rect">
              <a:avLst/>
            </a:prstGeom>
            <a:noFill/>
            <a:ln w="12700" cap="flat" cmpd="sng" algn="ctr">
              <a:solidFill>
                <a:srgbClr val="1B5477"/>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a:ln>
                  <a:noFill/>
                </a:ln>
                <a:solidFill>
                  <a:srgbClr val="0A1933"/>
                </a:solidFill>
                <a:effectLst/>
                <a:latin typeface="Arial" panose="020B0604020202020204"/>
                <a:ea typeface="微软雅黑" panose="020B0503020204020204" charset="-122"/>
                <a:sym typeface="Arial" panose="020B0604020202020204"/>
              </a:endParaRPr>
            </a:p>
          </p:txBody>
        </p:sp>
        <p:sp>
          <p:nvSpPr>
            <p:cNvPr id="19" name="文本框 18"/>
            <p:cNvSpPr txBox="1"/>
            <p:nvPr/>
          </p:nvSpPr>
          <p:spPr>
            <a:xfrm>
              <a:off x="3410635" y="3949880"/>
              <a:ext cx="2108200" cy="646331"/>
            </a:xfrm>
            <a:prstGeom prst="rect">
              <a:avLst/>
            </a:prstGeom>
            <a:noFill/>
          </p:spPr>
          <p:txBody>
            <a:bodyPr wrap="square" rtlCol="0">
              <a:spAutoFit/>
            </a:bodyPr>
            <a:lstStyle/>
            <a:p>
              <a:r>
                <a:rPr lang="en-US" altLang="zh-CN" sz="3600" b="1" dirty="0">
                  <a:solidFill>
                    <a:srgbClr val="0A1933"/>
                  </a:solidFill>
                  <a:latin typeface="Arial" panose="020B0604020202020204"/>
                  <a:ea typeface="微软雅黑" panose="020B0503020204020204" charset="-122"/>
                  <a:sym typeface="Arial" panose="020B0604020202020204"/>
                </a:rPr>
                <a:t>03</a:t>
              </a:r>
              <a:endParaRPr lang="zh-CN" altLang="en-US" sz="3600" b="1" dirty="0">
                <a:solidFill>
                  <a:srgbClr val="0A1933"/>
                </a:solidFill>
                <a:latin typeface="Arial" panose="020B0604020202020204"/>
                <a:ea typeface="微软雅黑" panose="020B0503020204020204" charset="-122"/>
                <a:sym typeface="Arial" panose="020B0604020202020204"/>
              </a:endParaRPr>
            </a:p>
          </p:txBody>
        </p:sp>
      </p:grpSp>
      <p:grpSp>
        <p:nvGrpSpPr>
          <p:cNvPr id="20" name="组合 19"/>
          <p:cNvGrpSpPr/>
          <p:nvPr/>
        </p:nvGrpSpPr>
        <p:grpSpPr>
          <a:xfrm>
            <a:off x="5390556" y="4861251"/>
            <a:ext cx="1080135" cy="768176"/>
            <a:chOff x="3371296" y="3911780"/>
            <a:chExt cx="1080135" cy="768176"/>
          </a:xfrm>
        </p:grpSpPr>
        <p:sp>
          <p:nvSpPr>
            <p:cNvPr id="21" name="矩形 20"/>
            <p:cNvSpPr/>
            <p:nvPr/>
          </p:nvSpPr>
          <p:spPr bwMode="auto">
            <a:xfrm>
              <a:off x="3371296" y="3911780"/>
              <a:ext cx="766800" cy="768176"/>
            </a:xfrm>
            <a:prstGeom prst="rect">
              <a:avLst/>
            </a:prstGeom>
            <a:noFill/>
            <a:ln w="12700" cap="flat" cmpd="sng" algn="ctr">
              <a:solidFill>
                <a:srgbClr val="1B5477"/>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a:ln>
                  <a:noFill/>
                </a:ln>
                <a:solidFill>
                  <a:srgbClr val="0A1933"/>
                </a:solidFill>
                <a:effectLst/>
                <a:latin typeface="Arial" panose="020B0604020202020204"/>
                <a:ea typeface="微软雅黑" panose="020B0503020204020204" charset="-122"/>
                <a:sym typeface="Arial" panose="020B0604020202020204"/>
              </a:endParaRPr>
            </a:p>
          </p:txBody>
        </p:sp>
        <p:sp>
          <p:nvSpPr>
            <p:cNvPr id="22" name="文本框 21"/>
            <p:cNvSpPr txBox="1"/>
            <p:nvPr/>
          </p:nvSpPr>
          <p:spPr>
            <a:xfrm>
              <a:off x="3434161" y="3949880"/>
              <a:ext cx="1017270" cy="645160"/>
            </a:xfrm>
            <a:prstGeom prst="rect">
              <a:avLst/>
            </a:prstGeom>
            <a:noFill/>
          </p:spPr>
          <p:txBody>
            <a:bodyPr wrap="square" rtlCol="0">
              <a:spAutoFit/>
            </a:bodyPr>
            <a:lstStyle/>
            <a:p>
              <a:r>
                <a:rPr lang="en-US" altLang="zh-CN" sz="3600" b="1" dirty="0">
                  <a:solidFill>
                    <a:srgbClr val="0A1933"/>
                  </a:solidFill>
                  <a:latin typeface="Arial" panose="020B0604020202020204"/>
                  <a:ea typeface="微软雅黑" panose="020B0503020204020204" charset="-122"/>
                  <a:sym typeface="Arial" panose="020B0604020202020204"/>
                </a:rPr>
                <a:t>02</a:t>
              </a:r>
              <a:endParaRPr lang="zh-CN" altLang="en-US" sz="3600" b="1" dirty="0">
                <a:solidFill>
                  <a:srgbClr val="0A1933"/>
                </a:solidFill>
                <a:latin typeface="Arial" panose="020B0604020202020204"/>
                <a:ea typeface="微软雅黑" panose="020B0503020204020204" charset="-122"/>
                <a:sym typeface="Arial" panose="020B0604020202020204"/>
              </a:endParaRPr>
            </a:p>
          </p:txBody>
        </p:sp>
      </p:grpSp>
      <p:sp>
        <p:nvSpPr>
          <p:cNvPr id="26" name="文本框 25"/>
          <p:cNvSpPr txBox="1"/>
          <p:nvPr/>
        </p:nvSpPr>
        <p:spPr>
          <a:xfrm>
            <a:off x="4224033" y="3789208"/>
            <a:ext cx="3161931" cy="461665"/>
          </a:xfrm>
          <a:prstGeom prst="rect">
            <a:avLst/>
          </a:prstGeom>
          <a:noFill/>
        </p:spPr>
        <p:txBody>
          <a:bodyPr wrap="square" rtlCol="0">
            <a:spAutoFit/>
          </a:bodyPr>
          <a:lstStyle/>
          <a:p>
            <a:r>
              <a:rPr lang="zh-CN" altLang="en-US" sz="2400" b="1" dirty="0">
                <a:solidFill>
                  <a:srgbClr val="0A1933"/>
                </a:solidFill>
                <a:latin typeface="Arial" panose="020B0604020202020204"/>
                <a:ea typeface="微软雅黑" panose="020B0503020204020204" charset="-122"/>
                <a:sym typeface="Arial" panose="020B0604020202020204"/>
              </a:rPr>
              <a:t>中国旅游集团概况</a:t>
            </a:r>
          </a:p>
        </p:txBody>
      </p:sp>
      <p:sp>
        <p:nvSpPr>
          <p:cNvPr id="27" name="文本框 26"/>
          <p:cNvSpPr txBox="1"/>
          <p:nvPr/>
        </p:nvSpPr>
        <p:spPr>
          <a:xfrm>
            <a:off x="4227455" y="4317243"/>
            <a:ext cx="3306560" cy="307777"/>
          </a:xfrm>
          <a:prstGeom prst="rect">
            <a:avLst/>
          </a:prstGeom>
          <a:noFill/>
        </p:spPr>
        <p:txBody>
          <a:bodyPr wrap="square" rtlCol="0">
            <a:spAutoFit/>
          </a:bodyPr>
          <a:lstStyle/>
          <a:p>
            <a:r>
              <a:rPr lang="en-US" altLang="zh-CN" sz="1400" dirty="0">
                <a:solidFill>
                  <a:srgbClr val="0A1933"/>
                </a:solidFill>
                <a:latin typeface="Arial" panose="020B0604020202020204"/>
                <a:ea typeface="微软雅黑" panose="020B0503020204020204" charset="-122"/>
                <a:sym typeface="+mn-lt"/>
              </a:rPr>
              <a:t>ABOUT CHINA TOURISM  GROUP</a:t>
            </a:r>
          </a:p>
        </p:txBody>
      </p:sp>
      <p:sp>
        <p:nvSpPr>
          <p:cNvPr id="28" name="文本框 27"/>
          <p:cNvSpPr txBox="1"/>
          <p:nvPr/>
        </p:nvSpPr>
        <p:spPr>
          <a:xfrm>
            <a:off x="8329943" y="5877843"/>
            <a:ext cx="3161929" cy="461665"/>
          </a:xfrm>
          <a:prstGeom prst="rect">
            <a:avLst/>
          </a:prstGeom>
          <a:noFill/>
        </p:spPr>
        <p:txBody>
          <a:bodyPr wrap="square" rtlCol="0">
            <a:spAutoFit/>
          </a:bodyPr>
          <a:lstStyle>
            <a:defPPr>
              <a:defRPr lang="zh-CN"/>
            </a:defPPr>
            <a:lvl1pPr>
              <a:defRPr sz="2800" b="1">
                <a:solidFill>
                  <a:srgbClr val="10334A"/>
                </a:solidFill>
                <a:latin typeface="Arial" panose="020B0604020202020204"/>
                <a:ea typeface="微软雅黑" panose="020B0503020204020204" charset="-122"/>
              </a:defRPr>
            </a:lvl1pPr>
          </a:lstStyle>
          <a:p>
            <a:r>
              <a:rPr lang="zh-CN" altLang="en-US" sz="2400" dirty="0">
                <a:solidFill>
                  <a:srgbClr val="0A1933"/>
                </a:solidFill>
                <a:sym typeface="Arial" panose="020B0604020202020204"/>
              </a:rPr>
              <a:t>中旅酒店旗下品牌</a:t>
            </a:r>
          </a:p>
        </p:txBody>
      </p:sp>
      <p:sp>
        <p:nvSpPr>
          <p:cNvPr id="29" name="文本框 28"/>
          <p:cNvSpPr txBox="1"/>
          <p:nvPr/>
        </p:nvSpPr>
        <p:spPr>
          <a:xfrm>
            <a:off x="7717454" y="6391910"/>
            <a:ext cx="2583180" cy="306705"/>
          </a:xfrm>
          <a:prstGeom prst="rect">
            <a:avLst/>
          </a:prstGeom>
          <a:noFill/>
        </p:spPr>
        <p:txBody>
          <a:bodyPr wrap="square" rtlCol="0">
            <a:spAutoFit/>
          </a:bodyPr>
          <a:lstStyle/>
          <a:p>
            <a:pPr algn="ctr"/>
            <a:r>
              <a:rPr lang="en-US" altLang="zh-CN" sz="1400" dirty="0">
                <a:solidFill>
                  <a:srgbClr val="0A1933"/>
                </a:solidFill>
                <a:latin typeface="Arial" panose="020B0604020202020204"/>
                <a:ea typeface="微软雅黑" panose="020B0503020204020204" charset="-122"/>
                <a:sym typeface="+mn-lt"/>
              </a:rPr>
              <a:t>OUR BRANDS</a:t>
            </a:r>
          </a:p>
        </p:txBody>
      </p:sp>
      <p:sp>
        <p:nvSpPr>
          <p:cNvPr id="32" name="文本框 31"/>
          <p:cNvSpPr txBox="1"/>
          <p:nvPr/>
        </p:nvSpPr>
        <p:spPr>
          <a:xfrm>
            <a:off x="6313819" y="4869343"/>
            <a:ext cx="2531802" cy="461665"/>
          </a:xfrm>
          <a:prstGeom prst="rect">
            <a:avLst/>
          </a:prstGeom>
          <a:noFill/>
        </p:spPr>
        <p:txBody>
          <a:bodyPr wrap="square" rtlCol="0">
            <a:spAutoFit/>
          </a:bodyPr>
          <a:lstStyle>
            <a:defPPr>
              <a:defRPr lang="zh-CN"/>
            </a:defPPr>
            <a:lvl1pPr>
              <a:defRPr sz="2800" b="1">
                <a:solidFill>
                  <a:srgbClr val="10334A"/>
                </a:solidFill>
                <a:latin typeface="Arial" panose="020B0604020202020204"/>
                <a:ea typeface="微软雅黑" panose="020B0503020204020204" charset="-122"/>
              </a:defRPr>
            </a:lvl1pPr>
          </a:lstStyle>
          <a:p>
            <a:r>
              <a:rPr lang="zh-CN" altLang="en-US" sz="2400" dirty="0">
                <a:solidFill>
                  <a:srgbClr val="0A1933"/>
                </a:solidFill>
                <a:sym typeface="Arial" panose="020B0604020202020204"/>
              </a:rPr>
              <a:t>中旅酒店介绍</a:t>
            </a:r>
          </a:p>
        </p:txBody>
      </p:sp>
      <p:sp>
        <p:nvSpPr>
          <p:cNvPr id="33" name="文本框 32"/>
          <p:cNvSpPr txBox="1"/>
          <p:nvPr/>
        </p:nvSpPr>
        <p:spPr>
          <a:xfrm>
            <a:off x="6314453" y="5372831"/>
            <a:ext cx="3383901" cy="307777"/>
          </a:xfrm>
          <a:prstGeom prst="rect">
            <a:avLst/>
          </a:prstGeom>
          <a:noFill/>
        </p:spPr>
        <p:txBody>
          <a:bodyPr wrap="square" rtlCol="0">
            <a:spAutoFit/>
          </a:bodyPr>
          <a:lstStyle/>
          <a:p>
            <a:r>
              <a:rPr lang="en-US" altLang="zh-CN" sz="1400" dirty="0">
                <a:solidFill>
                  <a:srgbClr val="0A1933"/>
                </a:solidFill>
                <a:latin typeface="Arial" panose="020B0604020202020204"/>
                <a:ea typeface="微软雅黑" panose="020B0503020204020204" charset="-122"/>
                <a:sym typeface="+mn-lt"/>
              </a:rPr>
              <a:t>ABOUT CTG HOTELS &amp; RESORTS</a:t>
            </a:r>
          </a:p>
        </p:txBody>
      </p:sp>
      <p:pic>
        <p:nvPicPr>
          <p:cNvPr id="34" name="图片 4" descr="图片 4"/>
          <p:cNvPicPr>
            <a:picLocks noChangeAspect="1"/>
          </p:cNvPicPr>
          <p:nvPr/>
        </p:nvPicPr>
        <p:blipFill>
          <a:blip r:embed="rId4" cstate="email"/>
          <a:stretch>
            <a:fillRect/>
          </a:stretch>
        </p:blipFill>
        <p:spPr>
          <a:xfrm>
            <a:off x="9091025" y="3195366"/>
            <a:ext cx="2762000" cy="267083"/>
          </a:xfrm>
          <a:prstGeom prst="rect">
            <a:avLst/>
          </a:prstGeom>
          <a:ln w="12700">
            <a:miter lim="400000"/>
            <a:headEnd/>
            <a:tailEnd/>
          </a:ln>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alphaModFix amt="77539"/>
            <a:lum/>
          </a:blip>
          <a:srcRect/>
          <a:stretch>
            <a:fillRect/>
          </a:stretch>
        </a:blipFill>
        <a:effectLst/>
      </p:bgPr>
    </p:bg>
    <p:spTree>
      <p:nvGrpSpPr>
        <p:cNvPr id="1" name=""/>
        <p:cNvGrpSpPr/>
        <p:nvPr/>
      </p:nvGrpSpPr>
      <p:grpSpPr>
        <a:xfrm>
          <a:off x="0" y="0"/>
          <a:ext cx="0" cy="0"/>
          <a:chOff x="0" y="0"/>
          <a:chExt cx="0" cy="0"/>
        </a:xfrm>
      </p:grpSpPr>
      <p:sp>
        <p:nvSpPr>
          <p:cNvPr id="6" name="矩形 5"/>
          <p:cNvSpPr/>
          <p:nvPr/>
        </p:nvSpPr>
        <p:spPr bwMode="auto">
          <a:xfrm>
            <a:off x="361951" y="1878088"/>
            <a:ext cx="11495087" cy="3537625"/>
          </a:xfrm>
          <a:prstGeom prst="rect">
            <a:avLst/>
          </a:prstGeom>
          <a:noFill/>
          <a:ln w="28575" cap="flat" cmpd="sng" algn="ctr">
            <a:solidFill>
              <a:srgbClr val="10334A"/>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a:ea typeface="微软雅黑" panose="020B0503020204020204" charset="-122"/>
              <a:sym typeface="Arial" panose="020B0604020202020204"/>
            </a:endParaRPr>
          </a:p>
        </p:txBody>
      </p:sp>
      <p:pic>
        <p:nvPicPr>
          <p:cNvPr id="26" name="图片 25"/>
          <p:cNvPicPr>
            <a:picLocks noChangeAspect="1"/>
          </p:cNvPicPr>
          <p:nvPr/>
        </p:nvPicPr>
        <p:blipFill>
          <a:blip r:embed="rId3" cstate="email">
            <a:alphaModFix amt="14000"/>
          </a:blip>
          <a:stretch>
            <a:fillRect/>
          </a:stretch>
        </p:blipFill>
        <p:spPr>
          <a:xfrm>
            <a:off x="327613" y="-8964"/>
            <a:ext cx="5784441" cy="6858000"/>
          </a:xfrm>
          <a:prstGeom prst="rect">
            <a:avLst/>
          </a:prstGeom>
        </p:spPr>
      </p:pic>
      <p:pic>
        <p:nvPicPr>
          <p:cNvPr id="25" name="图片 24"/>
          <p:cNvPicPr>
            <a:picLocks noChangeAspect="1"/>
          </p:cNvPicPr>
          <p:nvPr/>
        </p:nvPicPr>
        <p:blipFill>
          <a:blip r:embed="rId3" cstate="email">
            <a:alphaModFix amt="14000"/>
          </a:blip>
          <a:stretch>
            <a:fillRect/>
          </a:stretch>
        </p:blipFill>
        <p:spPr>
          <a:xfrm>
            <a:off x="167543" y="8964"/>
            <a:ext cx="5784441" cy="6858000"/>
          </a:xfrm>
          <a:prstGeom prst="rect">
            <a:avLst/>
          </a:prstGeom>
        </p:spPr>
      </p:pic>
      <p:pic>
        <p:nvPicPr>
          <p:cNvPr id="22" name="图片 21"/>
          <p:cNvPicPr>
            <a:picLocks noChangeAspect="1"/>
          </p:cNvPicPr>
          <p:nvPr/>
        </p:nvPicPr>
        <p:blipFill>
          <a:blip r:embed="rId4" cstate="email"/>
          <a:stretch>
            <a:fillRect/>
          </a:stretch>
        </p:blipFill>
        <p:spPr>
          <a:xfrm>
            <a:off x="0" y="-6224"/>
            <a:ext cx="5784441" cy="6858000"/>
          </a:xfrm>
          <a:prstGeom prst="rect">
            <a:avLst/>
          </a:prstGeom>
        </p:spPr>
      </p:pic>
      <p:sp>
        <p:nvSpPr>
          <p:cNvPr id="7" name="文本框 6"/>
          <p:cNvSpPr txBox="1"/>
          <p:nvPr/>
        </p:nvSpPr>
        <p:spPr>
          <a:xfrm>
            <a:off x="6203909" y="2186586"/>
            <a:ext cx="2883440" cy="1015663"/>
          </a:xfrm>
          <a:prstGeom prst="rect">
            <a:avLst/>
          </a:prstGeom>
          <a:noFill/>
        </p:spPr>
        <p:txBody>
          <a:bodyPr wrap="square" rtlCol="0">
            <a:spAutoFit/>
          </a:bodyPr>
          <a:lstStyle/>
          <a:p>
            <a:r>
              <a:rPr lang="en-US" altLang="zh-CN" sz="6000" b="1" dirty="0">
                <a:solidFill>
                  <a:srgbClr val="10334A"/>
                </a:solidFill>
                <a:latin typeface="Arial" panose="020B0604020202020204"/>
                <a:ea typeface="微软雅黑" panose="020B0503020204020204" charset="-122"/>
                <a:sym typeface="Arial" panose="020B0604020202020204"/>
              </a:rPr>
              <a:t>01</a:t>
            </a:r>
            <a:endParaRPr lang="zh-CN" altLang="en-US" sz="6000" b="1" dirty="0">
              <a:solidFill>
                <a:srgbClr val="10334A"/>
              </a:solidFill>
              <a:latin typeface="Arial" panose="020B0604020202020204"/>
              <a:ea typeface="微软雅黑" panose="020B0503020204020204" charset="-122"/>
              <a:sym typeface="Arial" panose="020B0604020202020204"/>
            </a:endParaRPr>
          </a:p>
        </p:txBody>
      </p:sp>
      <p:cxnSp>
        <p:nvCxnSpPr>
          <p:cNvPr id="9" name="直接连接符 28"/>
          <p:cNvCxnSpPr/>
          <p:nvPr/>
        </p:nvCxnSpPr>
        <p:spPr bwMode="auto">
          <a:xfrm>
            <a:off x="6330909" y="3386915"/>
            <a:ext cx="1156240" cy="0"/>
          </a:xfrm>
          <a:prstGeom prst="line">
            <a:avLst/>
          </a:prstGeom>
          <a:solidFill>
            <a:schemeClr val="accent1"/>
          </a:solidFill>
          <a:ln w="38100" cap="flat" cmpd="sng" algn="ctr">
            <a:solidFill>
              <a:srgbClr val="10334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9"/>
          <p:cNvSpPr txBox="1"/>
          <p:nvPr/>
        </p:nvSpPr>
        <p:spPr>
          <a:xfrm>
            <a:off x="6203908" y="3481987"/>
            <a:ext cx="5220683" cy="830996"/>
          </a:xfrm>
          <a:prstGeom prst="rect">
            <a:avLst/>
          </a:prstGeom>
          <a:noFill/>
        </p:spPr>
        <p:txBody>
          <a:bodyPr wrap="square" rtlCol="0">
            <a:spAutoFit/>
          </a:bodyPr>
          <a:lstStyle/>
          <a:p>
            <a:pPr algn="dist"/>
            <a:r>
              <a:rPr lang="zh-CN" altLang="en-US" sz="4800" b="1" dirty="0">
                <a:solidFill>
                  <a:srgbClr val="0A1933"/>
                </a:solidFill>
                <a:latin typeface="Arial" panose="020B0604020202020204"/>
                <a:ea typeface="微软雅黑" panose="020B0503020204020204" charset="-122"/>
                <a:sym typeface="Arial" panose="020B0604020202020204"/>
              </a:rPr>
              <a:t>中国旅游集团概况</a:t>
            </a:r>
          </a:p>
        </p:txBody>
      </p:sp>
      <p:sp>
        <p:nvSpPr>
          <p:cNvPr id="11" name="文本框 10"/>
          <p:cNvSpPr txBox="1"/>
          <p:nvPr/>
        </p:nvSpPr>
        <p:spPr>
          <a:xfrm>
            <a:off x="6203910" y="4331257"/>
            <a:ext cx="5148303" cy="400110"/>
          </a:xfrm>
          <a:prstGeom prst="rect">
            <a:avLst/>
          </a:prstGeom>
          <a:noFill/>
        </p:spPr>
        <p:txBody>
          <a:bodyPr wrap="square">
            <a:spAutoFit/>
          </a:bodyPr>
          <a:lstStyle/>
          <a:p>
            <a:pPr algn="dist">
              <a:defRPr/>
            </a:pPr>
            <a:r>
              <a:rPr lang="en-US" altLang="zh-CN" sz="2000" dirty="0">
                <a:solidFill>
                  <a:srgbClr val="0A1933"/>
                </a:solidFill>
                <a:latin typeface="Arial" panose="020B0604020202020204"/>
                <a:ea typeface="微软雅黑" panose="020B0503020204020204" charset="-122"/>
                <a:sym typeface="+mn-lt"/>
              </a:rPr>
              <a:t>ABOUT CHINA TOURISM  GROUP</a:t>
            </a:r>
          </a:p>
        </p:txBody>
      </p:sp>
      <p:pic>
        <p:nvPicPr>
          <p:cNvPr id="19" name="图片 18"/>
          <p:cNvPicPr>
            <a:picLocks noChangeAspect="1"/>
          </p:cNvPicPr>
          <p:nvPr/>
        </p:nvPicPr>
        <p:blipFill>
          <a:blip r:embed="rId5" cstate="email"/>
          <a:stretch>
            <a:fillRect/>
          </a:stretch>
        </p:blipFill>
        <p:spPr>
          <a:xfrm>
            <a:off x="9984432" y="252139"/>
            <a:ext cx="1954772" cy="683357"/>
          </a:xfrm>
          <a:prstGeom prst="rect">
            <a:avLst/>
          </a:prstGeom>
        </p:spPr>
      </p:pic>
      <p:pic>
        <p:nvPicPr>
          <p:cNvPr id="20" name="图片 4" descr="图片 4"/>
          <p:cNvPicPr>
            <a:picLocks noChangeAspect="1"/>
          </p:cNvPicPr>
          <p:nvPr/>
        </p:nvPicPr>
        <p:blipFill>
          <a:blip r:embed="rId6" cstate="email"/>
          <a:stretch>
            <a:fillRect/>
          </a:stretch>
        </p:blipFill>
        <p:spPr>
          <a:xfrm>
            <a:off x="361951" y="6041642"/>
            <a:ext cx="2762000" cy="267083"/>
          </a:xfrm>
          <a:prstGeom prst="rect">
            <a:avLst/>
          </a:prstGeom>
          <a:ln w="12700">
            <a:miter lim="400000"/>
            <a:headEnd/>
            <a:tailEnd/>
          </a:ln>
        </p:spPr>
      </p:pic>
      <p:pic>
        <p:nvPicPr>
          <p:cNvPr id="24" name="图片 23"/>
          <p:cNvPicPr>
            <a:picLocks noChangeAspect="1"/>
          </p:cNvPicPr>
          <p:nvPr/>
        </p:nvPicPr>
        <p:blipFill>
          <a:blip r:embed="rId3" cstate="email">
            <a:alphaModFix amt="14000"/>
          </a:blip>
          <a:stretch>
            <a:fillRect/>
          </a:stretch>
        </p:blipFill>
        <p:spPr>
          <a:xfrm>
            <a:off x="23527" y="0"/>
            <a:ext cx="5784441" cy="6858000"/>
          </a:xfrm>
          <a:prstGeom prst="rect">
            <a:avLst/>
          </a:prstGeom>
        </p:spPr>
      </p:pic>
      <p:pic>
        <p:nvPicPr>
          <p:cNvPr id="29" name="图片 28"/>
          <p:cNvPicPr>
            <a:picLocks noChangeAspect="1"/>
          </p:cNvPicPr>
          <p:nvPr/>
        </p:nvPicPr>
        <p:blipFill>
          <a:blip r:embed="rId7" cstate="email"/>
          <a:stretch>
            <a:fillRect/>
          </a:stretch>
        </p:blipFill>
        <p:spPr>
          <a:xfrm>
            <a:off x="1271464" y="2561640"/>
            <a:ext cx="1579349" cy="1650549"/>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rotWithShape="1">
          <a:blip r:embed="rId2" cstate="screen"/>
          <a:srcRect/>
          <a:stretch>
            <a:fillRect/>
          </a:stretch>
        </p:blipFill>
        <p:spPr bwMode="auto">
          <a:xfrm>
            <a:off x="0" y="0"/>
            <a:ext cx="12192000" cy="6813376"/>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0" y="-22226"/>
            <a:ext cx="12192000" cy="3811265"/>
          </a:xfrm>
          <a:prstGeom prst="rect">
            <a:avLst/>
          </a:prstGeom>
          <a:gradFill>
            <a:gsLst>
              <a:gs pos="32000">
                <a:schemeClr val="bg1">
                  <a:alpha val="83000"/>
                </a:schemeClr>
              </a:gs>
              <a:gs pos="0">
                <a:schemeClr val="bg1">
                  <a:alpha val="94000"/>
                </a:schemeClr>
              </a:gs>
              <a:gs pos="100000">
                <a:srgbClr val="C5A86E">
                  <a:alpha val="1764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49" name="图片 48"/>
          <p:cNvPicPr>
            <a:picLocks noChangeAspect="1"/>
          </p:cNvPicPr>
          <p:nvPr/>
        </p:nvPicPr>
        <p:blipFill>
          <a:blip r:embed="rId3" cstate="email"/>
          <a:stretch>
            <a:fillRect/>
          </a:stretch>
        </p:blipFill>
        <p:spPr>
          <a:xfrm>
            <a:off x="409925" y="395613"/>
            <a:ext cx="368828" cy="458763"/>
          </a:xfrm>
          <a:prstGeom prst="rect">
            <a:avLst/>
          </a:prstGeom>
        </p:spPr>
      </p:pic>
      <p:sp>
        <p:nvSpPr>
          <p:cNvPr id="50" name="文本框 49"/>
          <p:cNvSpPr txBox="1"/>
          <p:nvPr/>
        </p:nvSpPr>
        <p:spPr>
          <a:xfrm>
            <a:off x="811569" y="387983"/>
            <a:ext cx="5830572" cy="461665"/>
          </a:xfrm>
          <a:prstGeom prst="rect">
            <a:avLst/>
          </a:prstGeom>
          <a:noFill/>
        </p:spPr>
        <p:txBody>
          <a:bodyPr wrap="square" rtlCol="0">
            <a:spAutoFit/>
          </a:bodyPr>
          <a:lstStyle/>
          <a:p>
            <a:r>
              <a:rPr lang="zh-CN" altLang="en-US" sz="2400" b="1" dirty="0">
                <a:solidFill>
                  <a:srgbClr val="191919"/>
                </a:solidFill>
                <a:effectLst/>
                <a:latin typeface="微软雅黑" panose="020B0503020204020204" charset="-122"/>
                <a:ea typeface="微软雅黑" panose="020B0503020204020204" charset="-122"/>
                <a:cs typeface="+mn-ea"/>
                <a:sym typeface="+mn-lt"/>
              </a:rPr>
              <a:t> 中国旅游集团</a:t>
            </a:r>
            <a:r>
              <a:rPr lang="en-US" altLang="zh-CN" sz="2400" b="1" dirty="0">
                <a:solidFill>
                  <a:srgbClr val="191919"/>
                </a:solidFill>
                <a:effectLst/>
                <a:latin typeface="微软雅黑" panose="020B0503020204020204" charset="-122"/>
                <a:ea typeface="微软雅黑" panose="020B0503020204020204" charset="-122"/>
                <a:cs typeface="+mn-ea"/>
                <a:sym typeface="+mn-lt"/>
              </a:rPr>
              <a:t>-</a:t>
            </a:r>
            <a:r>
              <a:rPr lang="zh-CN" altLang="en-US" sz="2400" b="1" dirty="0">
                <a:solidFill>
                  <a:srgbClr val="191919"/>
                </a:solidFill>
                <a:effectLst/>
                <a:latin typeface="微软雅黑" panose="020B0503020204020204" charset="-122"/>
                <a:ea typeface="微软雅黑" panose="020B0503020204020204" charset="-122"/>
                <a:cs typeface="+mn-ea"/>
                <a:sym typeface="+mn-lt"/>
              </a:rPr>
              <a:t>背景</a:t>
            </a:r>
          </a:p>
        </p:txBody>
      </p:sp>
      <p:grpSp>
        <p:nvGrpSpPr>
          <p:cNvPr id="41" name="组合 40"/>
          <p:cNvGrpSpPr/>
          <p:nvPr/>
        </p:nvGrpSpPr>
        <p:grpSpPr>
          <a:xfrm>
            <a:off x="1421170" y="1275701"/>
            <a:ext cx="3235260" cy="922596"/>
            <a:chOff x="1271030" y="908050"/>
            <a:chExt cx="3235260" cy="922596"/>
          </a:xfrm>
          <a:effectLst>
            <a:outerShdw dist="12700" dir="5400000" algn="ctr" rotWithShape="0">
              <a:srgbClr val="000000">
                <a:alpha val="27010"/>
              </a:srgbClr>
            </a:outerShdw>
          </a:effectLst>
        </p:grpSpPr>
        <p:sp>
          <p:nvSpPr>
            <p:cNvPr id="47" name="矩形 46"/>
            <p:cNvSpPr>
              <a:spLocks noChangeArrowheads="1"/>
            </p:cNvSpPr>
            <p:nvPr/>
          </p:nvSpPr>
          <p:spPr bwMode="auto">
            <a:xfrm>
              <a:off x="1271030" y="999502"/>
              <a:ext cx="71417" cy="826945"/>
            </a:xfrm>
            <a:prstGeom prst="rect">
              <a:avLst/>
            </a:prstGeom>
            <a:solidFill>
              <a:srgbClr val="DBB33C"/>
            </a:solidFill>
            <a:ln w="9525">
              <a:noFill/>
              <a:miter lim="800000"/>
            </a:ln>
          </p:spPr>
          <p:txBody>
            <a:bodyPr lIns="91396" tIns="45698" rIns="91396" bIns="45698" anchor="ctr"/>
            <a:lstStyle/>
            <a:p>
              <a:pPr algn="ctr">
                <a:defRPr/>
              </a:pPr>
              <a:endParaRPr lang="zh-CN" altLang="en-US" sz="2000" kern="0">
                <a:solidFill>
                  <a:srgbClr val="C5A86E"/>
                </a:solidFill>
                <a:latin typeface="Arial" panose="020B0604020202020204"/>
                <a:ea typeface="微软雅黑" panose="020B0503020204020204" charset="-122"/>
                <a:sym typeface="Arial" panose="020B0604020202020204"/>
              </a:endParaRPr>
            </a:p>
          </p:txBody>
        </p:sp>
        <p:grpSp>
          <p:nvGrpSpPr>
            <p:cNvPr id="48" name="Group 18"/>
            <p:cNvGrpSpPr/>
            <p:nvPr/>
          </p:nvGrpSpPr>
          <p:grpSpPr bwMode="auto">
            <a:xfrm>
              <a:off x="1487488" y="908050"/>
              <a:ext cx="3018802" cy="922596"/>
              <a:chOff x="0" y="0"/>
              <a:chExt cx="3020371" cy="924083"/>
            </a:xfrm>
          </p:grpSpPr>
          <p:sp>
            <p:nvSpPr>
              <p:cNvPr id="51" name="文本框 44"/>
              <p:cNvSpPr txBox="1">
                <a:spLocks noChangeArrowheads="1"/>
              </p:cNvSpPr>
              <p:nvPr/>
            </p:nvSpPr>
            <p:spPr bwMode="auto">
              <a:xfrm>
                <a:off x="0" y="0"/>
                <a:ext cx="3020371" cy="369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defRPr/>
                </a:pPr>
                <a:r>
                  <a:rPr lang="zh-CN" altLang="en-US" b="1" kern="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百年企业 总部位于香港</a:t>
                </a:r>
              </a:p>
            </p:txBody>
          </p:sp>
          <p:sp>
            <p:nvSpPr>
              <p:cNvPr id="52" name="文本框 14"/>
              <p:cNvSpPr txBox="1">
                <a:spLocks noChangeArrowheads="1"/>
              </p:cNvSpPr>
              <p:nvPr/>
            </p:nvSpPr>
            <p:spPr bwMode="auto">
              <a:xfrm>
                <a:off x="0" y="353200"/>
                <a:ext cx="2786579" cy="570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defRPr/>
                </a:pPr>
                <a:r>
                  <a:rPr lang="zh-CN" altLang="en-US" sz="1100" dirty="0">
                    <a:solidFill>
                      <a:schemeClr val="accent1">
                        <a:lumMod val="50000"/>
                      </a:schemeClr>
                    </a:solidFill>
                    <a:latin typeface="Arial" panose="020B0604020202020204"/>
                    <a:ea typeface="微软雅黑" panose="020B0503020204020204" charset="-122"/>
                    <a:sym typeface="+mn-lt"/>
                  </a:rPr>
                  <a:t>集团发端于爱国银行家陈光甫先生于</a:t>
                </a:r>
                <a:r>
                  <a:rPr lang="en-US" altLang="zh-CN" sz="1100" dirty="0">
                    <a:solidFill>
                      <a:schemeClr val="accent1">
                        <a:lumMod val="50000"/>
                      </a:schemeClr>
                    </a:solidFill>
                    <a:latin typeface="Arial" panose="020B0604020202020204"/>
                    <a:ea typeface="微软雅黑" panose="020B0503020204020204" charset="-122"/>
                    <a:sym typeface="+mn-lt"/>
                  </a:rPr>
                  <a:t>1923</a:t>
                </a:r>
                <a:r>
                  <a:rPr lang="zh-CN" altLang="en-US" sz="1100" dirty="0">
                    <a:solidFill>
                      <a:schemeClr val="accent1">
                        <a:lumMod val="50000"/>
                      </a:schemeClr>
                    </a:solidFill>
                    <a:latin typeface="Arial" panose="020B0604020202020204"/>
                    <a:ea typeface="微软雅黑" panose="020B0503020204020204" charset="-122"/>
                    <a:sym typeface="+mn-lt"/>
                  </a:rPr>
                  <a:t>年成立的上海商业储蓄银行旅行部</a:t>
                </a:r>
                <a:r>
                  <a:rPr lang="en-US" altLang="zh-CN" sz="1100" dirty="0">
                    <a:solidFill>
                      <a:schemeClr val="accent1">
                        <a:lumMod val="50000"/>
                      </a:schemeClr>
                    </a:solidFill>
                    <a:latin typeface="Arial" panose="020B0604020202020204"/>
                    <a:ea typeface="微软雅黑" panose="020B0503020204020204" charset="-122"/>
                    <a:sym typeface="+mn-lt"/>
                  </a:rPr>
                  <a:t>.</a:t>
                </a:r>
                <a:r>
                  <a:rPr lang="zh-CN" altLang="en-US" sz="1100" dirty="0">
                    <a:solidFill>
                      <a:schemeClr val="accent1">
                        <a:lumMod val="50000"/>
                      </a:schemeClr>
                    </a:solidFill>
                    <a:latin typeface="Arial" panose="020B0604020202020204"/>
                    <a:ea typeface="微软雅黑" panose="020B0503020204020204" charset="-122"/>
                    <a:sym typeface="+mn-lt"/>
                  </a:rPr>
                  <a:t>。</a:t>
                </a:r>
              </a:p>
            </p:txBody>
          </p:sp>
        </p:grpSp>
      </p:grpSp>
      <p:grpSp>
        <p:nvGrpSpPr>
          <p:cNvPr id="53" name="组合 52"/>
          <p:cNvGrpSpPr/>
          <p:nvPr/>
        </p:nvGrpSpPr>
        <p:grpSpPr>
          <a:xfrm>
            <a:off x="4727213" y="1268476"/>
            <a:ext cx="3073006" cy="923191"/>
            <a:chOff x="1271030" y="2017266"/>
            <a:chExt cx="3073006" cy="923191"/>
          </a:xfrm>
          <a:effectLst>
            <a:outerShdw dist="12700" dir="5400000" algn="ctr" rotWithShape="0">
              <a:srgbClr val="000000">
                <a:alpha val="27010"/>
              </a:srgbClr>
            </a:outerShdw>
          </a:effectLst>
        </p:grpSpPr>
        <p:sp>
          <p:nvSpPr>
            <p:cNvPr id="55" name="矩形 70"/>
            <p:cNvSpPr>
              <a:spLocks noChangeArrowheads="1"/>
            </p:cNvSpPr>
            <p:nvPr/>
          </p:nvSpPr>
          <p:spPr bwMode="auto">
            <a:xfrm>
              <a:off x="1271030" y="2068569"/>
              <a:ext cx="71417" cy="825356"/>
            </a:xfrm>
            <a:prstGeom prst="rect">
              <a:avLst/>
            </a:prstGeom>
            <a:solidFill>
              <a:srgbClr val="DBB33C"/>
            </a:solidFill>
            <a:ln w="9525">
              <a:noFill/>
              <a:miter lim="800000"/>
            </a:ln>
          </p:spPr>
          <p:txBody>
            <a:bodyPr lIns="91396" tIns="45698" rIns="91396" bIns="45698" anchor="ctr"/>
            <a:lstStyle/>
            <a:p>
              <a:pPr algn="ctr">
                <a:defRPr/>
              </a:pPr>
              <a:endParaRPr lang="zh-CN" altLang="en-US" sz="2000" kern="0">
                <a:effectLst/>
                <a:latin typeface="Arial" panose="020B0604020202020204"/>
                <a:ea typeface="微软雅黑" panose="020B0503020204020204" charset="-122"/>
                <a:sym typeface="Arial" panose="020B0604020202020204"/>
              </a:endParaRPr>
            </a:p>
          </p:txBody>
        </p:sp>
        <p:grpSp>
          <p:nvGrpSpPr>
            <p:cNvPr id="56" name="Group 21"/>
            <p:cNvGrpSpPr/>
            <p:nvPr/>
          </p:nvGrpSpPr>
          <p:grpSpPr bwMode="auto">
            <a:xfrm>
              <a:off x="1487488" y="2017266"/>
              <a:ext cx="2856548" cy="923191"/>
              <a:chOff x="0" y="0"/>
              <a:chExt cx="2858033" cy="923116"/>
            </a:xfrm>
          </p:grpSpPr>
          <p:sp>
            <p:nvSpPr>
              <p:cNvPr id="57" name="文本框 47"/>
              <p:cNvSpPr txBox="1">
                <a:spLocks noChangeArrowheads="1"/>
              </p:cNvSpPr>
              <p:nvPr/>
            </p:nvSpPr>
            <p:spPr bwMode="auto">
              <a:xfrm>
                <a:off x="0" y="0"/>
                <a:ext cx="2674843" cy="36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defRPr/>
                </a:pPr>
                <a:r>
                  <a:rPr lang="zh-CN" altLang="en-US" b="1" kern="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旅游龙头企业</a:t>
                </a:r>
              </a:p>
            </p:txBody>
          </p:sp>
          <p:sp>
            <p:nvSpPr>
              <p:cNvPr id="58" name="文本框 14"/>
              <p:cNvSpPr txBox="1">
                <a:spLocks noChangeArrowheads="1"/>
              </p:cNvSpPr>
              <p:nvPr/>
            </p:nvSpPr>
            <p:spPr bwMode="auto">
              <a:xfrm>
                <a:off x="0" y="353199"/>
                <a:ext cx="2858033" cy="569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defRPr/>
                </a:pPr>
                <a:r>
                  <a:rPr lang="zh-CN" altLang="en-US" sz="1100" dirty="0">
                    <a:solidFill>
                      <a:schemeClr val="accent1">
                        <a:lumMod val="50000"/>
                      </a:schemeClr>
                    </a:solidFill>
                    <a:effectLst/>
                    <a:latin typeface="Arial" panose="020B0604020202020204"/>
                    <a:ea typeface="微软雅黑" panose="020B0503020204020204" charset="-122"/>
                    <a:sym typeface="Arial" panose="020B0604020202020204"/>
                  </a:rPr>
                  <a:t>我国发展历史最长、产业链条较全、经营规模较大、品牌价值较高的旅游</a:t>
                </a:r>
                <a:r>
                  <a:rPr lang="zh-CN" altLang="en-US" sz="1100" b="1" dirty="0">
                    <a:solidFill>
                      <a:srgbClr val="DBB33C"/>
                    </a:solidFill>
                    <a:effectLst/>
                    <a:latin typeface="Arial" panose="020B0604020202020204"/>
                    <a:ea typeface="微软雅黑" panose="020B0503020204020204" charset="-122"/>
                    <a:sym typeface="Arial" panose="020B0604020202020204"/>
                  </a:rPr>
                  <a:t>龙头企业</a:t>
                </a:r>
                <a:r>
                  <a:rPr lang="zh-CN" altLang="en-US" sz="1100" dirty="0">
                    <a:solidFill>
                      <a:schemeClr val="bg1"/>
                    </a:solidFill>
                    <a:effectLst/>
                    <a:latin typeface="Arial" panose="020B0604020202020204"/>
                    <a:ea typeface="微软雅黑" panose="020B0503020204020204" charset="-122"/>
                    <a:sym typeface="Arial" panose="020B0604020202020204"/>
                  </a:rPr>
                  <a:t>。</a:t>
                </a:r>
              </a:p>
            </p:txBody>
          </p:sp>
        </p:grpSp>
      </p:grpSp>
      <p:grpSp>
        <p:nvGrpSpPr>
          <p:cNvPr id="59" name="组合 58"/>
          <p:cNvGrpSpPr/>
          <p:nvPr/>
        </p:nvGrpSpPr>
        <p:grpSpPr>
          <a:xfrm>
            <a:off x="8318119" y="1212632"/>
            <a:ext cx="3123924" cy="1073939"/>
            <a:chOff x="1271030" y="3194599"/>
            <a:chExt cx="3123924" cy="1073939"/>
          </a:xfrm>
          <a:effectLst>
            <a:outerShdw dist="12700" dir="5400000" algn="ctr" rotWithShape="0">
              <a:srgbClr val="000000">
                <a:alpha val="27010"/>
              </a:srgbClr>
            </a:outerShdw>
          </a:effectLst>
        </p:grpSpPr>
        <p:sp>
          <p:nvSpPr>
            <p:cNvPr id="60" name="矩形 75"/>
            <p:cNvSpPr>
              <a:spLocks noChangeArrowheads="1"/>
            </p:cNvSpPr>
            <p:nvPr/>
          </p:nvSpPr>
          <p:spPr bwMode="auto">
            <a:xfrm>
              <a:off x="1271030" y="3229723"/>
              <a:ext cx="72000" cy="964768"/>
            </a:xfrm>
            <a:prstGeom prst="rect">
              <a:avLst/>
            </a:prstGeom>
            <a:solidFill>
              <a:srgbClr val="DBB33C"/>
            </a:solidFill>
            <a:ln w="9525">
              <a:noFill/>
              <a:miter lim="800000"/>
            </a:ln>
          </p:spPr>
          <p:txBody>
            <a:bodyPr lIns="91396" tIns="45698" rIns="91396" bIns="45698" anchor="ctr"/>
            <a:lstStyle/>
            <a:p>
              <a:pPr algn="ctr">
                <a:defRPr/>
              </a:pPr>
              <a:endParaRPr lang="zh-CN" altLang="en-US" sz="2000" kern="0">
                <a:latin typeface="Arial" panose="020B0604020202020204"/>
                <a:ea typeface="微软雅黑" panose="020B0503020204020204" charset="-122"/>
                <a:sym typeface="Arial" panose="020B0604020202020204"/>
              </a:endParaRPr>
            </a:p>
          </p:txBody>
        </p:sp>
        <p:grpSp>
          <p:nvGrpSpPr>
            <p:cNvPr id="61" name="Group 24"/>
            <p:cNvGrpSpPr/>
            <p:nvPr/>
          </p:nvGrpSpPr>
          <p:grpSpPr bwMode="auto">
            <a:xfrm>
              <a:off x="1487487" y="3194599"/>
              <a:ext cx="2907467" cy="1073939"/>
              <a:chOff x="-1" y="0"/>
              <a:chExt cx="2908979" cy="1073850"/>
            </a:xfrm>
          </p:grpSpPr>
          <p:sp>
            <p:nvSpPr>
              <p:cNvPr id="62" name="文本框 50"/>
              <p:cNvSpPr txBox="1">
                <a:spLocks noChangeArrowheads="1"/>
              </p:cNvSpPr>
              <p:nvPr/>
            </p:nvSpPr>
            <p:spPr bwMode="auto">
              <a:xfrm>
                <a:off x="0" y="0"/>
                <a:ext cx="2674843" cy="369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defRPr/>
                </a:pPr>
                <a:r>
                  <a:rPr lang="zh-CN" altLang="en-US" b="1" kern="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三家上市公司</a:t>
                </a:r>
              </a:p>
            </p:txBody>
          </p:sp>
          <p:sp>
            <p:nvSpPr>
              <p:cNvPr id="63" name="文本框 62"/>
              <p:cNvSpPr txBox="1">
                <a:spLocks noChangeArrowheads="1"/>
              </p:cNvSpPr>
              <p:nvPr/>
            </p:nvSpPr>
            <p:spPr bwMode="auto">
              <a:xfrm>
                <a:off x="-1" y="353199"/>
                <a:ext cx="2908979" cy="72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spcBef>
                    <a:spcPts val="700"/>
                  </a:spcBef>
                  <a:defRPr/>
                </a:pPr>
                <a:r>
                  <a:rPr lang="zh-CN" altLang="en-US" sz="1200" b="1" dirty="0">
                    <a:solidFill>
                      <a:srgbClr val="DBB33C"/>
                    </a:solidFill>
                    <a:latin typeface="Arial" panose="020B0604020202020204"/>
                    <a:ea typeface="微软雅黑" panose="020B0503020204020204" charset="-122"/>
                    <a:sym typeface="+mn-ea"/>
                  </a:rPr>
                  <a:t>香港中旅</a:t>
                </a:r>
                <a:r>
                  <a:rPr lang="zh-CN" altLang="en-US" sz="1100" dirty="0">
                    <a:solidFill>
                      <a:schemeClr val="accent1">
                        <a:lumMod val="50000"/>
                      </a:schemeClr>
                    </a:solidFill>
                    <a:latin typeface="Arial" panose="020B0604020202020204"/>
                    <a:ea typeface="微软雅黑" panose="020B0503020204020204" charset="-122"/>
                    <a:sym typeface="+mn-ea"/>
                  </a:rPr>
                  <a:t>（代码：</a:t>
                </a:r>
                <a:r>
                  <a:rPr lang="en-GB" altLang="zh-CN" sz="1100" dirty="0">
                    <a:solidFill>
                      <a:schemeClr val="accent1">
                        <a:lumMod val="50000"/>
                      </a:schemeClr>
                    </a:solidFill>
                    <a:latin typeface="Arial" panose="020B0604020202020204"/>
                    <a:ea typeface="微软雅黑" panose="020B0503020204020204" charset="-122"/>
                    <a:sym typeface="+mn-ea"/>
                  </a:rPr>
                  <a:t>HK00308</a:t>
                </a:r>
                <a:r>
                  <a:rPr lang="zh-CN" altLang="en-GB" sz="1100" dirty="0">
                    <a:solidFill>
                      <a:schemeClr val="accent1">
                        <a:lumMod val="50000"/>
                      </a:schemeClr>
                    </a:solidFill>
                    <a:latin typeface="Arial" panose="020B0604020202020204"/>
                    <a:ea typeface="微软雅黑" panose="020B0503020204020204" charset="-122"/>
                    <a:sym typeface="+mn-ea"/>
                  </a:rPr>
                  <a:t>）</a:t>
                </a:r>
                <a:endParaRPr lang="en-US" altLang="zh-CN" sz="1100" dirty="0">
                  <a:solidFill>
                    <a:schemeClr val="accent1">
                      <a:lumMod val="50000"/>
                    </a:schemeClr>
                  </a:solidFill>
                  <a:latin typeface="Arial" panose="020B0604020202020204"/>
                  <a:ea typeface="微软雅黑" panose="020B0503020204020204" charset="-122"/>
                  <a:sym typeface="+mn-ea"/>
                </a:endParaRPr>
              </a:p>
              <a:p>
                <a:pPr>
                  <a:spcBef>
                    <a:spcPts val="700"/>
                  </a:spcBef>
                  <a:defRPr/>
                </a:pPr>
                <a:r>
                  <a:rPr lang="zh-CN" altLang="en-US" sz="1200" b="1" dirty="0">
                    <a:solidFill>
                      <a:srgbClr val="DBB33C"/>
                    </a:solidFill>
                    <a:latin typeface="Arial" panose="020B0604020202020204"/>
                    <a:ea typeface="微软雅黑" panose="020B0503020204020204" charset="-122"/>
                    <a:sym typeface="+mn-ea"/>
                  </a:rPr>
                  <a:t>中国中免</a:t>
                </a:r>
                <a:r>
                  <a:rPr lang="zh-CN" altLang="en-US" sz="1100" dirty="0">
                    <a:solidFill>
                      <a:schemeClr val="accent1">
                        <a:lumMod val="50000"/>
                      </a:schemeClr>
                    </a:solidFill>
                    <a:latin typeface="Arial" panose="020B0604020202020204"/>
                    <a:ea typeface="微软雅黑" panose="020B0503020204020204" charset="-122"/>
                    <a:sym typeface="+mn-ea"/>
                  </a:rPr>
                  <a:t>（代码：</a:t>
                </a:r>
                <a:r>
                  <a:rPr lang="en-GB" altLang="zh-CN" sz="1100" dirty="0">
                    <a:solidFill>
                      <a:schemeClr val="accent1">
                        <a:lumMod val="50000"/>
                      </a:schemeClr>
                    </a:solidFill>
                    <a:latin typeface="Arial" panose="020B0604020202020204"/>
                    <a:ea typeface="微软雅黑" panose="020B0503020204020204" charset="-122"/>
                    <a:sym typeface="+mn-ea"/>
                  </a:rPr>
                  <a:t>A</a:t>
                </a:r>
                <a:r>
                  <a:rPr lang="zh-CN" altLang="en-US" sz="1100" dirty="0">
                    <a:solidFill>
                      <a:schemeClr val="accent1">
                        <a:lumMod val="50000"/>
                      </a:schemeClr>
                    </a:solidFill>
                    <a:latin typeface="Arial" panose="020B0604020202020204"/>
                    <a:ea typeface="微软雅黑" panose="020B0503020204020204" charset="-122"/>
                    <a:sym typeface="+mn-ea"/>
                  </a:rPr>
                  <a:t>股</a:t>
                </a:r>
                <a:r>
                  <a:rPr lang="en-US" altLang="zh-CN" sz="1100" dirty="0">
                    <a:solidFill>
                      <a:schemeClr val="accent1">
                        <a:lumMod val="50000"/>
                      </a:schemeClr>
                    </a:solidFill>
                    <a:latin typeface="Arial" panose="020B0604020202020204"/>
                    <a:ea typeface="微软雅黑" panose="020B0503020204020204" charset="-122"/>
                    <a:sym typeface="+mn-ea"/>
                  </a:rPr>
                  <a:t>601888</a:t>
                </a:r>
                <a:r>
                  <a:rPr lang="zh-CN" altLang="en-US" sz="1100" dirty="0">
                    <a:solidFill>
                      <a:schemeClr val="accent1">
                        <a:lumMod val="50000"/>
                      </a:schemeClr>
                    </a:solidFill>
                    <a:latin typeface="Arial" panose="020B0604020202020204"/>
                    <a:ea typeface="微软雅黑" panose="020B0503020204020204" charset="-122"/>
                    <a:sym typeface="+mn-ea"/>
                  </a:rPr>
                  <a:t>，港股</a:t>
                </a:r>
                <a:r>
                  <a:rPr lang="en-US" altLang="zh-CN" sz="1100" dirty="0">
                    <a:solidFill>
                      <a:schemeClr val="accent1">
                        <a:lumMod val="50000"/>
                      </a:schemeClr>
                    </a:solidFill>
                    <a:latin typeface="Arial" panose="020B0604020202020204"/>
                    <a:ea typeface="微软雅黑" panose="020B0503020204020204" charset="-122"/>
                    <a:sym typeface="+mn-ea"/>
                  </a:rPr>
                  <a:t>01880</a:t>
                </a:r>
                <a:r>
                  <a:rPr lang="zh-CN" altLang="en-US" sz="1100" dirty="0">
                    <a:solidFill>
                      <a:schemeClr val="accent1">
                        <a:lumMod val="50000"/>
                      </a:schemeClr>
                    </a:solidFill>
                    <a:latin typeface="Arial" panose="020B0604020202020204"/>
                    <a:ea typeface="微软雅黑" panose="020B0503020204020204" charset="-122"/>
                    <a:sym typeface="+mn-ea"/>
                  </a:rPr>
                  <a:t>，市值合计</a:t>
                </a:r>
                <a:r>
                  <a:rPr lang="en-US" altLang="zh-CN" sz="1100" dirty="0">
                    <a:solidFill>
                      <a:schemeClr val="accent1">
                        <a:lumMod val="50000"/>
                      </a:schemeClr>
                    </a:solidFill>
                    <a:latin typeface="Arial" panose="020B0604020202020204"/>
                    <a:ea typeface="微软雅黑" panose="020B0503020204020204" charset="-122"/>
                    <a:sym typeface="+mn-ea"/>
                  </a:rPr>
                  <a:t>8000</a:t>
                </a:r>
                <a:r>
                  <a:rPr lang="zh-CN" altLang="en-US" sz="1100" dirty="0">
                    <a:solidFill>
                      <a:schemeClr val="accent1">
                        <a:lumMod val="50000"/>
                      </a:schemeClr>
                    </a:solidFill>
                    <a:latin typeface="Arial" panose="020B0604020202020204"/>
                    <a:ea typeface="微软雅黑" panose="020B0503020204020204" charset="-122"/>
                    <a:sym typeface="+mn-ea"/>
                  </a:rPr>
                  <a:t>亿）</a:t>
                </a:r>
              </a:p>
            </p:txBody>
          </p:sp>
        </p:grpSp>
      </p:grpSp>
      <p:grpSp>
        <p:nvGrpSpPr>
          <p:cNvPr id="64" name="组合 63"/>
          <p:cNvGrpSpPr/>
          <p:nvPr/>
        </p:nvGrpSpPr>
        <p:grpSpPr>
          <a:xfrm>
            <a:off x="797010" y="2527891"/>
            <a:ext cx="3089464" cy="922596"/>
            <a:chOff x="6919584" y="908050"/>
            <a:chExt cx="3089464" cy="922596"/>
          </a:xfrm>
          <a:effectLst>
            <a:outerShdw dist="12700" dir="5400000" algn="ctr" rotWithShape="0">
              <a:srgbClr val="000000">
                <a:alpha val="27010"/>
              </a:srgbClr>
            </a:outerShdw>
          </a:effectLst>
        </p:grpSpPr>
        <p:sp>
          <p:nvSpPr>
            <p:cNvPr id="65" name="矩形 64"/>
            <p:cNvSpPr>
              <a:spLocks noChangeArrowheads="1"/>
            </p:cNvSpPr>
            <p:nvPr/>
          </p:nvSpPr>
          <p:spPr bwMode="auto">
            <a:xfrm>
              <a:off x="6919584" y="999502"/>
              <a:ext cx="71417" cy="826945"/>
            </a:xfrm>
            <a:prstGeom prst="rect">
              <a:avLst/>
            </a:prstGeom>
            <a:solidFill>
              <a:srgbClr val="DBB33C"/>
            </a:solidFill>
            <a:ln w="9525">
              <a:noFill/>
              <a:miter lim="800000"/>
            </a:ln>
          </p:spPr>
          <p:txBody>
            <a:bodyPr lIns="91396" tIns="45698" rIns="91396" bIns="45698" anchor="ctr"/>
            <a:lstStyle/>
            <a:p>
              <a:pPr algn="ctr">
                <a:defRPr/>
              </a:pPr>
              <a:endParaRPr lang="zh-CN" altLang="en-US" sz="2000" kern="0">
                <a:latin typeface="Arial" panose="020B0604020202020204"/>
                <a:ea typeface="微软雅黑" panose="020B0503020204020204" charset="-122"/>
                <a:sym typeface="Arial" panose="020B0604020202020204"/>
              </a:endParaRPr>
            </a:p>
          </p:txBody>
        </p:sp>
        <p:grpSp>
          <p:nvGrpSpPr>
            <p:cNvPr id="66" name="Group 18"/>
            <p:cNvGrpSpPr/>
            <p:nvPr/>
          </p:nvGrpSpPr>
          <p:grpSpPr bwMode="auto">
            <a:xfrm>
              <a:off x="7136042" y="908050"/>
              <a:ext cx="2873006" cy="922596"/>
              <a:chOff x="0" y="0"/>
              <a:chExt cx="2874500" cy="924083"/>
            </a:xfrm>
          </p:grpSpPr>
          <p:sp>
            <p:nvSpPr>
              <p:cNvPr id="67" name="文本框 44"/>
              <p:cNvSpPr txBox="1">
                <a:spLocks noChangeArrowheads="1"/>
              </p:cNvSpPr>
              <p:nvPr/>
            </p:nvSpPr>
            <p:spPr bwMode="auto">
              <a:xfrm>
                <a:off x="0" y="0"/>
                <a:ext cx="2674843" cy="369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defRPr/>
                </a:pPr>
                <a:r>
                  <a:rPr lang="zh-CN" altLang="en-US" b="1" kern="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中央直管企业</a:t>
                </a:r>
              </a:p>
            </p:txBody>
          </p:sp>
          <p:sp>
            <p:nvSpPr>
              <p:cNvPr id="68" name="文本框 14"/>
              <p:cNvSpPr txBox="1">
                <a:spLocks noChangeArrowheads="1"/>
              </p:cNvSpPr>
              <p:nvPr/>
            </p:nvSpPr>
            <p:spPr bwMode="auto">
              <a:xfrm>
                <a:off x="0" y="353200"/>
                <a:ext cx="2874500" cy="570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defRPr/>
                </a:pPr>
                <a:r>
                  <a:rPr lang="zh-CN" altLang="en-US" sz="1100" dirty="0">
                    <a:solidFill>
                      <a:srgbClr val="0A1933"/>
                    </a:solidFill>
                    <a:latin typeface="Arial" panose="020B0604020202020204"/>
                    <a:ea typeface="微软雅黑" panose="020B0503020204020204" charset="-122"/>
                    <a:sym typeface="Arial" panose="020B0604020202020204"/>
                  </a:rPr>
                  <a:t>中央直管国有</a:t>
                </a:r>
                <a:r>
                  <a:rPr lang="zh-CN" altLang="en-US" sz="1100" b="1" dirty="0">
                    <a:solidFill>
                      <a:srgbClr val="DBB33C"/>
                    </a:solidFill>
                    <a:latin typeface="Arial" panose="020B0604020202020204"/>
                    <a:ea typeface="微软雅黑" panose="020B0503020204020204" charset="-122"/>
                    <a:sym typeface="Arial" panose="020B0604020202020204"/>
                  </a:rPr>
                  <a:t>重要骨干企业</a:t>
                </a:r>
                <a:r>
                  <a:rPr lang="zh-CN" altLang="en-US" sz="1100" dirty="0">
                    <a:solidFill>
                      <a:schemeClr val="bg1"/>
                    </a:solidFill>
                    <a:latin typeface="Arial" panose="020B0604020202020204"/>
                    <a:ea typeface="微软雅黑" panose="020B0503020204020204" charset="-122"/>
                    <a:sym typeface="Arial" panose="020B0604020202020204"/>
                  </a:rPr>
                  <a:t>，</a:t>
                </a:r>
                <a:r>
                  <a:rPr lang="zh-CN" altLang="en-US" sz="1100" dirty="0">
                    <a:solidFill>
                      <a:srgbClr val="0A1933"/>
                    </a:solidFill>
                    <a:latin typeface="Arial" panose="020B0604020202020204"/>
                    <a:ea typeface="微软雅黑" panose="020B0503020204020204" charset="-122"/>
                    <a:sym typeface="Arial" panose="020B0604020202020204"/>
                  </a:rPr>
                  <a:t>唯一以旅游为核心主业的</a:t>
                </a:r>
                <a:r>
                  <a:rPr lang="zh-CN" altLang="en-US" sz="1100" b="1" dirty="0">
                    <a:solidFill>
                      <a:srgbClr val="DBB33C"/>
                    </a:solidFill>
                    <a:latin typeface="Arial" panose="020B0604020202020204"/>
                    <a:ea typeface="微软雅黑" panose="020B0503020204020204" charset="-122"/>
                    <a:sym typeface="Arial" panose="020B0604020202020204"/>
                  </a:rPr>
                  <a:t>央企</a:t>
                </a:r>
                <a:r>
                  <a:rPr lang="zh-CN" altLang="en-US" sz="1100" dirty="0">
                    <a:solidFill>
                      <a:schemeClr val="bg1"/>
                    </a:solidFill>
                    <a:latin typeface="Arial" panose="020B0604020202020204"/>
                    <a:ea typeface="微软雅黑" panose="020B0503020204020204" charset="-122"/>
                    <a:sym typeface="Arial" panose="020B0604020202020204"/>
                  </a:rPr>
                  <a:t>。</a:t>
                </a:r>
              </a:p>
            </p:txBody>
          </p:sp>
        </p:grpSp>
      </p:grpSp>
      <p:grpSp>
        <p:nvGrpSpPr>
          <p:cNvPr id="69" name="组合 68"/>
          <p:cNvGrpSpPr/>
          <p:nvPr/>
        </p:nvGrpSpPr>
        <p:grpSpPr>
          <a:xfrm>
            <a:off x="4098642" y="2492896"/>
            <a:ext cx="3328837" cy="1206032"/>
            <a:chOff x="6919585" y="2010228"/>
            <a:chExt cx="3328837" cy="1206032"/>
          </a:xfrm>
          <a:effectLst>
            <a:outerShdw dist="12700" dir="5400000" algn="ctr" rotWithShape="0">
              <a:srgbClr val="000000">
                <a:alpha val="27010"/>
              </a:srgbClr>
            </a:outerShdw>
          </a:effectLst>
        </p:grpSpPr>
        <p:sp>
          <p:nvSpPr>
            <p:cNvPr id="70" name="矩形 70"/>
            <p:cNvSpPr>
              <a:spLocks noChangeArrowheads="1"/>
            </p:cNvSpPr>
            <p:nvPr/>
          </p:nvSpPr>
          <p:spPr bwMode="auto">
            <a:xfrm>
              <a:off x="6919585" y="2061530"/>
              <a:ext cx="71416" cy="1125805"/>
            </a:xfrm>
            <a:prstGeom prst="rect">
              <a:avLst/>
            </a:prstGeom>
            <a:solidFill>
              <a:srgbClr val="DBB33C"/>
            </a:solidFill>
            <a:ln w="9525">
              <a:noFill/>
              <a:miter lim="800000"/>
            </a:ln>
          </p:spPr>
          <p:txBody>
            <a:bodyPr lIns="91396" tIns="45698" rIns="91396" bIns="45698" anchor="ctr"/>
            <a:lstStyle/>
            <a:p>
              <a:pPr algn="ctr">
                <a:defRPr/>
              </a:pPr>
              <a:endParaRPr lang="zh-CN" altLang="en-US" sz="2000" kern="0">
                <a:latin typeface="Arial" panose="020B0604020202020204"/>
                <a:ea typeface="微软雅黑" panose="020B0503020204020204" charset="-122"/>
                <a:sym typeface="Arial" panose="020B0604020202020204"/>
              </a:endParaRPr>
            </a:p>
          </p:txBody>
        </p:sp>
        <p:grpSp>
          <p:nvGrpSpPr>
            <p:cNvPr id="71" name="Group 21"/>
            <p:cNvGrpSpPr/>
            <p:nvPr/>
          </p:nvGrpSpPr>
          <p:grpSpPr bwMode="auto">
            <a:xfrm>
              <a:off x="7136041" y="2010228"/>
              <a:ext cx="3112381" cy="1206032"/>
              <a:chOff x="-1" y="0"/>
              <a:chExt cx="3113999" cy="1205934"/>
            </a:xfrm>
          </p:grpSpPr>
          <p:sp>
            <p:nvSpPr>
              <p:cNvPr id="72" name="文本框 47"/>
              <p:cNvSpPr txBox="1">
                <a:spLocks noChangeArrowheads="1"/>
              </p:cNvSpPr>
              <p:nvPr/>
            </p:nvSpPr>
            <p:spPr bwMode="auto">
              <a:xfrm>
                <a:off x="0" y="0"/>
                <a:ext cx="2674843" cy="36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defRPr/>
                </a:pPr>
                <a:r>
                  <a:rPr lang="zh-CN" altLang="en-US" b="1" kern="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八大业务单元</a:t>
                </a:r>
              </a:p>
            </p:txBody>
          </p:sp>
          <p:sp>
            <p:nvSpPr>
              <p:cNvPr id="73" name="文本框 14"/>
              <p:cNvSpPr txBox="1">
                <a:spLocks noChangeArrowheads="1"/>
              </p:cNvSpPr>
              <p:nvPr/>
            </p:nvSpPr>
            <p:spPr bwMode="auto">
              <a:xfrm>
                <a:off x="-1" y="353199"/>
                <a:ext cx="3113999" cy="852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defRPr/>
                </a:pPr>
                <a:r>
                  <a:rPr lang="zh-CN" altLang="en-US" sz="1100" dirty="0">
                    <a:solidFill>
                      <a:srgbClr val="0A1933"/>
                    </a:solidFill>
                    <a:latin typeface="Arial" panose="020B0604020202020204"/>
                    <a:ea typeface="微软雅黑" panose="020B0503020204020204" charset="-122"/>
                    <a:sym typeface="Arial" panose="020B0604020202020204"/>
                  </a:rPr>
                  <a:t>涵盖中旅旅行、中旅国际、中旅投资、中旅免税、中旅酒店、中旅发展、中旅资产、中旅邮轮</a:t>
                </a:r>
                <a:r>
                  <a:rPr lang="zh-CN" altLang="en-US" sz="1100" b="1" dirty="0">
                    <a:solidFill>
                      <a:srgbClr val="DBB33C"/>
                    </a:solidFill>
                    <a:effectLst/>
                    <a:latin typeface="Arial" panose="020B0604020202020204"/>
                    <a:ea typeface="微软雅黑" panose="020B0503020204020204" charset="-122"/>
                    <a:sym typeface="Arial" panose="020B0604020202020204"/>
                  </a:rPr>
                  <a:t>八大产业</a:t>
                </a:r>
                <a:r>
                  <a:rPr lang="zh-CN" altLang="en-US" sz="1100" dirty="0">
                    <a:solidFill>
                      <a:schemeClr val="bg1"/>
                    </a:solidFill>
                    <a:latin typeface="Arial" panose="020B0604020202020204"/>
                    <a:ea typeface="微软雅黑" panose="020B0503020204020204" charset="-122"/>
                    <a:sym typeface="Arial" panose="020B0604020202020204"/>
                  </a:rPr>
                  <a:t>。</a:t>
                </a:r>
              </a:p>
            </p:txBody>
          </p:sp>
        </p:grpSp>
      </p:grpSp>
      <p:grpSp>
        <p:nvGrpSpPr>
          <p:cNvPr id="74" name="组合 73"/>
          <p:cNvGrpSpPr/>
          <p:nvPr/>
        </p:nvGrpSpPr>
        <p:grpSpPr>
          <a:xfrm>
            <a:off x="7627033" y="2527891"/>
            <a:ext cx="3744850" cy="923193"/>
            <a:chOff x="6919584" y="3194599"/>
            <a:chExt cx="3744850" cy="923193"/>
          </a:xfrm>
          <a:effectLst>
            <a:outerShdw dist="12700" dir="5400000" algn="ctr" rotWithShape="0">
              <a:srgbClr val="000000">
                <a:alpha val="27010"/>
              </a:srgbClr>
            </a:outerShdw>
          </a:effectLst>
        </p:grpSpPr>
        <p:sp>
          <p:nvSpPr>
            <p:cNvPr id="75" name="矩形 75"/>
            <p:cNvSpPr>
              <a:spLocks noChangeArrowheads="1"/>
            </p:cNvSpPr>
            <p:nvPr/>
          </p:nvSpPr>
          <p:spPr bwMode="auto">
            <a:xfrm>
              <a:off x="6919584" y="3229723"/>
              <a:ext cx="71417" cy="825356"/>
            </a:xfrm>
            <a:prstGeom prst="rect">
              <a:avLst/>
            </a:prstGeom>
            <a:solidFill>
              <a:srgbClr val="DBB33C"/>
            </a:solidFill>
            <a:ln w="9525">
              <a:noFill/>
              <a:miter lim="800000"/>
            </a:ln>
          </p:spPr>
          <p:txBody>
            <a:bodyPr lIns="91396" tIns="45698" rIns="91396" bIns="45698" anchor="ctr"/>
            <a:lstStyle/>
            <a:p>
              <a:pPr algn="ctr">
                <a:defRPr/>
              </a:pPr>
              <a:endParaRPr lang="zh-CN" altLang="en-US" sz="2000" kern="0">
                <a:latin typeface="Arial" panose="020B0604020202020204"/>
                <a:ea typeface="微软雅黑" panose="020B0503020204020204" charset="-122"/>
                <a:sym typeface="Arial" panose="020B0604020202020204"/>
              </a:endParaRPr>
            </a:p>
          </p:txBody>
        </p:sp>
        <p:grpSp>
          <p:nvGrpSpPr>
            <p:cNvPr id="76" name="Group 24"/>
            <p:cNvGrpSpPr/>
            <p:nvPr/>
          </p:nvGrpSpPr>
          <p:grpSpPr bwMode="auto">
            <a:xfrm>
              <a:off x="7136042" y="3194599"/>
              <a:ext cx="3528392" cy="923193"/>
              <a:chOff x="0" y="0"/>
              <a:chExt cx="3530227" cy="923116"/>
            </a:xfrm>
          </p:grpSpPr>
          <p:sp>
            <p:nvSpPr>
              <p:cNvPr id="77" name="文本框 50"/>
              <p:cNvSpPr txBox="1">
                <a:spLocks noChangeArrowheads="1"/>
              </p:cNvSpPr>
              <p:nvPr/>
            </p:nvSpPr>
            <p:spPr bwMode="auto">
              <a:xfrm>
                <a:off x="0" y="0"/>
                <a:ext cx="3530227" cy="36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defRPr/>
                </a:pPr>
                <a:r>
                  <a:rPr lang="zh-CN" altLang="en-US" b="1" kern="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网络覆盖</a:t>
                </a:r>
                <a:r>
                  <a:rPr lang="en-US" altLang="zh-CN" b="1" kern="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30</a:t>
                </a:r>
                <a:r>
                  <a:rPr lang="zh-CN" altLang="en-US" b="1" kern="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个国家和地区</a:t>
                </a:r>
              </a:p>
            </p:txBody>
          </p:sp>
          <p:sp>
            <p:nvSpPr>
              <p:cNvPr id="78" name="文本框 14"/>
              <p:cNvSpPr txBox="1">
                <a:spLocks noChangeArrowheads="1"/>
              </p:cNvSpPr>
              <p:nvPr/>
            </p:nvSpPr>
            <p:spPr bwMode="auto">
              <a:xfrm>
                <a:off x="0" y="353199"/>
                <a:ext cx="2545822" cy="569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a:lnSpc>
                    <a:spcPct val="150000"/>
                  </a:lnSpc>
                  <a:defRPr/>
                </a:pPr>
                <a:r>
                  <a:rPr lang="zh-CN" altLang="en-US" sz="1100" dirty="0">
                    <a:solidFill>
                      <a:srgbClr val="0A1933"/>
                    </a:solidFill>
                    <a:latin typeface="Arial" panose="020B0604020202020204"/>
                    <a:ea typeface="微软雅黑" panose="020B0503020204020204" charset="-122"/>
                    <a:sym typeface="+mn-ea"/>
                  </a:rPr>
                  <a:t>网络遍布内地、港澳和海外近</a:t>
                </a:r>
                <a:r>
                  <a:rPr lang="zh-CN" altLang="en-US" sz="1100" b="1" dirty="0">
                    <a:solidFill>
                      <a:srgbClr val="DBB33C"/>
                    </a:solidFill>
                    <a:latin typeface="Arial" panose="020B0604020202020204"/>
                    <a:ea typeface="微软雅黑" panose="020B0503020204020204" charset="-122"/>
                    <a:sym typeface="+mn-ea"/>
                  </a:rPr>
                  <a:t>30个</a:t>
                </a:r>
                <a:r>
                  <a:rPr lang="zh-CN" altLang="en-US" sz="1100" dirty="0">
                    <a:solidFill>
                      <a:srgbClr val="0A1933"/>
                    </a:solidFill>
                    <a:latin typeface="Arial" panose="020B0604020202020204"/>
                    <a:ea typeface="微软雅黑" panose="020B0503020204020204" charset="-122"/>
                    <a:sym typeface="+mn-ea"/>
                  </a:rPr>
                  <a:t>国家和地区。</a:t>
                </a:r>
              </a:p>
            </p:txBody>
          </p:sp>
        </p:grpSp>
      </p:grpSp>
      <p:pic>
        <p:nvPicPr>
          <p:cNvPr id="37" name="图片 36"/>
          <p:cNvPicPr>
            <a:picLocks noChangeAspect="1"/>
          </p:cNvPicPr>
          <p:nvPr/>
        </p:nvPicPr>
        <p:blipFill>
          <a:blip r:embed="rId4" cstate="email"/>
          <a:stretch>
            <a:fillRect/>
          </a:stretch>
        </p:blipFill>
        <p:spPr>
          <a:xfrm>
            <a:off x="9984432" y="252139"/>
            <a:ext cx="1954772" cy="683357"/>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cstate="email">
            <a:extLst>
              <a:ext uri="{BEBA8EAE-BF5A-486C-A8C5-ECC9F3942E4B}">
                <a14:imgProps xmlns:a14="http://schemas.microsoft.com/office/drawing/2010/main">
                  <a14:imgLayer r:embed="rId3">
                    <a14:imgEffect>
                      <a14:artisticBlur radius="37"/>
                    </a14:imgEffect>
                  </a14:imgLayer>
                </a14:imgProps>
              </a:ext>
            </a:extLst>
          </a:blip>
          <a:srcRect/>
          <a:stretch>
            <a:fillRect/>
          </a:stretch>
        </p:blipFill>
        <p:spPr>
          <a:xfrm>
            <a:off x="0" y="0"/>
            <a:ext cx="12192000" cy="6813550"/>
          </a:xfrm>
          <a:prstGeom prst="rect">
            <a:avLst/>
          </a:prstGeom>
        </p:spPr>
      </p:pic>
      <p:pic>
        <p:nvPicPr>
          <p:cNvPr id="8" name="图片 7"/>
          <p:cNvPicPr>
            <a:picLocks noChangeAspect="1"/>
          </p:cNvPicPr>
          <p:nvPr/>
        </p:nvPicPr>
        <p:blipFill>
          <a:blip r:embed="rId4" cstate="email"/>
          <a:stretch>
            <a:fillRect/>
          </a:stretch>
        </p:blipFill>
        <p:spPr>
          <a:xfrm>
            <a:off x="8616280" y="188640"/>
            <a:ext cx="1217900" cy="861653"/>
          </a:xfrm>
          <a:prstGeom prst="rect">
            <a:avLst/>
          </a:prstGeom>
        </p:spPr>
      </p:pic>
      <p:pic>
        <p:nvPicPr>
          <p:cNvPr id="47" name="图片 46"/>
          <p:cNvPicPr>
            <a:picLocks noChangeAspect="1"/>
          </p:cNvPicPr>
          <p:nvPr/>
        </p:nvPicPr>
        <p:blipFill>
          <a:blip r:embed="rId5" cstate="email"/>
          <a:stretch>
            <a:fillRect/>
          </a:stretch>
        </p:blipFill>
        <p:spPr>
          <a:xfrm>
            <a:off x="5813059" y="1502854"/>
            <a:ext cx="2602220" cy="1618028"/>
          </a:xfrm>
          <a:prstGeom prst="rect">
            <a:avLst/>
          </a:prstGeom>
          <a:effectLst>
            <a:outerShdw blurRad="50800" dist="50800" dir="5400000" algn="ctr" rotWithShape="0">
              <a:srgbClr val="000000">
                <a:alpha val="10000"/>
              </a:srgbClr>
            </a:outerShdw>
          </a:effectLst>
        </p:spPr>
      </p:pic>
      <p:pic>
        <p:nvPicPr>
          <p:cNvPr id="9" name="图片 8"/>
          <p:cNvPicPr>
            <a:picLocks noChangeAspect="1"/>
          </p:cNvPicPr>
          <p:nvPr/>
        </p:nvPicPr>
        <p:blipFill>
          <a:blip r:embed="rId6" cstate="email"/>
          <a:stretch>
            <a:fillRect/>
          </a:stretch>
        </p:blipFill>
        <p:spPr>
          <a:xfrm>
            <a:off x="818308" y="1490742"/>
            <a:ext cx="2680288" cy="1666570"/>
          </a:xfrm>
          <a:prstGeom prst="rect">
            <a:avLst/>
          </a:prstGeom>
          <a:effectLst>
            <a:outerShdw blurRad="50800" dist="50800" dir="5400000" algn="ctr" rotWithShape="0">
              <a:srgbClr val="000000">
                <a:alpha val="10681"/>
              </a:srgbClr>
            </a:outerShdw>
          </a:effectLst>
        </p:spPr>
      </p:pic>
      <p:pic>
        <p:nvPicPr>
          <p:cNvPr id="43" name="图片 42"/>
          <p:cNvPicPr>
            <a:picLocks noChangeAspect="1"/>
          </p:cNvPicPr>
          <p:nvPr/>
        </p:nvPicPr>
        <p:blipFill>
          <a:blip r:embed="rId7" cstate="email"/>
          <a:stretch>
            <a:fillRect/>
          </a:stretch>
        </p:blipFill>
        <p:spPr>
          <a:xfrm>
            <a:off x="8280975" y="1500641"/>
            <a:ext cx="2566304" cy="1595696"/>
          </a:xfrm>
          <a:prstGeom prst="rect">
            <a:avLst/>
          </a:prstGeom>
          <a:effectLst>
            <a:outerShdw blurRad="50800" dist="50800" dir="5400000" algn="ctr" rotWithShape="0">
              <a:srgbClr val="000000">
                <a:alpha val="10000"/>
              </a:srgbClr>
            </a:outerShdw>
          </a:effectLst>
        </p:spPr>
      </p:pic>
      <p:pic>
        <p:nvPicPr>
          <p:cNvPr id="30" name="图片 29"/>
          <p:cNvPicPr>
            <a:picLocks noChangeAspect="1"/>
          </p:cNvPicPr>
          <p:nvPr/>
        </p:nvPicPr>
        <p:blipFill>
          <a:blip r:embed="rId8" cstate="email"/>
          <a:stretch>
            <a:fillRect/>
          </a:stretch>
        </p:blipFill>
        <p:spPr>
          <a:xfrm>
            <a:off x="1438603" y="4066888"/>
            <a:ext cx="2563797" cy="1594137"/>
          </a:xfrm>
          <a:prstGeom prst="rect">
            <a:avLst/>
          </a:prstGeom>
          <a:effectLst>
            <a:outerShdw blurRad="50800" dist="50800" dir="5400000" algn="ctr" rotWithShape="0">
              <a:srgbClr val="000000">
                <a:alpha val="10000"/>
              </a:srgbClr>
            </a:outerShdw>
          </a:effectLst>
        </p:spPr>
      </p:pic>
      <p:pic>
        <p:nvPicPr>
          <p:cNvPr id="34" name="图片 33"/>
          <p:cNvPicPr>
            <a:picLocks noChangeAspect="1"/>
          </p:cNvPicPr>
          <p:nvPr/>
        </p:nvPicPr>
        <p:blipFill>
          <a:blip r:embed="rId9" cstate="email"/>
          <a:stretch>
            <a:fillRect/>
          </a:stretch>
        </p:blipFill>
        <p:spPr>
          <a:xfrm>
            <a:off x="8854672" y="4065328"/>
            <a:ext cx="2566305" cy="1595697"/>
          </a:xfrm>
          <a:prstGeom prst="rect">
            <a:avLst/>
          </a:prstGeom>
          <a:effectLst>
            <a:outerShdw blurRad="50800" dist="50800" dir="5400000" algn="ctr" rotWithShape="0">
              <a:srgbClr val="000000">
                <a:alpha val="10000"/>
              </a:srgbClr>
            </a:outerShdw>
          </a:effectLst>
        </p:spPr>
      </p:pic>
      <p:pic>
        <p:nvPicPr>
          <p:cNvPr id="38" name="图片 37"/>
          <p:cNvPicPr>
            <a:picLocks noChangeAspect="1"/>
          </p:cNvPicPr>
          <p:nvPr/>
        </p:nvPicPr>
        <p:blipFill>
          <a:blip r:embed="rId10" cstate="email"/>
          <a:stretch>
            <a:fillRect/>
          </a:stretch>
        </p:blipFill>
        <p:spPr>
          <a:xfrm>
            <a:off x="6401971" y="4058970"/>
            <a:ext cx="2576533" cy="1602056"/>
          </a:xfrm>
          <a:prstGeom prst="rect">
            <a:avLst/>
          </a:prstGeom>
          <a:effectLst>
            <a:outerShdw blurRad="50800" dist="50800" dir="5400000" algn="ctr" rotWithShape="0">
              <a:srgbClr val="000000">
                <a:alpha val="10000"/>
              </a:srgbClr>
            </a:outerShdw>
          </a:effectLst>
        </p:spPr>
      </p:pic>
      <p:sp>
        <p:nvSpPr>
          <p:cNvPr id="41" name="文本框 40"/>
          <p:cNvSpPr txBox="1"/>
          <p:nvPr/>
        </p:nvSpPr>
        <p:spPr>
          <a:xfrm>
            <a:off x="3163578" y="3223007"/>
            <a:ext cx="2497800" cy="738664"/>
          </a:xfrm>
          <a:prstGeom prst="rect">
            <a:avLst/>
          </a:prstGeom>
          <a:noFill/>
        </p:spPr>
        <p:txBody>
          <a:bodyPr wrap="none" rtlCol="0">
            <a:spAutoFit/>
          </a:bodyPr>
          <a:lstStyle/>
          <a:p>
            <a:pPr algn="just"/>
            <a:r>
              <a:rPr kumimoji="1" lang="en-US" altLang="zh-CN" sz="1400" dirty="0">
                <a:solidFill>
                  <a:srgbClr val="0A1933"/>
                </a:solidFill>
                <a:latin typeface="微软雅黑" panose="020B0503020204020204" charset="-122"/>
                <a:ea typeface="微软雅黑" panose="020B0503020204020204" charset="-122"/>
              </a:rPr>
              <a:t>1931</a:t>
            </a:r>
            <a:r>
              <a:rPr kumimoji="1" lang="zh-CN" altLang="en-US" sz="1400" dirty="0">
                <a:solidFill>
                  <a:srgbClr val="0A1933"/>
                </a:solidFill>
                <a:latin typeface="微软雅黑" panose="020B0503020204020204" charset="-122"/>
                <a:ea typeface="微软雅黑" panose="020B0503020204020204" charset="-122"/>
              </a:rPr>
              <a:t>年中旅徐州分社设置</a:t>
            </a:r>
            <a:endParaRPr kumimoji="1" lang="en-US" altLang="zh-CN" sz="1400" dirty="0">
              <a:solidFill>
                <a:srgbClr val="0A1933"/>
              </a:solidFill>
              <a:latin typeface="微软雅黑" panose="020B0503020204020204" charset="-122"/>
              <a:ea typeface="微软雅黑" panose="020B0503020204020204" charset="-122"/>
            </a:endParaRPr>
          </a:p>
          <a:p>
            <a:pPr algn="just"/>
            <a:r>
              <a:rPr kumimoji="1" lang="en-US" altLang="zh-CN" sz="1400" dirty="0">
                <a:solidFill>
                  <a:srgbClr val="0A1933"/>
                </a:solidFill>
                <a:latin typeface="微软雅黑" panose="020B0503020204020204" charset="-122"/>
                <a:ea typeface="微软雅黑" panose="020B0503020204020204" charset="-122"/>
              </a:rPr>
              <a:t>4 </a:t>
            </a:r>
            <a:r>
              <a:rPr kumimoji="1" lang="zh-CN" altLang="en-US" sz="1400" dirty="0">
                <a:solidFill>
                  <a:srgbClr val="0A1933"/>
                </a:solidFill>
                <a:latin typeface="微软雅黑" panose="020B0503020204020204" charset="-122"/>
                <a:ea typeface="微软雅黑" panose="020B0503020204020204" charset="-122"/>
              </a:rPr>
              <a:t>间客房，开始以</a:t>
            </a:r>
            <a:r>
              <a:rPr kumimoji="1" lang="en-US" altLang="zh-CN" sz="1400" dirty="0">
                <a:solidFill>
                  <a:srgbClr val="0A1933"/>
                </a:solidFill>
                <a:latin typeface="微软雅黑" panose="020B0503020204020204" charset="-122"/>
                <a:ea typeface="微软雅黑" panose="020B0503020204020204" charset="-122"/>
              </a:rPr>
              <a:t>“</a:t>
            </a:r>
            <a:r>
              <a:rPr kumimoji="1" lang="zh-CN" altLang="en-US" sz="1400" dirty="0">
                <a:solidFill>
                  <a:srgbClr val="0A1933"/>
                </a:solidFill>
                <a:latin typeface="微软雅黑" panose="020B0503020204020204" charset="-122"/>
                <a:ea typeface="微软雅黑" panose="020B0503020204020204" charset="-122"/>
              </a:rPr>
              <a:t>招待所”</a:t>
            </a:r>
            <a:endParaRPr kumimoji="1" lang="en-US" altLang="zh-CN" sz="1400" dirty="0">
              <a:solidFill>
                <a:srgbClr val="0A1933"/>
              </a:solidFill>
              <a:latin typeface="微软雅黑" panose="020B0503020204020204" charset="-122"/>
              <a:ea typeface="微软雅黑" panose="020B0503020204020204" charset="-122"/>
            </a:endParaRPr>
          </a:p>
          <a:p>
            <a:pPr algn="just"/>
            <a:r>
              <a:rPr kumimoji="1" lang="zh-CN" altLang="en-US" sz="1400" dirty="0">
                <a:solidFill>
                  <a:srgbClr val="0A1933"/>
                </a:solidFill>
                <a:latin typeface="微软雅黑" panose="020B0503020204020204" charset="-122"/>
                <a:ea typeface="微软雅黑" panose="020B0503020204020204" charset="-122"/>
              </a:rPr>
              <a:t>之名接待旅客</a:t>
            </a:r>
          </a:p>
        </p:txBody>
      </p:sp>
      <p:sp>
        <p:nvSpPr>
          <p:cNvPr id="44" name="文本框 43"/>
          <p:cNvSpPr txBox="1"/>
          <p:nvPr/>
        </p:nvSpPr>
        <p:spPr>
          <a:xfrm>
            <a:off x="5706056" y="3223007"/>
            <a:ext cx="2518638" cy="738664"/>
          </a:xfrm>
          <a:prstGeom prst="rect">
            <a:avLst/>
          </a:prstGeom>
          <a:noFill/>
        </p:spPr>
        <p:txBody>
          <a:bodyPr wrap="none" rtlCol="0">
            <a:spAutoFit/>
          </a:bodyPr>
          <a:lstStyle/>
          <a:p>
            <a:pPr algn="just"/>
            <a:r>
              <a:rPr kumimoji="1" lang="zh-CN" altLang="en-US" sz="1400" dirty="0">
                <a:solidFill>
                  <a:srgbClr val="0A1933"/>
                </a:solidFill>
                <a:latin typeface="微软雅黑" panose="020B0503020204020204" charset="-122"/>
                <a:ea typeface="微软雅黑" panose="020B0503020204020204" charset="-122"/>
              </a:rPr>
              <a:t>新中国成立后，国旅、中旅、</a:t>
            </a:r>
            <a:endParaRPr kumimoji="1" lang="en-US" altLang="zh-CN" sz="1400" dirty="0">
              <a:solidFill>
                <a:srgbClr val="0A1933"/>
              </a:solidFill>
              <a:latin typeface="微软雅黑" panose="020B0503020204020204" charset="-122"/>
              <a:ea typeface="微软雅黑" panose="020B0503020204020204" charset="-122"/>
            </a:endParaRPr>
          </a:p>
          <a:p>
            <a:pPr algn="just"/>
            <a:r>
              <a:rPr kumimoji="1" lang="zh-CN" altLang="en-US" sz="1400" dirty="0">
                <a:solidFill>
                  <a:srgbClr val="0A1933"/>
                </a:solidFill>
                <a:latin typeface="微软雅黑" panose="020B0503020204020204" charset="-122"/>
                <a:ea typeface="微软雅黑" panose="020B0503020204020204" charset="-122"/>
              </a:rPr>
              <a:t>华侨旅行社服务华侨接待和</a:t>
            </a:r>
            <a:endParaRPr kumimoji="1" lang="en-US" altLang="zh-CN" sz="1400" dirty="0">
              <a:solidFill>
                <a:srgbClr val="0A1933"/>
              </a:solidFill>
              <a:latin typeface="微软雅黑" panose="020B0503020204020204" charset="-122"/>
              <a:ea typeface="微软雅黑" panose="020B0503020204020204" charset="-122"/>
            </a:endParaRPr>
          </a:p>
          <a:p>
            <a:pPr algn="just"/>
            <a:r>
              <a:rPr kumimoji="1" lang="zh-CN" altLang="en-US" sz="1400" dirty="0">
                <a:solidFill>
                  <a:srgbClr val="0A1933"/>
                </a:solidFill>
                <a:latin typeface="微软雅黑" panose="020B0503020204020204" charset="-122"/>
                <a:ea typeface="微软雅黑" panose="020B0503020204020204" charset="-122"/>
              </a:rPr>
              <a:t>外事服务</a:t>
            </a:r>
          </a:p>
        </p:txBody>
      </p:sp>
      <p:pic>
        <p:nvPicPr>
          <p:cNvPr id="10" name="图片 9"/>
          <p:cNvPicPr>
            <a:picLocks noChangeAspect="1"/>
          </p:cNvPicPr>
          <p:nvPr/>
        </p:nvPicPr>
        <p:blipFill>
          <a:blip r:embed="rId11" cstate="email"/>
          <a:stretch>
            <a:fillRect/>
          </a:stretch>
        </p:blipFill>
        <p:spPr>
          <a:xfrm>
            <a:off x="409925" y="395613"/>
            <a:ext cx="368828" cy="458763"/>
          </a:xfrm>
          <a:prstGeom prst="rect">
            <a:avLst/>
          </a:prstGeom>
        </p:spPr>
      </p:pic>
      <p:sp>
        <p:nvSpPr>
          <p:cNvPr id="11" name="文本框 10"/>
          <p:cNvSpPr txBox="1"/>
          <p:nvPr/>
        </p:nvSpPr>
        <p:spPr>
          <a:xfrm>
            <a:off x="811569" y="387983"/>
            <a:ext cx="5830572" cy="461665"/>
          </a:xfrm>
          <a:prstGeom prst="rect">
            <a:avLst/>
          </a:prstGeom>
          <a:noFill/>
        </p:spPr>
        <p:txBody>
          <a:bodyPr wrap="square" rtlCol="0">
            <a:spAutoFit/>
          </a:bodyPr>
          <a:lstStyle/>
          <a:p>
            <a:r>
              <a:rPr lang="zh-CN" altLang="en-US" sz="2400" b="1" dirty="0">
                <a:solidFill>
                  <a:srgbClr val="0A1933"/>
                </a:solidFill>
                <a:latin typeface="微软雅黑" panose="020B0503020204020204" charset="-122"/>
                <a:ea typeface="微软雅黑" panose="020B0503020204020204" charset="-122"/>
                <a:cs typeface="+mn-ea"/>
                <a:sym typeface="+mn-lt"/>
              </a:rPr>
              <a:t> </a:t>
            </a:r>
            <a:r>
              <a:rPr lang="zh-CN" altLang="en-US" sz="2400" b="1" dirty="0">
                <a:solidFill>
                  <a:srgbClr val="191919"/>
                </a:solidFill>
                <a:latin typeface="微软雅黑" panose="020B0503020204020204" charset="-122"/>
                <a:ea typeface="微软雅黑" panose="020B0503020204020204" charset="-122"/>
                <a:cs typeface="+mn-ea"/>
                <a:sym typeface="+mn-lt"/>
              </a:rPr>
              <a:t>中国旅游集团</a:t>
            </a:r>
            <a:r>
              <a:rPr lang="en-US" altLang="zh-CN" sz="2400" b="1" dirty="0">
                <a:solidFill>
                  <a:srgbClr val="191919"/>
                </a:solidFill>
                <a:latin typeface="微软雅黑" panose="020B0503020204020204" charset="-122"/>
                <a:ea typeface="微软雅黑" panose="020B0503020204020204" charset="-122"/>
                <a:cs typeface="+mn-ea"/>
                <a:sym typeface="+mn-lt"/>
              </a:rPr>
              <a:t>-</a:t>
            </a:r>
            <a:r>
              <a:rPr lang="zh-CN" altLang="en-US" sz="2400" b="1" dirty="0">
                <a:solidFill>
                  <a:srgbClr val="191919"/>
                </a:solidFill>
                <a:latin typeface="微软雅黑" panose="020B0503020204020204" charset="-122"/>
                <a:ea typeface="微软雅黑" panose="020B0503020204020204" charset="-122"/>
                <a:cs typeface="+mn-ea"/>
                <a:sym typeface="+mn-lt"/>
              </a:rPr>
              <a:t>百年征途 续写华章</a:t>
            </a:r>
          </a:p>
        </p:txBody>
      </p:sp>
      <p:pic>
        <p:nvPicPr>
          <p:cNvPr id="12" name="图片 11"/>
          <p:cNvPicPr>
            <a:picLocks noChangeAspect="1"/>
          </p:cNvPicPr>
          <p:nvPr/>
        </p:nvPicPr>
        <p:blipFill>
          <a:blip r:embed="rId12" cstate="email"/>
          <a:stretch>
            <a:fillRect/>
          </a:stretch>
        </p:blipFill>
        <p:spPr>
          <a:xfrm>
            <a:off x="9984432" y="252139"/>
            <a:ext cx="1954772" cy="683357"/>
          </a:xfrm>
          <a:prstGeom prst="rect">
            <a:avLst/>
          </a:prstGeom>
        </p:spPr>
      </p:pic>
      <p:sp>
        <p:nvSpPr>
          <p:cNvPr id="33" name="文本框 32"/>
          <p:cNvSpPr txBox="1"/>
          <p:nvPr/>
        </p:nvSpPr>
        <p:spPr>
          <a:xfrm>
            <a:off x="687536" y="3227628"/>
            <a:ext cx="2223686" cy="523220"/>
          </a:xfrm>
          <a:prstGeom prst="rect">
            <a:avLst/>
          </a:prstGeom>
          <a:noFill/>
        </p:spPr>
        <p:txBody>
          <a:bodyPr wrap="none" rtlCol="0">
            <a:spAutoFit/>
          </a:bodyPr>
          <a:lstStyle/>
          <a:p>
            <a:r>
              <a:rPr kumimoji="1" lang="en-US" altLang="zh-CN" sz="1400" dirty="0">
                <a:solidFill>
                  <a:srgbClr val="0A1933"/>
                </a:solidFill>
                <a:latin typeface="微软雅黑" panose="020B0503020204020204" charset="-122"/>
                <a:ea typeface="微软雅黑" panose="020B0503020204020204" charset="-122"/>
              </a:rPr>
              <a:t>1923</a:t>
            </a:r>
            <a:r>
              <a:rPr kumimoji="1" lang="zh-CN" altLang="en-US" sz="1400" dirty="0">
                <a:solidFill>
                  <a:srgbClr val="0A1933"/>
                </a:solidFill>
                <a:latin typeface="微软雅黑" panose="020B0503020204020204" charset="-122"/>
                <a:ea typeface="微软雅黑" panose="020B0503020204020204" charset="-122"/>
              </a:rPr>
              <a:t>年上海商业储蓄银行</a:t>
            </a:r>
            <a:endParaRPr kumimoji="1" lang="en-US" altLang="zh-CN" sz="1400" dirty="0">
              <a:solidFill>
                <a:srgbClr val="0A1933"/>
              </a:solidFill>
              <a:latin typeface="微软雅黑" panose="020B0503020204020204" charset="-122"/>
              <a:ea typeface="微软雅黑" panose="020B0503020204020204" charset="-122"/>
            </a:endParaRPr>
          </a:p>
          <a:p>
            <a:r>
              <a:rPr kumimoji="1" lang="zh-CN" altLang="en-US" sz="1400" dirty="0">
                <a:solidFill>
                  <a:srgbClr val="0A1933"/>
                </a:solidFill>
                <a:latin typeface="微软雅黑" panose="020B0503020204020204" charset="-122"/>
                <a:ea typeface="微软雅黑" panose="020B0503020204020204" charset="-122"/>
              </a:rPr>
              <a:t>代办铁路售票业务</a:t>
            </a:r>
          </a:p>
        </p:txBody>
      </p:sp>
      <p:sp>
        <p:nvSpPr>
          <p:cNvPr id="45" name="文本框 44"/>
          <p:cNvSpPr txBox="1"/>
          <p:nvPr/>
        </p:nvSpPr>
        <p:spPr>
          <a:xfrm>
            <a:off x="8143751" y="3217966"/>
            <a:ext cx="2509020" cy="523220"/>
          </a:xfrm>
          <a:prstGeom prst="rect">
            <a:avLst/>
          </a:prstGeom>
          <a:noFill/>
        </p:spPr>
        <p:txBody>
          <a:bodyPr wrap="none" rtlCol="0">
            <a:spAutoFit/>
          </a:bodyPr>
          <a:lstStyle/>
          <a:p>
            <a:r>
              <a:rPr kumimoji="1" lang="en-US" altLang="zh-CN" sz="1400" dirty="0">
                <a:solidFill>
                  <a:srgbClr val="0A1933"/>
                </a:solidFill>
                <a:latin typeface="微软雅黑" panose="020B0503020204020204" charset="-122"/>
                <a:ea typeface="微软雅黑" panose="020B0503020204020204" charset="-122"/>
              </a:rPr>
              <a:t>1973</a:t>
            </a:r>
            <a:r>
              <a:rPr kumimoji="1" lang="zh-CN" altLang="en-US" sz="1400" dirty="0">
                <a:solidFill>
                  <a:srgbClr val="0A1933"/>
                </a:solidFill>
                <a:latin typeface="微软雅黑" panose="020B0503020204020204" charset="-122"/>
                <a:ea typeface="微软雅黑" panose="020B0503020204020204" charset="-122"/>
              </a:rPr>
              <a:t>年</a:t>
            </a:r>
            <a:r>
              <a:rPr kumimoji="1" lang="en-US" altLang="zh-CN" sz="1400" dirty="0">
                <a:solidFill>
                  <a:srgbClr val="0A1933"/>
                </a:solidFill>
                <a:latin typeface="微软雅黑" panose="020B0503020204020204" charset="-122"/>
                <a:ea typeface="微软雅黑" panose="020B0503020204020204" charset="-122"/>
              </a:rPr>
              <a:t>6</a:t>
            </a:r>
            <a:r>
              <a:rPr kumimoji="1" lang="zh-CN" altLang="en-US" sz="1400" dirty="0">
                <a:solidFill>
                  <a:srgbClr val="0A1933"/>
                </a:solidFill>
                <a:latin typeface="微软雅黑" panose="020B0503020204020204" charset="-122"/>
                <a:ea typeface="微软雅黑" panose="020B0503020204020204" charset="-122"/>
              </a:rPr>
              <a:t>月，中旅大厦在香港</a:t>
            </a:r>
            <a:endParaRPr kumimoji="1" lang="en-US" altLang="zh-CN" sz="1400" dirty="0">
              <a:solidFill>
                <a:srgbClr val="0A1933"/>
              </a:solidFill>
              <a:latin typeface="微软雅黑" panose="020B0503020204020204" charset="-122"/>
              <a:ea typeface="微软雅黑" panose="020B0503020204020204" charset="-122"/>
            </a:endParaRPr>
          </a:p>
          <a:p>
            <a:r>
              <a:rPr kumimoji="1" lang="zh-CN" altLang="en-US" sz="1400" dirty="0">
                <a:solidFill>
                  <a:srgbClr val="0A1933"/>
                </a:solidFill>
                <a:latin typeface="微软雅黑" panose="020B0503020204020204" charset="-122"/>
                <a:ea typeface="微软雅黑" panose="020B0503020204020204" charset="-122"/>
              </a:rPr>
              <a:t>皇后大道中</a:t>
            </a:r>
            <a:r>
              <a:rPr kumimoji="1" lang="en-US" altLang="zh-CN" sz="1400" dirty="0">
                <a:solidFill>
                  <a:srgbClr val="0A1933"/>
                </a:solidFill>
                <a:latin typeface="微软雅黑" panose="020B0503020204020204" charset="-122"/>
                <a:ea typeface="微软雅黑" panose="020B0503020204020204" charset="-122"/>
              </a:rPr>
              <a:t>77</a:t>
            </a:r>
            <a:r>
              <a:rPr kumimoji="1" lang="zh-CN" altLang="en-US" sz="1400" dirty="0">
                <a:solidFill>
                  <a:srgbClr val="0A1933"/>
                </a:solidFill>
                <a:latin typeface="微软雅黑" panose="020B0503020204020204" charset="-122"/>
                <a:ea typeface="微软雅黑" panose="020B0503020204020204" charset="-122"/>
              </a:rPr>
              <a:t>号落成</a:t>
            </a:r>
          </a:p>
        </p:txBody>
      </p:sp>
      <p:sp>
        <p:nvSpPr>
          <p:cNvPr id="48" name="文本框 47"/>
          <p:cNvSpPr txBox="1"/>
          <p:nvPr/>
        </p:nvSpPr>
        <p:spPr>
          <a:xfrm>
            <a:off x="1308258" y="5785505"/>
            <a:ext cx="2403222" cy="523220"/>
          </a:xfrm>
          <a:prstGeom prst="rect">
            <a:avLst/>
          </a:prstGeom>
          <a:noFill/>
        </p:spPr>
        <p:txBody>
          <a:bodyPr wrap="none" rtlCol="0">
            <a:spAutoFit/>
          </a:bodyPr>
          <a:lstStyle/>
          <a:p>
            <a:r>
              <a:rPr kumimoji="1" lang="en-US" altLang="zh-CN" sz="1400" dirty="0">
                <a:solidFill>
                  <a:srgbClr val="0A1933"/>
                </a:solidFill>
                <a:latin typeface="微软雅黑" panose="020B0503020204020204" charset="-122"/>
                <a:ea typeface="微软雅黑" panose="020B0503020204020204" charset="-122"/>
              </a:rPr>
              <a:t>1986</a:t>
            </a:r>
            <a:r>
              <a:rPr kumimoji="1" lang="zh-CN" altLang="en-US" sz="1400" dirty="0">
                <a:solidFill>
                  <a:srgbClr val="0A1933"/>
                </a:solidFill>
                <a:latin typeface="微软雅黑" panose="020B0503020204020204" charset="-122"/>
                <a:ea typeface="微软雅黑" panose="020B0503020204020204" charset="-122"/>
              </a:rPr>
              <a:t>年，北京丽都饭店正式</a:t>
            </a:r>
            <a:endParaRPr kumimoji="1" lang="en-US" altLang="zh-CN" sz="1400" dirty="0">
              <a:solidFill>
                <a:srgbClr val="0A1933"/>
              </a:solidFill>
              <a:latin typeface="微软雅黑" panose="020B0503020204020204" charset="-122"/>
              <a:ea typeface="微软雅黑" panose="020B0503020204020204" charset="-122"/>
            </a:endParaRPr>
          </a:p>
          <a:p>
            <a:r>
              <a:rPr kumimoji="1" lang="zh-CN" altLang="en-US" sz="1400" dirty="0">
                <a:solidFill>
                  <a:srgbClr val="0A1933"/>
                </a:solidFill>
                <a:latin typeface="微软雅黑" panose="020B0503020204020204" charset="-122"/>
                <a:ea typeface="微软雅黑" panose="020B0503020204020204" charset="-122"/>
              </a:rPr>
              <a:t>命名</a:t>
            </a:r>
          </a:p>
        </p:txBody>
      </p:sp>
      <p:pic>
        <p:nvPicPr>
          <p:cNvPr id="54" name="图片 53"/>
          <p:cNvPicPr>
            <a:picLocks noChangeAspect="1"/>
          </p:cNvPicPr>
          <p:nvPr/>
        </p:nvPicPr>
        <p:blipFill>
          <a:blip r:embed="rId13" cstate="email"/>
          <a:stretch>
            <a:fillRect/>
          </a:stretch>
        </p:blipFill>
        <p:spPr>
          <a:xfrm>
            <a:off x="3949127" y="4065328"/>
            <a:ext cx="2540747" cy="1579805"/>
          </a:xfrm>
          <a:prstGeom prst="rect">
            <a:avLst/>
          </a:prstGeom>
          <a:effectLst>
            <a:outerShdw blurRad="50800" dist="50800" dir="5400000" algn="ctr" rotWithShape="0">
              <a:srgbClr val="000000">
                <a:alpha val="10000"/>
              </a:srgbClr>
            </a:outerShdw>
          </a:effectLst>
        </p:spPr>
      </p:pic>
      <p:sp>
        <p:nvSpPr>
          <p:cNvPr id="55" name="文本框 54"/>
          <p:cNvSpPr txBox="1"/>
          <p:nvPr/>
        </p:nvSpPr>
        <p:spPr>
          <a:xfrm>
            <a:off x="3842453" y="5785505"/>
            <a:ext cx="2044149" cy="523220"/>
          </a:xfrm>
          <a:prstGeom prst="rect">
            <a:avLst/>
          </a:prstGeom>
          <a:noFill/>
        </p:spPr>
        <p:txBody>
          <a:bodyPr wrap="none" rtlCol="0">
            <a:spAutoFit/>
          </a:bodyPr>
          <a:lstStyle/>
          <a:p>
            <a:r>
              <a:rPr kumimoji="1" lang="zh-CN" altLang="en-US" sz="1400" dirty="0">
                <a:solidFill>
                  <a:srgbClr val="0A1933"/>
                </a:solidFill>
                <a:latin typeface="微软雅黑" panose="020B0503020204020204" charset="-122"/>
                <a:ea typeface="微软雅黑" panose="020B0503020204020204" charset="-122"/>
              </a:rPr>
              <a:t>服务</a:t>
            </a:r>
            <a:r>
              <a:rPr kumimoji="1" lang="en-US" altLang="zh-CN" sz="1400" dirty="0">
                <a:solidFill>
                  <a:srgbClr val="0A1933"/>
                </a:solidFill>
                <a:latin typeface="微软雅黑" panose="020B0503020204020204" charset="-122"/>
                <a:ea typeface="微软雅黑" panose="020B0503020204020204" charset="-122"/>
              </a:rPr>
              <a:t>2008</a:t>
            </a:r>
            <a:r>
              <a:rPr kumimoji="1" lang="zh-CN" altLang="en-US" sz="1400" dirty="0">
                <a:solidFill>
                  <a:srgbClr val="0A1933"/>
                </a:solidFill>
                <a:latin typeface="微软雅黑" panose="020B0503020204020204" charset="-122"/>
                <a:ea typeface="微软雅黑" panose="020B0503020204020204" charset="-122"/>
              </a:rPr>
              <a:t>北京奥运会和</a:t>
            </a:r>
            <a:endParaRPr kumimoji="1" lang="en-US" altLang="zh-CN" sz="1400" dirty="0">
              <a:solidFill>
                <a:srgbClr val="0A1933"/>
              </a:solidFill>
              <a:latin typeface="微软雅黑" panose="020B0503020204020204" charset="-122"/>
              <a:ea typeface="微软雅黑" panose="020B0503020204020204" charset="-122"/>
            </a:endParaRPr>
          </a:p>
          <a:p>
            <a:r>
              <a:rPr kumimoji="1" lang="en-US" altLang="zh-CN" sz="1400" dirty="0">
                <a:solidFill>
                  <a:srgbClr val="0A1933"/>
                </a:solidFill>
                <a:latin typeface="微软雅黑" panose="020B0503020204020204" charset="-122"/>
                <a:ea typeface="微软雅黑" panose="020B0503020204020204" charset="-122"/>
              </a:rPr>
              <a:t>2022</a:t>
            </a:r>
            <a:r>
              <a:rPr kumimoji="1" lang="zh-CN" altLang="en-US" sz="1400" dirty="0">
                <a:solidFill>
                  <a:srgbClr val="0A1933"/>
                </a:solidFill>
                <a:latin typeface="微软雅黑" panose="020B0503020204020204" charset="-122"/>
                <a:ea typeface="微软雅黑" panose="020B0503020204020204" charset="-122"/>
              </a:rPr>
              <a:t>北京冬奥会</a:t>
            </a:r>
          </a:p>
        </p:txBody>
      </p:sp>
      <p:sp>
        <p:nvSpPr>
          <p:cNvPr id="58" name="文本框 57"/>
          <p:cNvSpPr txBox="1"/>
          <p:nvPr/>
        </p:nvSpPr>
        <p:spPr>
          <a:xfrm>
            <a:off x="6207628" y="5785505"/>
            <a:ext cx="2546165" cy="738664"/>
          </a:xfrm>
          <a:prstGeom prst="rect">
            <a:avLst/>
          </a:prstGeom>
          <a:noFill/>
        </p:spPr>
        <p:txBody>
          <a:bodyPr wrap="square" rtlCol="0">
            <a:spAutoFit/>
          </a:bodyPr>
          <a:lstStyle/>
          <a:p>
            <a:pPr algn="just"/>
            <a:r>
              <a:rPr kumimoji="1" lang="en-US" altLang="zh-CN" sz="1400" dirty="0">
                <a:solidFill>
                  <a:srgbClr val="0A1933"/>
                </a:solidFill>
                <a:latin typeface="微软雅黑" panose="020B0503020204020204" charset="-122"/>
                <a:ea typeface="微软雅黑" panose="020B0503020204020204" charset="-122"/>
              </a:rPr>
              <a:t>2022</a:t>
            </a:r>
            <a:r>
              <a:rPr kumimoji="1" lang="zh-CN" altLang="en-US" sz="1400" dirty="0">
                <a:solidFill>
                  <a:srgbClr val="0A1933"/>
                </a:solidFill>
                <a:latin typeface="微软雅黑" panose="020B0503020204020204" charset="-122"/>
                <a:ea typeface="微软雅黑" panose="020B0503020204020204" charset="-122"/>
              </a:rPr>
              <a:t>年，习近平总书记来到三亚国际免税城，实地了解离岛免税政策落地实施等情况</a:t>
            </a:r>
          </a:p>
        </p:txBody>
      </p:sp>
      <p:sp>
        <p:nvSpPr>
          <p:cNvPr id="51" name="文本框 50"/>
          <p:cNvSpPr txBox="1"/>
          <p:nvPr/>
        </p:nvSpPr>
        <p:spPr>
          <a:xfrm>
            <a:off x="8753794" y="5785505"/>
            <a:ext cx="2762295" cy="523220"/>
          </a:xfrm>
          <a:prstGeom prst="rect">
            <a:avLst/>
          </a:prstGeom>
          <a:noFill/>
        </p:spPr>
        <p:txBody>
          <a:bodyPr wrap="none" rtlCol="0">
            <a:spAutoFit/>
          </a:bodyPr>
          <a:lstStyle/>
          <a:p>
            <a:r>
              <a:rPr kumimoji="1" lang="en-US" altLang="zh-CN" sz="1400" dirty="0">
                <a:solidFill>
                  <a:srgbClr val="0A1933"/>
                </a:solidFill>
                <a:latin typeface="微软雅黑" panose="020B0503020204020204" charset="-122"/>
                <a:ea typeface="微软雅黑" panose="020B0503020204020204" charset="-122"/>
              </a:rPr>
              <a:t>2023</a:t>
            </a:r>
            <a:r>
              <a:rPr kumimoji="1" lang="zh-CN" altLang="en-US" sz="1400" dirty="0">
                <a:solidFill>
                  <a:srgbClr val="0A1933"/>
                </a:solidFill>
                <a:latin typeface="微软雅黑" panose="020B0503020204020204" charset="-122"/>
                <a:ea typeface="微软雅黑" panose="020B0503020204020204" charset="-122"/>
              </a:rPr>
              <a:t>年，中国旅游集团百年华诞</a:t>
            </a:r>
            <a:endParaRPr kumimoji="1" lang="en-US" altLang="zh-CN" sz="1400" dirty="0">
              <a:solidFill>
                <a:srgbClr val="0A1933"/>
              </a:solidFill>
              <a:latin typeface="微软雅黑" panose="020B0503020204020204" charset="-122"/>
              <a:ea typeface="微软雅黑" panose="020B0503020204020204" charset="-122"/>
            </a:endParaRPr>
          </a:p>
          <a:p>
            <a:r>
              <a:rPr kumimoji="1" lang="zh-CN" altLang="en-US" sz="1400" dirty="0">
                <a:solidFill>
                  <a:srgbClr val="0A1933"/>
                </a:solidFill>
                <a:latin typeface="微软雅黑" panose="020B0503020204020204" charset="-122"/>
                <a:ea typeface="微软雅黑" panose="020B0503020204020204" charset="-122"/>
              </a:rPr>
              <a:t>时代新生</a:t>
            </a:r>
            <a:r>
              <a:rPr kumimoji="1" lang="en-US" altLang="zh-CN" sz="1400" dirty="0">
                <a:solidFill>
                  <a:srgbClr val="0A1933"/>
                </a:solidFill>
                <a:latin typeface="微软雅黑" panose="020B0503020204020204" charset="-122"/>
                <a:ea typeface="微软雅黑" panose="020B0503020204020204" charset="-122"/>
              </a:rPr>
              <a:t>-</a:t>
            </a:r>
            <a:r>
              <a:rPr kumimoji="1" lang="zh-CN" altLang="en-US" sz="1400" dirty="0">
                <a:solidFill>
                  <a:srgbClr val="0A1933"/>
                </a:solidFill>
                <a:latin typeface="微软雅黑" panose="020B0503020204020204" charset="-122"/>
                <a:ea typeface="微软雅黑" panose="020B0503020204020204" charset="-122"/>
              </a:rPr>
              <a:t>链接未来无限可能</a:t>
            </a:r>
          </a:p>
        </p:txBody>
      </p:sp>
      <p:pic>
        <p:nvPicPr>
          <p:cNvPr id="3" name="图片 2"/>
          <p:cNvPicPr>
            <a:picLocks noChangeAspect="1"/>
          </p:cNvPicPr>
          <p:nvPr/>
        </p:nvPicPr>
        <p:blipFill>
          <a:blip r:embed="rId14" cstate="email"/>
          <a:stretch>
            <a:fillRect/>
          </a:stretch>
        </p:blipFill>
        <p:spPr>
          <a:xfrm>
            <a:off x="3346838" y="1497482"/>
            <a:ext cx="2551871" cy="1586722"/>
          </a:xfrm>
          <a:prstGeom prst="rect">
            <a:avLst/>
          </a:prstGeom>
          <a:effectLst>
            <a:outerShdw blurRad="50800" dist="50800" dir="5400000" algn="ctr" rotWithShape="0">
              <a:srgbClr val="000000">
                <a:alpha val="10000"/>
              </a:srgbClr>
            </a:outerShdw>
          </a:effec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8"/>
          <p:cNvPicPr>
            <a:picLocks noChangeAspect="1"/>
          </p:cNvPicPr>
          <p:nvPr/>
        </p:nvPicPr>
        <p:blipFill rotWithShape="1">
          <a:blip r:embed="rId3" cstate="email"/>
          <a:srcRect/>
          <a:stretch>
            <a:fillRect/>
          </a:stretch>
        </p:blipFill>
        <p:spPr>
          <a:xfrm>
            <a:off x="3359696" y="-5134"/>
            <a:ext cx="8832304" cy="6818510"/>
          </a:xfrm>
          <a:prstGeom prst="rect">
            <a:avLst/>
          </a:prstGeom>
        </p:spPr>
      </p:pic>
      <p:sp>
        <p:nvSpPr>
          <p:cNvPr id="18" name="矩形 17"/>
          <p:cNvSpPr/>
          <p:nvPr/>
        </p:nvSpPr>
        <p:spPr>
          <a:xfrm>
            <a:off x="3291061" y="-10842"/>
            <a:ext cx="4248472" cy="5748927"/>
          </a:xfrm>
          <a:prstGeom prst="rect">
            <a:avLst/>
          </a:prstGeom>
          <a:gradFill>
            <a:gsLst>
              <a:gs pos="100000">
                <a:schemeClr val="accent1">
                  <a:lumMod val="5000"/>
                  <a:lumOff val="95000"/>
                  <a:alpha val="0"/>
                </a:schemeClr>
              </a:gs>
              <a:gs pos="18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p:nvSpPr>
        <p:spPr>
          <a:xfrm>
            <a:off x="3431704" y="4988646"/>
            <a:ext cx="8832304" cy="1837835"/>
          </a:xfrm>
          <a:prstGeom prst="rect">
            <a:avLst/>
          </a:prstGeom>
          <a:solidFill>
            <a:schemeClr val="bg1">
              <a:alpha val="93742"/>
            </a:schemeClr>
          </a:solidFill>
          <a:ln>
            <a:no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剪去单角的矩形 5"/>
          <p:cNvSpPr/>
          <p:nvPr/>
        </p:nvSpPr>
        <p:spPr>
          <a:xfrm>
            <a:off x="-20736" y="-4452"/>
            <a:ext cx="5268145" cy="6862451"/>
          </a:xfrm>
          <a:custGeom>
            <a:avLst/>
            <a:gdLst>
              <a:gd name="connsiteX0" fmla="*/ 0 w 4146005"/>
              <a:gd name="connsiteY0" fmla="*/ 0 h 3816424"/>
              <a:gd name="connsiteX1" fmla="*/ 3509922 w 4146005"/>
              <a:gd name="connsiteY1" fmla="*/ 0 h 3816424"/>
              <a:gd name="connsiteX2" fmla="*/ 4146005 w 4146005"/>
              <a:gd name="connsiteY2" fmla="*/ 636083 h 3816424"/>
              <a:gd name="connsiteX3" fmla="*/ 4146005 w 4146005"/>
              <a:gd name="connsiteY3" fmla="*/ 3816424 h 3816424"/>
              <a:gd name="connsiteX4" fmla="*/ 0 w 4146005"/>
              <a:gd name="connsiteY4" fmla="*/ 3816424 h 3816424"/>
              <a:gd name="connsiteX5" fmla="*/ 0 w 4146005"/>
              <a:gd name="connsiteY5" fmla="*/ 0 h 3816424"/>
              <a:gd name="connsiteX0-1" fmla="*/ 0 w 4146005"/>
              <a:gd name="connsiteY0-2" fmla="*/ 0 h 6840179"/>
              <a:gd name="connsiteX1-3" fmla="*/ 3509922 w 4146005"/>
              <a:gd name="connsiteY1-4" fmla="*/ 0 h 6840179"/>
              <a:gd name="connsiteX2-5" fmla="*/ 4146005 w 4146005"/>
              <a:gd name="connsiteY2-6" fmla="*/ 636083 h 6840179"/>
              <a:gd name="connsiteX3-7" fmla="*/ 4146005 w 4146005"/>
              <a:gd name="connsiteY3-8" fmla="*/ 3816424 h 6840179"/>
              <a:gd name="connsiteX4-9" fmla="*/ 20782 w 4146005"/>
              <a:gd name="connsiteY4-10" fmla="*/ 6840179 h 6840179"/>
              <a:gd name="connsiteX5-11" fmla="*/ 0 w 4146005"/>
              <a:gd name="connsiteY5-12" fmla="*/ 0 h 6840179"/>
              <a:gd name="connsiteX0-13" fmla="*/ 0 w 5216269"/>
              <a:gd name="connsiteY0-14" fmla="*/ 0 h 6840179"/>
              <a:gd name="connsiteX1-15" fmla="*/ 3509922 w 5216269"/>
              <a:gd name="connsiteY1-16" fmla="*/ 0 h 6840179"/>
              <a:gd name="connsiteX2-17" fmla="*/ 4146005 w 5216269"/>
              <a:gd name="connsiteY2-18" fmla="*/ 636083 h 6840179"/>
              <a:gd name="connsiteX3-19" fmla="*/ 5216269 w 5216269"/>
              <a:gd name="connsiteY3-20" fmla="*/ 6819396 h 6840179"/>
              <a:gd name="connsiteX4-21" fmla="*/ 20782 w 5216269"/>
              <a:gd name="connsiteY4-22" fmla="*/ 6840179 h 6840179"/>
              <a:gd name="connsiteX5-23" fmla="*/ 0 w 5216269"/>
              <a:gd name="connsiteY5-24" fmla="*/ 0 h 6840179"/>
              <a:gd name="connsiteX0-25" fmla="*/ 11649 w 5227918"/>
              <a:gd name="connsiteY0-26" fmla="*/ 0 h 6819396"/>
              <a:gd name="connsiteX1-27" fmla="*/ 3521571 w 5227918"/>
              <a:gd name="connsiteY1-28" fmla="*/ 0 h 6819396"/>
              <a:gd name="connsiteX2-29" fmla="*/ 4157654 w 5227918"/>
              <a:gd name="connsiteY2-30" fmla="*/ 636083 h 6819396"/>
              <a:gd name="connsiteX3-31" fmla="*/ 5227918 w 5227918"/>
              <a:gd name="connsiteY3-32" fmla="*/ 6819396 h 6819396"/>
              <a:gd name="connsiteX4-33" fmla="*/ 1258 w 5227918"/>
              <a:gd name="connsiteY4-34" fmla="*/ 6777834 h 6819396"/>
              <a:gd name="connsiteX5-35" fmla="*/ 11649 w 5227918"/>
              <a:gd name="connsiteY5-36" fmla="*/ 0 h 6819396"/>
              <a:gd name="connsiteX0-37" fmla="*/ 0 w 5216269"/>
              <a:gd name="connsiteY0-38" fmla="*/ 0 h 6819396"/>
              <a:gd name="connsiteX1-39" fmla="*/ 3509922 w 5216269"/>
              <a:gd name="connsiteY1-40" fmla="*/ 0 h 6819396"/>
              <a:gd name="connsiteX2-41" fmla="*/ 4146005 w 5216269"/>
              <a:gd name="connsiteY2-42" fmla="*/ 636083 h 6819396"/>
              <a:gd name="connsiteX3-43" fmla="*/ 5216269 w 5216269"/>
              <a:gd name="connsiteY3-44" fmla="*/ 6819396 h 6819396"/>
              <a:gd name="connsiteX4-45" fmla="*/ 62346 w 5216269"/>
              <a:gd name="connsiteY4-46" fmla="*/ 6777834 h 6819396"/>
              <a:gd name="connsiteX5-47" fmla="*/ 0 w 5216269"/>
              <a:gd name="connsiteY5-48" fmla="*/ 0 h 6819396"/>
              <a:gd name="connsiteX0-49" fmla="*/ 0 w 5216269"/>
              <a:gd name="connsiteY0-50" fmla="*/ 0 h 6819396"/>
              <a:gd name="connsiteX1-51" fmla="*/ 3509922 w 5216269"/>
              <a:gd name="connsiteY1-52" fmla="*/ 0 h 6819396"/>
              <a:gd name="connsiteX2-53" fmla="*/ 4146005 w 5216269"/>
              <a:gd name="connsiteY2-54" fmla="*/ 636083 h 6819396"/>
              <a:gd name="connsiteX3-55" fmla="*/ 5216269 w 5216269"/>
              <a:gd name="connsiteY3-56" fmla="*/ 6819396 h 6819396"/>
              <a:gd name="connsiteX4-57" fmla="*/ 17585 w 5216269"/>
              <a:gd name="connsiteY4-58" fmla="*/ 6784228 h 6819396"/>
              <a:gd name="connsiteX5-59" fmla="*/ 0 w 5216269"/>
              <a:gd name="connsiteY5-60" fmla="*/ 0 h 6819396"/>
              <a:gd name="connsiteX0-61" fmla="*/ 0 w 5216269"/>
              <a:gd name="connsiteY0-62" fmla="*/ 0 h 6819396"/>
              <a:gd name="connsiteX1-63" fmla="*/ 3509922 w 5216269"/>
              <a:gd name="connsiteY1-64" fmla="*/ 0 h 6819396"/>
              <a:gd name="connsiteX2-65" fmla="*/ 4146005 w 5216269"/>
              <a:gd name="connsiteY2-66" fmla="*/ 636083 h 6819396"/>
              <a:gd name="connsiteX3-67" fmla="*/ 5216269 w 5216269"/>
              <a:gd name="connsiteY3-68" fmla="*/ 6819396 h 6819396"/>
              <a:gd name="connsiteX4-69" fmla="*/ 11191 w 5216269"/>
              <a:gd name="connsiteY4-70" fmla="*/ 6816200 h 6819396"/>
              <a:gd name="connsiteX5-71" fmla="*/ 0 w 5216269"/>
              <a:gd name="connsiteY5-72" fmla="*/ 0 h 6819396"/>
              <a:gd name="connsiteX0-73" fmla="*/ 0 w 5209874"/>
              <a:gd name="connsiteY0-74" fmla="*/ 0 h 6851368"/>
              <a:gd name="connsiteX1-75" fmla="*/ 3509922 w 5209874"/>
              <a:gd name="connsiteY1-76" fmla="*/ 0 h 6851368"/>
              <a:gd name="connsiteX2-77" fmla="*/ 4146005 w 5209874"/>
              <a:gd name="connsiteY2-78" fmla="*/ 636083 h 6851368"/>
              <a:gd name="connsiteX3-79" fmla="*/ 5209874 w 5209874"/>
              <a:gd name="connsiteY3-80" fmla="*/ 6851368 h 6851368"/>
              <a:gd name="connsiteX4-81" fmla="*/ 11191 w 5209874"/>
              <a:gd name="connsiteY4-82" fmla="*/ 6816200 h 6851368"/>
              <a:gd name="connsiteX5-83" fmla="*/ 0 w 5209874"/>
              <a:gd name="connsiteY5-84" fmla="*/ 0 h 6851368"/>
              <a:gd name="connsiteX0-85" fmla="*/ 0 w 6028071"/>
              <a:gd name="connsiteY0-86" fmla="*/ 0 h 6851368"/>
              <a:gd name="connsiteX1-87" fmla="*/ 3509922 w 6028071"/>
              <a:gd name="connsiteY1-88" fmla="*/ 0 h 6851368"/>
              <a:gd name="connsiteX2-89" fmla="*/ 6028071 w 6028071"/>
              <a:gd name="connsiteY2-90" fmla="*/ 4808588 h 6851368"/>
              <a:gd name="connsiteX3-91" fmla="*/ 5209874 w 6028071"/>
              <a:gd name="connsiteY3-92" fmla="*/ 6851368 h 6851368"/>
              <a:gd name="connsiteX4-93" fmla="*/ 11191 w 6028071"/>
              <a:gd name="connsiteY4-94" fmla="*/ 6816200 h 6851368"/>
              <a:gd name="connsiteX5-95" fmla="*/ 0 w 6028071"/>
              <a:gd name="connsiteY5-96" fmla="*/ 0 h 6851368"/>
              <a:gd name="connsiteX0-97" fmla="*/ 0 w 6028071"/>
              <a:gd name="connsiteY0-98" fmla="*/ 0 h 6851368"/>
              <a:gd name="connsiteX1-99" fmla="*/ 3509922 w 6028071"/>
              <a:gd name="connsiteY1-100" fmla="*/ 0 h 6851368"/>
              <a:gd name="connsiteX2-101" fmla="*/ 6028071 w 6028071"/>
              <a:gd name="connsiteY2-102" fmla="*/ 4808588 h 6851368"/>
              <a:gd name="connsiteX3-103" fmla="*/ 5209874 w 6028071"/>
              <a:gd name="connsiteY3-104" fmla="*/ 6851368 h 6851368"/>
              <a:gd name="connsiteX4-105" fmla="*/ 11191 w 6028071"/>
              <a:gd name="connsiteY4-106" fmla="*/ 6816200 h 6851368"/>
              <a:gd name="connsiteX5-107" fmla="*/ 0 w 6028071"/>
              <a:gd name="connsiteY5-108" fmla="*/ 0 h 6851368"/>
              <a:gd name="connsiteX0-109" fmla="*/ 0 w 6028071"/>
              <a:gd name="connsiteY0-110" fmla="*/ 0 h 6851368"/>
              <a:gd name="connsiteX1-111" fmla="*/ 3509922 w 6028071"/>
              <a:gd name="connsiteY1-112" fmla="*/ 0 h 6851368"/>
              <a:gd name="connsiteX2-113" fmla="*/ 6028071 w 6028071"/>
              <a:gd name="connsiteY2-114" fmla="*/ 4808588 h 6851368"/>
              <a:gd name="connsiteX3-115" fmla="*/ 5209874 w 6028071"/>
              <a:gd name="connsiteY3-116" fmla="*/ 6851368 h 6851368"/>
              <a:gd name="connsiteX4-117" fmla="*/ 11191 w 6028071"/>
              <a:gd name="connsiteY4-118" fmla="*/ 6816200 h 6851368"/>
              <a:gd name="connsiteX5-119" fmla="*/ 0 w 6028071"/>
              <a:gd name="connsiteY5-120" fmla="*/ 0 h 6851368"/>
              <a:gd name="connsiteX0-121" fmla="*/ 0 w 6028071"/>
              <a:gd name="connsiteY0-122" fmla="*/ 0 h 6851368"/>
              <a:gd name="connsiteX1-123" fmla="*/ 3625332 w 6028071"/>
              <a:gd name="connsiteY1-124" fmla="*/ 0 h 6851368"/>
              <a:gd name="connsiteX2-125" fmla="*/ 6028071 w 6028071"/>
              <a:gd name="connsiteY2-126" fmla="*/ 4808588 h 6851368"/>
              <a:gd name="connsiteX3-127" fmla="*/ 5209874 w 6028071"/>
              <a:gd name="connsiteY3-128" fmla="*/ 6851368 h 6851368"/>
              <a:gd name="connsiteX4-129" fmla="*/ 11191 w 6028071"/>
              <a:gd name="connsiteY4-130" fmla="*/ 6816200 h 6851368"/>
              <a:gd name="connsiteX5-131" fmla="*/ 0 w 6028071"/>
              <a:gd name="connsiteY5-132" fmla="*/ 0 h 6851368"/>
              <a:gd name="connsiteX0-133" fmla="*/ 0 w 6028071"/>
              <a:gd name="connsiteY0-134" fmla="*/ 0 h 6851368"/>
              <a:gd name="connsiteX1-135" fmla="*/ 3625332 w 6028071"/>
              <a:gd name="connsiteY1-136" fmla="*/ 0 h 6851368"/>
              <a:gd name="connsiteX2-137" fmla="*/ 6028071 w 6028071"/>
              <a:gd name="connsiteY2-138" fmla="*/ 4808588 h 6851368"/>
              <a:gd name="connsiteX3-139" fmla="*/ 5209874 w 6028071"/>
              <a:gd name="connsiteY3-140" fmla="*/ 6851368 h 6851368"/>
              <a:gd name="connsiteX4-141" fmla="*/ 11191 w 6028071"/>
              <a:gd name="connsiteY4-142" fmla="*/ 6816200 h 6851368"/>
              <a:gd name="connsiteX5-143" fmla="*/ 0 w 6028071"/>
              <a:gd name="connsiteY5-144" fmla="*/ 0 h 6851368"/>
              <a:gd name="connsiteX0-145" fmla="*/ 0 w 6028071"/>
              <a:gd name="connsiteY0-146" fmla="*/ 0 h 6851368"/>
              <a:gd name="connsiteX1-147" fmla="*/ 3625332 w 6028071"/>
              <a:gd name="connsiteY1-148" fmla="*/ 0 h 6851368"/>
              <a:gd name="connsiteX2-149" fmla="*/ 6028071 w 6028071"/>
              <a:gd name="connsiteY2-150" fmla="*/ 4808588 h 6851368"/>
              <a:gd name="connsiteX3-151" fmla="*/ 5209874 w 6028071"/>
              <a:gd name="connsiteY3-152" fmla="*/ 6851368 h 6851368"/>
              <a:gd name="connsiteX4-153" fmla="*/ 95857 w 6028071"/>
              <a:gd name="connsiteY4-154" fmla="*/ 6675089 h 6851368"/>
              <a:gd name="connsiteX5-155" fmla="*/ 0 w 6028071"/>
              <a:gd name="connsiteY5-156" fmla="*/ 0 h 6851368"/>
              <a:gd name="connsiteX0-157" fmla="*/ 0 w 6028071"/>
              <a:gd name="connsiteY0-158" fmla="*/ 0 h 6823145"/>
              <a:gd name="connsiteX1-159" fmla="*/ 3625332 w 6028071"/>
              <a:gd name="connsiteY1-160" fmla="*/ 0 h 6823145"/>
              <a:gd name="connsiteX2-161" fmla="*/ 6028071 w 6028071"/>
              <a:gd name="connsiteY2-162" fmla="*/ 4808588 h 6823145"/>
              <a:gd name="connsiteX3-163" fmla="*/ 5226808 w 6028071"/>
              <a:gd name="connsiteY3-164" fmla="*/ 6823145 h 6823145"/>
              <a:gd name="connsiteX4-165" fmla="*/ 95857 w 6028071"/>
              <a:gd name="connsiteY4-166" fmla="*/ 6675089 h 6823145"/>
              <a:gd name="connsiteX5-167" fmla="*/ 0 w 6028071"/>
              <a:gd name="connsiteY5-168" fmla="*/ 0 h 6823145"/>
              <a:gd name="connsiteX0-169" fmla="*/ 0 w 6028071"/>
              <a:gd name="connsiteY0-170" fmla="*/ 0 h 6823145"/>
              <a:gd name="connsiteX1-171" fmla="*/ 3625332 w 6028071"/>
              <a:gd name="connsiteY1-172" fmla="*/ 0 h 6823145"/>
              <a:gd name="connsiteX2-173" fmla="*/ 6028071 w 6028071"/>
              <a:gd name="connsiteY2-174" fmla="*/ 4808588 h 6823145"/>
              <a:gd name="connsiteX3-175" fmla="*/ 5226808 w 6028071"/>
              <a:gd name="connsiteY3-176" fmla="*/ 6823145 h 6823145"/>
              <a:gd name="connsiteX4-177" fmla="*/ 22479 w 6028071"/>
              <a:gd name="connsiteY4-178" fmla="*/ 6799267 h 6823145"/>
              <a:gd name="connsiteX5-179" fmla="*/ 0 w 6028071"/>
              <a:gd name="connsiteY5-180" fmla="*/ 0 h 6823145"/>
              <a:gd name="connsiteX0-181" fmla="*/ 0 w 6028071"/>
              <a:gd name="connsiteY0-182" fmla="*/ 0 h 6804930"/>
              <a:gd name="connsiteX1-183" fmla="*/ 3625332 w 6028071"/>
              <a:gd name="connsiteY1-184" fmla="*/ 0 h 6804930"/>
              <a:gd name="connsiteX2-185" fmla="*/ 6028071 w 6028071"/>
              <a:gd name="connsiteY2-186" fmla="*/ 4808588 h 6804930"/>
              <a:gd name="connsiteX3-187" fmla="*/ 5226808 w 6028071"/>
              <a:gd name="connsiteY3-188" fmla="*/ 6804930 h 6804930"/>
              <a:gd name="connsiteX4-189" fmla="*/ 22479 w 6028071"/>
              <a:gd name="connsiteY4-190" fmla="*/ 6799267 h 6804930"/>
              <a:gd name="connsiteX5-191" fmla="*/ 0 w 6028071"/>
              <a:gd name="connsiteY5-192" fmla="*/ 0 h 6804930"/>
              <a:gd name="connsiteX0-193" fmla="*/ 0 w 6028071"/>
              <a:gd name="connsiteY0-194" fmla="*/ 0 h 6804930"/>
              <a:gd name="connsiteX1-195" fmla="*/ 3893286 w 6028071"/>
              <a:gd name="connsiteY1-196" fmla="*/ 11071 h 6804930"/>
              <a:gd name="connsiteX2-197" fmla="*/ 6028071 w 6028071"/>
              <a:gd name="connsiteY2-198" fmla="*/ 4808588 h 6804930"/>
              <a:gd name="connsiteX3-199" fmla="*/ 5226808 w 6028071"/>
              <a:gd name="connsiteY3-200" fmla="*/ 6804930 h 6804930"/>
              <a:gd name="connsiteX4-201" fmla="*/ 22479 w 6028071"/>
              <a:gd name="connsiteY4-202" fmla="*/ 6799267 h 6804930"/>
              <a:gd name="connsiteX5-203" fmla="*/ 0 w 6028071"/>
              <a:gd name="connsiteY5-204" fmla="*/ 0 h 6804930"/>
              <a:gd name="connsiteX0-205" fmla="*/ 0 w 6028071"/>
              <a:gd name="connsiteY0-206" fmla="*/ 7710 h 6812640"/>
              <a:gd name="connsiteX1-207" fmla="*/ 3900502 w 6028071"/>
              <a:gd name="connsiteY1-208" fmla="*/ 0 h 6812640"/>
              <a:gd name="connsiteX2-209" fmla="*/ 6028071 w 6028071"/>
              <a:gd name="connsiteY2-210" fmla="*/ 4816298 h 6812640"/>
              <a:gd name="connsiteX3-211" fmla="*/ 5226808 w 6028071"/>
              <a:gd name="connsiteY3-212" fmla="*/ 6812640 h 6812640"/>
              <a:gd name="connsiteX4-213" fmla="*/ 22479 w 6028071"/>
              <a:gd name="connsiteY4-214" fmla="*/ 6806977 h 6812640"/>
              <a:gd name="connsiteX5-215" fmla="*/ 0 w 6028071"/>
              <a:gd name="connsiteY5-216" fmla="*/ 7710 h 68126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028071" h="6812640">
                <a:moveTo>
                  <a:pt x="0" y="7710"/>
                </a:moveTo>
                <a:lnTo>
                  <a:pt x="3900502" y="0"/>
                </a:lnTo>
                <a:cubicBezTo>
                  <a:pt x="4739885" y="1602863"/>
                  <a:pt x="5969923" y="3062514"/>
                  <a:pt x="6028071" y="4816298"/>
                </a:cubicBezTo>
                <a:cubicBezTo>
                  <a:pt x="5986158" y="5870087"/>
                  <a:pt x="5677093" y="6087324"/>
                  <a:pt x="5226808" y="6812640"/>
                </a:cubicBezTo>
                <a:lnTo>
                  <a:pt x="22479" y="6806977"/>
                </a:lnTo>
                <a:cubicBezTo>
                  <a:pt x="15552" y="4526917"/>
                  <a:pt x="6927" y="2287770"/>
                  <a:pt x="0" y="7710"/>
                </a:cubicBezTo>
                <a:close/>
              </a:path>
            </a:pathLst>
          </a:custGeom>
          <a:gradFill>
            <a:gsLst>
              <a:gs pos="6000">
                <a:srgbClr val="FFDE93"/>
              </a:gs>
              <a:gs pos="100000">
                <a:srgbClr val="C5A86E"/>
              </a:gs>
            </a:gsLst>
            <a:lin ang="7800000" scaled="0"/>
          </a:gradFill>
          <a:ln>
            <a:noFill/>
          </a:ln>
          <a:effectLst>
            <a:outerShdw blurRad="431955" dist="50800" dir="5400000" algn="c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5" name="图片 24"/>
          <p:cNvPicPr>
            <a:picLocks noChangeAspect="1"/>
          </p:cNvPicPr>
          <p:nvPr/>
        </p:nvPicPr>
        <p:blipFill>
          <a:blip r:embed="rId4" cstate="email"/>
          <a:stretch>
            <a:fillRect/>
          </a:stretch>
        </p:blipFill>
        <p:spPr>
          <a:xfrm>
            <a:off x="5432140" y="5195101"/>
            <a:ext cx="1652722" cy="814268"/>
          </a:xfrm>
          <a:prstGeom prst="rect">
            <a:avLst/>
          </a:prstGeom>
        </p:spPr>
      </p:pic>
      <p:pic>
        <p:nvPicPr>
          <p:cNvPr id="27" name="图片 26"/>
          <p:cNvPicPr>
            <a:picLocks noChangeAspect="1"/>
          </p:cNvPicPr>
          <p:nvPr/>
        </p:nvPicPr>
        <p:blipFill>
          <a:blip r:embed="rId5" cstate="email"/>
          <a:stretch>
            <a:fillRect/>
          </a:stretch>
        </p:blipFill>
        <p:spPr>
          <a:xfrm>
            <a:off x="7464152" y="5195101"/>
            <a:ext cx="1770236" cy="723488"/>
          </a:xfrm>
          <a:prstGeom prst="rect">
            <a:avLst/>
          </a:prstGeom>
        </p:spPr>
      </p:pic>
      <p:pic>
        <p:nvPicPr>
          <p:cNvPr id="29" name="图片 28"/>
          <p:cNvPicPr>
            <a:picLocks noChangeAspect="1"/>
          </p:cNvPicPr>
          <p:nvPr/>
        </p:nvPicPr>
        <p:blipFill>
          <a:blip r:embed="rId6" cstate="email"/>
          <a:stretch>
            <a:fillRect/>
          </a:stretch>
        </p:blipFill>
        <p:spPr>
          <a:xfrm>
            <a:off x="9552384" y="5223916"/>
            <a:ext cx="2386617" cy="665859"/>
          </a:xfrm>
          <a:prstGeom prst="rect">
            <a:avLst/>
          </a:prstGeom>
        </p:spPr>
      </p:pic>
      <p:pic>
        <p:nvPicPr>
          <p:cNvPr id="31" name="图片 30"/>
          <p:cNvPicPr>
            <a:picLocks noChangeAspect="1"/>
          </p:cNvPicPr>
          <p:nvPr/>
        </p:nvPicPr>
        <p:blipFill rotWithShape="1">
          <a:blip r:embed="rId7" cstate="email"/>
          <a:srcRect r="-1"/>
          <a:stretch>
            <a:fillRect/>
          </a:stretch>
        </p:blipFill>
        <p:spPr>
          <a:xfrm>
            <a:off x="5228004" y="6073616"/>
            <a:ext cx="1551636" cy="467329"/>
          </a:xfrm>
          <a:prstGeom prst="rect">
            <a:avLst/>
          </a:prstGeom>
        </p:spPr>
      </p:pic>
      <p:pic>
        <p:nvPicPr>
          <p:cNvPr id="33" name="图片 32"/>
          <p:cNvPicPr>
            <a:picLocks noChangeAspect="1"/>
          </p:cNvPicPr>
          <p:nvPr/>
        </p:nvPicPr>
        <p:blipFill rotWithShape="1">
          <a:blip r:embed="rId8" cstate="email"/>
          <a:srcRect/>
          <a:stretch>
            <a:fillRect/>
          </a:stretch>
        </p:blipFill>
        <p:spPr>
          <a:xfrm>
            <a:off x="7037075" y="6072499"/>
            <a:ext cx="1419554" cy="499068"/>
          </a:xfrm>
          <a:prstGeom prst="rect">
            <a:avLst/>
          </a:prstGeom>
        </p:spPr>
      </p:pic>
      <p:pic>
        <p:nvPicPr>
          <p:cNvPr id="35" name="图片 34"/>
          <p:cNvPicPr>
            <a:picLocks noChangeAspect="1"/>
          </p:cNvPicPr>
          <p:nvPr/>
        </p:nvPicPr>
        <p:blipFill rotWithShape="1">
          <a:blip r:embed="rId9" cstate="email"/>
          <a:srcRect/>
          <a:stretch>
            <a:fillRect/>
          </a:stretch>
        </p:blipFill>
        <p:spPr>
          <a:xfrm>
            <a:off x="8909873" y="6088369"/>
            <a:ext cx="1359341" cy="433388"/>
          </a:xfrm>
          <a:prstGeom prst="rect">
            <a:avLst/>
          </a:prstGeom>
        </p:spPr>
      </p:pic>
      <p:pic>
        <p:nvPicPr>
          <p:cNvPr id="37" name="图片 36"/>
          <p:cNvPicPr>
            <a:picLocks noChangeAspect="1"/>
          </p:cNvPicPr>
          <p:nvPr/>
        </p:nvPicPr>
        <p:blipFill>
          <a:blip r:embed="rId10" cstate="email"/>
          <a:stretch>
            <a:fillRect/>
          </a:stretch>
        </p:blipFill>
        <p:spPr>
          <a:xfrm>
            <a:off x="10514031" y="5927100"/>
            <a:ext cx="1424970" cy="814268"/>
          </a:xfrm>
          <a:prstGeom prst="rect">
            <a:avLst/>
          </a:prstGeom>
        </p:spPr>
      </p:pic>
      <p:sp>
        <p:nvSpPr>
          <p:cNvPr id="5" name="文本框 4"/>
          <p:cNvSpPr txBox="1"/>
          <p:nvPr/>
        </p:nvSpPr>
        <p:spPr>
          <a:xfrm>
            <a:off x="5247409" y="-477982"/>
            <a:ext cx="184731" cy="369332"/>
          </a:xfrm>
          <a:prstGeom prst="rect">
            <a:avLst/>
          </a:prstGeom>
          <a:noFill/>
        </p:spPr>
        <p:txBody>
          <a:bodyPr wrap="none" rtlCol="0">
            <a:spAutoFit/>
          </a:bodyPr>
          <a:lstStyle/>
          <a:p>
            <a:endParaRPr kumimoji="1" lang="zh-CN" altLang="en-US" dirty="0"/>
          </a:p>
        </p:txBody>
      </p:sp>
      <p:sp>
        <p:nvSpPr>
          <p:cNvPr id="8" name="矩形 7"/>
          <p:cNvSpPr/>
          <p:nvPr/>
        </p:nvSpPr>
        <p:spPr>
          <a:xfrm>
            <a:off x="294492" y="1553443"/>
            <a:ext cx="6096000" cy="499560"/>
          </a:xfrm>
          <a:prstGeom prst="rect">
            <a:avLst/>
          </a:prstGeom>
        </p:spPr>
        <p:txBody>
          <a:bodyPr>
            <a:spAutoFit/>
          </a:bodyPr>
          <a:lstStyle/>
          <a:p>
            <a:pPr>
              <a:lnSpc>
                <a:spcPct val="150000"/>
              </a:lnSpc>
            </a:pP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mn-lt"/>
              </a:rPr>
              <a:t>国内最具规模实力的旅行服务商</a:t>
            </a:r>
          </a:p>
        </p:txBody>
      </p:sp>
      <p:sp>
        <p:nvSpPr>
          <p:cNvPr id="9" name="文本框 8"/>
          <p:cNvSpPr txBox="1"/>
          <p:nvPr/>
        </p:nvSpPr>
        <p:spPr>
          <a:xfrm>
            <a:off x="313090" y="2133266"/>
            <a:ext cx="4918814" cy="3553460"/>
          </a:xfrm>
          <a:prstGeom prst="rect">
            <a:avLst/>
          </a:prstGeom>
          <a:noFill/>
        </p:spPr>
        <p:txBody>
          <a:bodyPr wrap="square">
            <a:spAutoFit/>
          </a:bodyPr>
          <a:lstStyle/>
          <a:p>
            <a:pPr marL="285750" indent="-285750" algn="just">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rPr>
              <a:t>中旅、国旅、港中旅</a:t>
            </a:r>
            <a:r>
              <a:rPr lang="en-US" altLang="zh-CN" b="1" dirty="0">
                <a:solidFill>
                  <a:schemeClr val="tx1">
                    <a:lumMod val="65000"/>
                    <a:lumOff val="35000"/>
                  </a:schemeClr>
                </a:solidFill>
                <a:latin typeface="微软雅黑" panose="020B0503020204020204" charset="-122"/>
                <a:ea typeface="微软雅黑" panose="020B0503020204020204" charset="-122"/>
              </a:rPr>
              <a:t> </a:t>
            </a:r>
            <a:r>
              <a:rPr lang="zh-CN" altLang="en-US" b="1" dirty="0">
                <a:solidFill>
                  <a:schemeClr val="tx1">
                    <a:lumMod val="65000"/>
                    <a:lumOff val="35000"/>
                  </a:schemeClr>
                </a:solidFill>
                <a:latin typeface="微软雅黑" panose="020B0503020204020204" charset="-122"/>
                <a:ea typeface="微软雅黑" panose="020B0503020204020204" charset="-122"/>
              </a:rPr>
              <a:t>战略重组</a:t>
            </a:r>
          </a:p>
          <a:p>
            <a:pPr marL="285750" indent="-285750" algn="just">
              <a:lnSpc>
                <a:spcPct val="250000"/>
              </a:lnSpc>
              <a:buFont typeface="Wingdings" panose="05000000000000000000" charset="0"/>
              <a:buChar char="l"/>
            </a:pPr>
            <a:r>
              <a:rPr lang="zh-CN" altLang="en-US" b="1" i="0" dirty="0">
                <a:solidFill>
                  <a:schemeClr val="tx1">
                    <a:lumMod val="65000"/>
                    <a:lumOff val="35000"/>
                  </a:schemeClr>
                </a:solidFill>
                <a:effectLst/>
                <a:latin typeface="微软雅黑" panose="020B0503020204020204" charset="-122"/>
                <a:ea typeface="微软雅黑" panose="020B0503020204020204" charset="-122"/>
              </a:rPr>
              <a:t>旅行社业务</a:t>
            </a:r>
            <a:r>
              <a:rPr lang="zh-CN" altLang="en-US" sz="1400" b="1" dirty="0">
                <a:solidFill>
                  <a:schemeClr val="tx1">
                    <a:lumMod val="65000"/>
                    <a:lumOff val="35000"/>
                  </a:schemeClr>
                </a:solidFill>
                <a:latin typeface="微软雅黑" panose="020B0503020204020204" charset="-122"/>
                <a:ea typeface="微软雅黑" panose="020B0503020204020204" charset="-122"/>
              </a:rPr>
              <a:t>：</a:t>
            </a:r>
            <a:r>
              <a:rPr lang="zh-CN" altLang="en-US" sz="1400" b="1" i="0" dirty="0">
                <a:solidFill>
                  <a:schemeClr val="tx1">
                    <a:lumMod val="65000"/>
                    <a:lumOff val="35000"/>
                  </a:schemeClr>
                </a:solidFill>
                <a:effectLst/>
                <a:latin typeface="微软雅黑" panose="020B0503020204020204" charset="-122"/>
                <a:ea typeface="微软雅黑" panose="020B0503020204020204" charset="-122"/>
              </a:rPr>
              <a:t>入境、出境、国内、定制、创新等</a:t>
            </a:r>
          </a:p>
          <a:p>
            <a:pPr marL="285750" indent="-285750" algn="just">
              <a:lnSpc>
                <a:spcPct val="250000"/>
              </a:lnSpc>
              <a:buFont typeface="Wingdings" panose="05000000000000000000" charset="0"/>
              <a:buChar char="l"/>
            </a:pPr>
            <a:r>
              <a:rPr lang="zh-CN" altLang="en-US" b="1" i="0" dirty="0">
                <a:solidFill>
                  <a:schemeClr val="tx1">
                    <a:lumMod val="65000"/>
                    <a:lumOff val="35000"/>
                  </a:schemeClr>
                </a:solidFill>
                <a:effectLst/>
                <a:latin typeface="微软雅黑" panose="020B0503020204020204" charset="-122"/>
                <a:ea typeface="微软雅黑" panose="020B0503020204020204" charset="-122"/>
              </a:rPr>
              <a:t>会展</a:t>
            </a:r>
            <a:r>
              <a:rPr lang="zh-CN" altLang="en-US" sz="1400" b="1" i="0" dirty="0">
                <a:solidFill>
                  <a:schemeClr val="tx1">
                    <a:lumMod val="65000"/>
                    <a:lumOff val="35000"/>
                  </a:schemeClr>
                </a:solidFill>
                <a:effectLst/>
                <a:latin typeface="微软雅黑" panose="020B0503020204020204" charset="-122"/>
                <a:ea typeface="微软雅黑" panose="020B0503020204020204" charset="-122"/>
              </a:rPr>
              <a:t>、</a:t>
            </a:r>
            <a:r>
              <a:rPr lang="zh-CN" altLang="en-US" b="1" i="0" dirty="0">
                <a:solidFill>
                  <a:schemeClr val="tx1">
                    <a:lumMod val="65000"/>
                    <a:lumOff val="35000"/>
                  </a:schemeClr>
                </a:solidFill>
                <a:effectLst/>
                <a:latin typeface="微软雅黑" panose="020B0503020204020204" charset="-122"/>
                <a:ea typeface="微软雅黑" panose="020B0503020204020204" charset="-122"/>
              </a:rPr>
              <a:t>商旅</a:t>
            </a:r>
            <a:r>
              <a:rPr lang="zh-CN" altLang="en-US" sz="1400" b="1" dirty="0">
                <a:solidFill>
                  <a:schemeClr val="tx1">
                    <a:lumMod val="65000"/>
                    <a:lumOff val="35000"/>
                  </a:schemeClr>
                </a:solidFill>
                <a:latin typeface="微软雅黑" panose="020B0503020204020204" charset="-122"/>
                <a:ea typeface="微软雅黑" panose="020B0503020204020204" charset="-122"/>
              </a:rPr>
              <a:t>、</a:t>
            </a:r>
            <a:r>
              <a:rPr lang="zh-CN" altLang="en-US" b="1" i="0" dirty="0">
                <a:solidFill>
                  <a:schemeClr val="tx1">
                    <a:lumMod val="65000"/>
                    <a:lumOff val="35000"/>
                  </a:schemeClr>
                </a:solidFill>
                <a:effectLst/>
                <a:latin typeface="微软雅黑" panose="020B0503020204020204" charset="-122"/>
                <a:ea typeface="微软雅黑" panose="020B0503020204020204" charset="-122"/>
              </a:rPr>
              <a:t>航票</a:t>
            </a:r>
            <a:r>
              <a:rPr lang="zh-CN" altLang="en-US" sz="1400" b="1" dirty="0">
                <a:solidFill>
                  <a:schemeClr val="tx1">
                    <a:lumMod val="65000"/>
                    <a:lumOff val="35000"/>
                  </a:schemeClr>
                </a:solidFill>
                <a:latin typeface="微软雅黑" panose="020B0503020204020204" charset="-122"/>
                <a:ea typeface="微软雅黑" panose="020B0503020204020204" charset="-122"/>
              </a:rPr>
              <a:t>、</a:t>
            </a:r>
            <a:r>
              <a:rPr lang="zh-CN" altLang="en-US" b="1" i="0" dirty="0">
                <a:solidFill>
                  <a:schemeClr val="tx1">
                    <a:lumMod val="65000"/>
                    <a:lumOff val="35000"/>
                  </a:schemeClr>
                </a:solidFill>
                <a:effectLst/>
                <a:latin typeface="微软雅黑" panose="020B0503020204020204" charset="-122"/>
                <a:ea typeface="微软雅黑" panose="020B0503020204020204" charset="-122"/>
              </a:rPr>
              <a:t>签证</a:t>
            </a:r>
            <a:endParaRPr lang="zh-CN" altLang="en-US" sz="1400" b="1" i="0" dirty="0">
              <a:solidFill>
                <a:schemeClr val="tx1">
                  <a:lumMod val="65000"/>
                  <a:lumOff val="35000"/>
                </a:schemeClr>
              </a:solidFill>
              <a:effectLst/>
              <a:latin typeface="微软雅黑" panose="020B0503020204020204" charset="-122"/>
              <a:ea typeface="微软雅黑" panose="020B0503020204020204" charset="-122"/>
            </a:endParaRPr>
          </a:p>
          <a:p>
            <a:pPr marL="285750" indent="-285750" algn="just">
              <a:lnSpc>
                <a:spcPct val="250000"/>
              </a:lnSpc>
              <a:buFont typeface="Wingdings" panose="05000000000000000000" charset="0"/>
              <a:buChar char="l"/>
            </a:pPr>
            <a:r>
              <a:rPr lang="zh-CN" altLang="en-US" sz="1800" b="1" i="0" dirty="0">
                <a:solidFill>
                  <a:schemeClr val="tx1">
                    <a:lumMod val="65000"/>
                    <a:lumOff val="35000"/>
                  </a:schemeClr>
                </a:solidFill>
                <a:effectLst/>
                <a:latin typeface="微软雅黑" panose="020B0503020204020204" charset="-122"/>
                <a:ea typeface="微软雅黑" panose="020B0503020204020204" charset="-122"/>
              </a:rPr>
              <a:t>独家受理《回乡证》《台胞证》</a:t>
            </a:r>
          </a:p>
          <a:p>
            <a:pPr marL="285750" indent="-285750" algn="just">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rPr>
              <a:t>最具品牌影响力旅行社央企</a:t>
            </a:r>
            <a:endParaRPr lang="en-US" altLang="zh-CN" b="1" dirty="0">
              <a:solidFill>
                <a:schemeClr val="tx1">
                  <a:lumMod val="65000"/>
                  <a:lumOff val="35000"/>
                </a:schemeClr>
              </a:solidFill>
              <a:latin typeface="微软雅黑" panose="020B0503020204020204" charset="-122"/>
              <a:ea typeface="微软雅黑" panose="020B0503020204020204" charset="-122"/>
              <a:sym typeface="+mn-lt"/>
            </a:endParaRPr>
          </a:p>
        </p:txBody>
      </p:sp>
      <p:pic>
        <p:nvPicPr>
          <p:cNvPr id="23" name="图片 22"/>
          <p:cNvPicPr>
            <a:picLocks noChangeAspect="1"/>
          </p:cNvPicPr>
          <p:nvPr/>
        </p:nvPicPr>
        <p:blipFill rotWithShape="1">
          <a:blip r:embed="rId11" cstate="email"/>
          <a:srcRect/>
          <a:stretch>
            <a:fillRect/>
          </a:stretch>
        </p:blipFill>
        <p:spPr>
          <a:xfrm>
            <a:off x="356581" y="335499"/>
            <a:ext cx="1950564" cy="598576"/>
          </a:xfrm>
          <a:prstGeom prst="rect">
            <a:avLst/>
          </a:prstGeom>
        </p:spPr>
      </p:pic>
      <p:sp>
        <p:nvSpPr>
          <p:cNvPr id="2" name="文本框 1"/>
          <p:cNvSpPr txBox="1"/>
          <p:nvPr/>
        </p:nvSpPr>
        <p:spPr>
          <a:xfrm>
            <a:off x="10269214" y="4534424"/>
            <a:ext cx="1620957" cy="338554"/>
          </a:xfrm>
          <a:prstGeom prst="rect">
            <a:avLst/>
          </a:prstGeom>
          <a:noFill/>
        </p:spPr>
        <p:txBody>
          <a:bodyPr wrap="none" rtlCol="0">
            <a:spAutoFit/>
          </a:bodyPr>
          <a:lstStyle/>
          <a:p>
            <a:pPr algn="r"/>
            <a:r>
              <a:rPr kumimoji="1" lang="zh-CN" altLang="en-US" sz="1600" dirty="0">
                <a:latin typeface="微软雅黑" panose="020B0503020204020204" charset="-122"/>
                <a:ea typeface="微软雅黑" panose="020B0503020204020204" charset="-122"/>
              </a:rPr>
              <a:t>中旅旅行营业厅</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rotWithShape="1">
          <a:blip r:embed="rId2" cstate="email"/>
          <a:srcRect/>
          <a:stretch>
            <a:fillRect/>
          </a:stretch>
        </p:blipFill>
        <p:spPr>
          <a:xfrm>
            <a:off x="1595208" y="-10754"/>
            <a:ext cx="10596792" cy="6811459"/>
          </a:xfrm>
          <a:prstGeom prst="rect">
            <a:avLst/>
          </a:prstGeom>
        </p:spPr>
      </p:pic>
      <p:sp>
        <p:nvSpPr>
          <p:cNvPr id="35" name="矩形 34"/>
          <p:cNvSpPr/>
          <p:nvPr/>
        </p:nvSpPr>
        <p:spPr>
          <a:xfrm>
            <a:off x="3291061" y="-10842"/>
            <a:ext cx="4248472" cy="5036313"/>
          </a:xfrm>
          <a:prstGeom prst="rect">
            <a:avLst/>
          </a:prstGeom>
          <a:gradFill>
            <a:gsLst>
              <a:gs pos="100000">
                <a:schemeClr val="accent1">
                  <a:lumMod val="5000"/>
                  <a:lumOff val="95000"/>
                  <a:alpha val="0"/>
                </a:schemeClr>
              </a:gs>
              <a:gs pos="18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p:cNvSpPr/>
          <p:nvPr/>
        </p:nvSpPr>
        <p:spPr>
          <a:xfrm>
            <a:off x="3373551" y="4998874"/>
            <a:ext cx="8832304" cy="1837835"/>
          </a:xfrm>
          <a:prstGeom prst="rect">
            <a:avLst/>
          </a:prstGeom>
          <a:solidFill>
            <a:schemeClr val="bg1">
              <a:alpha val="93742"/>
            </a:schemeClr>
          </a:solidFill>
          <a:ln>
            <a:no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剪去单角的矩形 5"/>
          <p:cNvSpPr/>
          <p:nvPr/>
        </p:nvSpPr>
        <p:spPr>
          <a:xfrm>
            <a:off x="-20736" y="-4452"/>
            <a:ext cx="5268145" cy="6862451"/>
          </a:xfrm>
          <a:custGeom>
            <a:avLst/>
            <a:gdLst>
              <a:gd name="connsiteX0" fmla="*/ 0 w 4146005"/>
              <a:gd name="connsiteY0" fmla="*/ 0 h 3816424"/>
              <a:gd name="connsiteX1" fmla="*/ 3509922 w 4146005"/>
              <a:gd name="connsiteY1" fmla="*/ 0 h 3816424"/>
              <a:gd name="connsiteX2" fmla="*/ 4146005 w 4146005"/>
              <a:gd name="connsiteY2" fmla="*/ 636083 h 3816424"/>
              <a:gd name="connsiteX3" fmla="*/ 4146005 w 4146005"/>
              <a:gd name="connsiteY3" fmla="*/ 3816424 h 3816424"/>
              <a:gd name="connsiteX4" fmla="*/ 0 w 4146005"/>
              <a:gd name="connsiteY4" fmla="*/ 3816424 h 3816424"/>
              <a:gd name="connsiteX5" fmla="*/ 0 w 4146005"/>
              <a:gd name="connsiteY5" fmla="*/ 0 h 3816424"/>
              <a:gd name="connsiteX0-1" fmla="*/ 0 w 4146005"/>
              <a:gd name="connsiteY0-2" fmla="*/ 0 h 6840179"/>
              <a:gd name="connsiteX1-3" fmla="*/ 3509922 w 4146005"/>
              <a:gd name="connsiteY1-4" fmla="*/ 0 h 6840179"/>
              <a:gd name="connsiteX2-5" fmla="*/ 4146005 w 4146005"/>
              <a:gd name="connsiteY2-6" fmla="*/ 636083 h 6840179"/>
              <a:gd name="connsiteX3-7" fmla="*/ 4146005 w 4146005"/>
              <a:gd name="connsiteY3-8" fmla="*/ 3816424 h 6840179"/>
              <a:gd name="connsiteX4-9" fmla="*/ 20782 w 4146005"/>
              <a:gd name="connsiteY4-10" fmla="*/ 6840179 h 6840179"/>
              <a:gd name="connsiteX5-11" fmla="*/ 0 w 4146005"/>
              <a:gd name="connsiteY5-12" fmla="*/ 0 h 6840179"/>
              <a:gd name="connsiteX0-13" fmla="*/ 0 w 5216269"/>
              <a:gd name="connsiteY0-14" fmla="*/ 0 h 6840179"/>
              <a:gd name="connsiteX1-15" fmla="*/ 3509922 w 5216269"/>
              <a:gd name="connsiteY1-16" fmla="*/ 0 h 6840179"/>
              <a:gd name="connsiteX2-17" fmla="*/ 4146005 w 5216269"/>
              <a:gd name="connsiteY2-18" fmla="*/ 636083 h 6840179"/>
              <a:gd name="connsiteX3-19" fmla="*/ 5216269 w 5216269"/>
              <a:gd name="connsiteY3-20" fmla="*/ 6819396 h 6840179"/>
              <a:gd name="connsiteX4-21" fmla="*/ 20782 w 5216269"/>
              <a:gd name="connsiteY4-22" fmla="*/ 6840179 h 6840179"/>
              <a:gd name="connsiteX5-23" fmla="*/ 0 w 5216269"/>
              <a:gd name="connsiteY5-24" fmla="*/ 0 h 6840179"/>
              <a:gd name="connsiteX0-25" fmla="*/ 11649 w 5227918"/>
              <a:gd name="connsiteY0-26" fmla="*/ 0 h 6819396"/>
              <a:gd name="connsiteX1-27" fmla="*/ 3521571 w 5227918"/>
              <a:gd name="connsiteY1-28" fmla="*/ 0 h 6819396"/>
              <a:gd name="connsiteX2-29" fmla="*/ 4157654 w 5227918"/>
              <a:gd name="connsiteY2-30" fmla="*/ 636083 h 6819396"/>
              <a:gd name="connsiteX3-31" fmla="*/ 5227918 w 5227918"/>
              <a:gd name="connsiteY3-32" fmla="*/ 6819396 h 6819396"/>
              <a:gd name="connsiteX4-33" fmla="*/ 1258 w 5227918"/>
              <a:gd name="connsiteY4-34" fmla="*/ 6777834 h 6819396"/>
              <a:gd name="connsiteX5-35" fmla="*/ 11649 w 5227918"/>
              <a:gd name="connsiteY5-36" fmla="*/ 0 h 6819396"/>
              <a:gd name="connsiteX0-37" fmla="*/ 0 w 5216269"/>
              <a:gd name="connsiteY0-38" fmla="*/ 0 h 6819396"/>
              <a:gd name="connsiteX1-39" fmla="*/ 3509922 w 5216269"/>
              <a:gd name="connsiteY1-40" fmla="*/ 0 h 6819396"/>
              <a:gd name="connsiteX2-41" fmla="*/ 4146005 w 5216269"/>
              <a:gd name="connsiteY2-42" fmla="*/ 636083 h 6819396"/>
              <a:gd name="connsiteX3-43" fmla="*/ 5216269 w 5216269"/>
              <a:gd name="connsiteY3-44" fmla="*/ 6819396 h 6819396"/>
              <a:gd name="connsiteX4-45" fmla="*/ 62346 w 5216269"/>
              <a:gd name="connsiteY4-46" fmla="*/ 6777834 h 6819396"/>
              <a:gd name="connsiteX5-47" fmla="*/ 0 w 5216269"/>
              <a:gd name="connsiteY5-48" fmla="*/ 0 h 6819396"/>
              <a:gd name="connsiteX0-49" fmla="*/ 0 w 5216269"/>
              <a:gd name="connsiteY0-50" fmla="*/ 0 h 6819396"/>
              <a:gd name="connsiteX1-51" fmla="*/ 3509922 w 5216269"/>
              <a:gd name="connsiteY1-52" fmla="*/ 0 h 6819396"/>
              <a:gd name="connsiteX2-53" fmla="*/ 4146005 w 5216269"/>
              <a:gd name="connsiteY2-54" fmla="*/ 636083 h 6819396"/>
              <a:gd name="connsiteX3-55" fmla="*/ 5216269 w 5216269"/>
              <a:gd name="connsiteY3-56" fmla="*/ 6819396 h 6819396"/>
              <a:gd name="connsiteX4-57" fmla="*/ 17585 w 5216269"/>
              <a:gd name="connsiteY4-58" fmla="*/ 6784228 h 6819396"/>
              <a:gd name="connsiteX5-59" fmla="*/ 0 w 5216269"/>
              <a:gd name="connsiteY5-60" fmla="*/ 0 h 6819396"/>
              <a:gd name="connsiteX0-61" fmla="*/ 0 w 5216269"/>
              <a:gd name="connsiteY0-62" fmla="*/ 0 h 6819396"/>
              <a:gd name="connsiteX1-63" fmla="*/ 3509922 w 5216269"/>
              <a:gd name="connsiteY1-64" fmla="*/ 0 h 6819396"/>
              <a:gd name="connsiteX2-65" fmla="*/ 4146005 w 5216269"/>
              <a:gd name="connsiteY2-66" fmla="*/ 636083 h 6819396"/>
              <a:gd name="connsiteX3-67" fmla="*/ 5216269 w 5216269"/>
              <a:gd name="connsiteY3-68" fmla="*/ 6819396 h 6819396"/>
              <a:gd name="connsiteX4-69" fmla="*/ 11191 w 5216269"/>
              <a:gd name="connsiteY4-70" fmla="*/ 6816200 h 6819396"/>
              <a:gd name="connsiteX5-71" fmla="*/ 0 w 5216269"/>
              <a:gd name="connsiteY5-72" fmla="*/ 0 h 6819396"/>
              <a:gd name="connsiteX0-73" fmla="*/ 0 w 5209874"/>
              <a:gd name="connsiteY0-74" fmla="*/ 0 h 6851368"/>
              <a:gd name="connsiteX1-75" fmla="*/ 3509922 w 5209874"/>
              <a:gd name="connsiteY1-76" fmla="*/ 0 h 6851368"/>
              <a:gd name="connsiteX2-77" fmla="*/ 4146005 w 5209874"/>
              <a:gd name="connsiteY2-78" fmla="*/ 636083 h 6851368"/>
              <a:gd name="connsiteX3-79" fmla="*/ 5209874 w 5209874"/>
              <a:gd name="connsiteY3-80" fmla="*/ 6851368 h 6851368"/>
              <a:gd name="connsiteX4-81" fmla="*/ 11191 w 5209874"/>
              <a:gd name="connsiteY4-82" fmla="*/ 6816200 h 6851368"/>
              <a:gd name="connsiteX5-83" fmla="*/ 0 w 5209874"/>
              <a:gd name="connsiteY5-84" fmla="*/ 0 h 6851368"/>
              <a:gd name="connsiteX0-85" fmla="*/ 0 w 6028071"/>
              <a:gd name="connsiteY0-86" fmla="*/ 0 h 6851368"/>
              <a:gd name="connsiteX1-87" fmla="*/ 3509922 w 6028071"/>
              <a:gd name="connsiteY1-88" fmla="*/ 0 h 6851368"/>
              <a:gd name="connsiteX2-89" fmla="*/ 6028071 w 6028071"/>
              <a:gd name="connsiteY2-90" fmla="*/ 4808588 h 6851368"/>
              <a:gd name="connsiteX3-91" fmla="*/ 5209874 w 6028071"/>
              <a:gd name="connsiteY3-92" fmla="*/ 6851368 h 6851368"/>
              <a:gd name="connsiteX4-93" fmla="*/ 11191 w 6028071"/>
              <a:gd name="connsiteY4-94" fmla="*/ 6816200 h 6851368"/>
              <a:gd name="connsiteX5-95" fmla="*/ 0 w 6028071"/>
              <a:gd name="connsiteY5-96" fmla="*/ 0 h 6851368"/>
              <a:gd name="connsiteX0-97" fmla="*/ 0 w 6028071"/>
              <a:gd name="connsiteY0-98" fmla="*/ 0 h 6851368"/>
              <a:gd name="connsiteX1-99" fmla="*/ 3509922 w 6028071"/>
              <a:gd name="connsiteY1-100" fmla="*/ 0 h 6851368"/>
              <a:gd name="connsiteX2-101" fmla="*/ 6028071 w 6028071"/>
              <a:gd name="connsiteY2-102" fmla="*/ 4808588 h 6851368"/>
              <a:gd name="connsiteX3-103" fmla="*/ 5209874 w 6028071"/>
              <a:gd name="connsiteY3-104" fmla="*/ 6851368 h 6851368"/>
              <a:gd name="connsiteX4-105" fmla="*/ 11191 w 6028071"/>
              <a:gd name="connsiteY4-106" fmla="*/ 6816200 h 6851368"/>
              <a:gd name="connsiteX5-107" fmla="*/ 0 w 6028071"/>
              <a:gd name="connsiteY5-108" fmla="*/ 0 h 6851368"/>
              <a:gd name="connsiteX0-109" fmla="*/ 0 w 6028071"/>
              <a:gd name="connsiteY0-110" fmla="*/ 0 h 6851368"/>
              <a:gd name="connsiteX1-111" fmla="*/ 3509922 w 6028071"/>
              <a:gd name="connsiteY1-112" fmla="*/ 0 h 6851368"/>
              <a:gd name="connsiteX2-113" fmla="*/ 6028071 w 6028071"/>
              <a:gd name="connsiteY2-114" fmla="*/ 4808588 h 6851368"/>
              <a:gd name="connsiteX3-115" fmla="*/ 5209874 w 6028071"/>
              <a:gd name="connsiteY3-116" fmla="*/ 6851368 h 6851368"/>
              <a:gd name="connsiteX4-117" fmla="*/ 11191 w 6028071"/>
              <a:gd name="connsiteY4-118" fmla="*/ 6816200 h 6851368"/>
              <a:gd name="connsiteX5-119" fmla="*/ 0 w 6028071"/>
              <a:gd name="connsiteY5-120" fmla="*/ 0 h 6851368"/>
              <a:gd name="connsiteX0-121" fmla="*/ 0 w 6028071"/>
              <a:gd name="connsiteY0-122" fmla="*/ 0 h 6851368"/>
              <a:gd name="connsiteX1-123" fmla="*/ 3625332 w 6028071"/>
              <a:gd name="connsiteY1-124" fmla="*/ 0 h 6851368"/>
              <a:gd name="connsiteX2-125" fmla="*/ 6028071 w 6028071"/>
              <a:gd name="connsiteY2-126" fmla="*/ 4808588 h 6851368"/>
              <a:gd name="connsiteX3-127" fmla="*/ 5209874 w 6028071"/>
              <a:gd name="connsiteY3-128" fmla="*/ 6851368 h 6851368"/>
              <a:gd name="connsiteX4-129" fmla="*/ 11191 w 6028071"/>
              <a:gd name="connsiteY4-130" fmla="*/ 6816200 h 6851368"/>
              <a:gd name="connsiteX5-131" fmla="*/ 0 w 6028071"/>
              <a:gd name="connsiteY5-132" fmla="*/ 0 h 6851368"/>
              <a:gd name="connsiteX0-133" fmla="*/ 0 w 6028071"/>
              <a:gd name="connsiteY0-134" fmla="*/ 0 h 6851368"/>
              <a:gd name="connsiteX1-135" fmla="*/ 3625332 w 6028071"/>
              <a:gd name="connsiteY1-136" fmla="*/ 0 h 6851368"/>
              <a:gd name="connsiteX2-137" fmla="*/ 6028071 w 6028071"/>
              <a:gd name="connsiteY2-138" fmla="*/ 4808588 h 6851368"/>
              <a:gd name="connsiteX3-139" fmla="*/ 5209874 w 6028071"/>
              <a:gd name="connsiteY3-140" fmla="*/ 6851368 h 6851368"/>
              <a:gd name="connsiteX4-141" fmla="*/ 11191 w 6028071"/>
              <a:gd name="connsiteY4-142" fmla="*/ 6816200 h 6851368"/>
              <a:gd name="connsiteX5-143" fmla="*/ 0 w 6028071"/>
              <a:gd name="connsiteY5-144" fmla="*/ 0 h 6851368"/>
              <a:gd name="connsiteX0-145" fmla="*/ 0 w 6028071"/>
              <a:gd name="connsiteY0-146" fmla="*/ 0 h 6851368"/>
              <a:gd name="connsiteX1-147" fmla="*/ 3625332 w 6028071"/>
              <a:gd name="connsiteY1-148" fmla="*/ 0 h 6851368"/>
              <a:gd name="connsiteX2-149" fmla="*/ 6028071 w 6028071"/>
              <a:gd name="connsiteY2-150" fmla="*/ 4808588 h 6851368"/>
              <a:gd name="connsiteX3-151" fmla="*/ 5209874 w 6028071"/>
              <a:gd name="connsiteY3-152" fmla="*/ 6851368 h 6851368"/>
              <a:gd name="connsiteX4-153" fmla="*/ 95857 w 6028071"/>
              <a:gd name="connsiteY4-154" fmla="*/ 6675089 h 6851368"/>
              <a:gd name="connsiteX5-155" fmla="*/ 0 w 6028071"/>
              <a:gd name="connsiteY5-156" fmla="*/ 0 h 6851368"/>
              <a:gd name="connsiteX0-157" fmla="*/ 0 w 6028071"/>
              <a:gd name="connsiteY0-158" fmla="*/ 0 h 6823145"/>
              <a:gd name="connsiteX1-159" fmla="*/ 3625332 w 6028071"/>
              <a:gd name="connsiteY1-160" fmla="*/ 0 h 6823145"/>
              <a:gd name="connsiteX2-161" fmla="*/ 6028071 w 6028071"/>
              <a:gd name="connsiteY2-162" fmla="*/ 4808588 h 6823145"/>
              <a:gd name="connsiteX3-163" fmla="*/ 5226808 w 6028071"/>
              <a:gd name="connsiteY3-164" fmla="*/ 6823145 h 6823145"/>
              <a:gd name="connsiteX4-165" fmla="*/ 95857 w 6028071"/>
              <a:gd name="connsiteY4-166" fmla="*/ 6675089 h 6823145"/>
              <a:gd name="connsiteX5-167" fmla="*/ 0 w 6028071"/>
              <a:gd name="connsiteY5-168" fmla="*/ 0 h 6823145"/>
              <a:gd name="connsiteX0-169" fmla="*/ 0 w 6028071"/>
              <a:gd name="connsiteY0-170" fmla="*/ 0 h 6823145"/>
              <a:gd name="connsiteX1-171" fmla="*/ 3625332 w 6028071"/>
              <a:gd name="connsiteY1-172" fmla="*/ 0 h 6823145"/>
              <a:gd name="connsiteX2-173" fmla="*/ 6028071 w 6028071"/>
              <a:gd name="connsiteY2-174" fmla="*/ 4808588 h 6823145"/>
              <a:gd name="connsiteX3-175" fmla="*/ 5226808 w 6028071"/>
              <a:gd name="connsiteY3-176" fmla="*/ 6823145 h 6823145"/>
              <a:gd name="connsiteX4-177" fmla="*/ 22479 w 6028071"/>
              <a:gd name="connsiteY4-178" fmla="*/ 6799267 h 6823145"/>
              <a:gd name="connsiteX5-179" fmla="*/ 0 w 6028071"/>
              <a:gd name="connsiteY5-180" fmla="*/ 0 h 6823145"/>
              <a:gd name="connsiteX0-181" fmla="*/ 0 w 6028071"/>
              <a:gd name="connsiteY0-182" fmla="*/ 0 h 6804930"/>
              <a:gd name="connsiteX1-183" fmla="*/ 3625332 w 6028071"/>
              <a:gd name="connsiteY1-184" fmla="*/ 0 h 6804930"/>
              <a:gd name="connsiteX2-185" fmla="*/ 6028071 w 6028071"/>
              <a:gd name="connsiteY2-186" fmla="*/ 4808588 h 6804930"/>
              <a:gd name="connsiteX3-187" fmla="*/ 5226808 w 6028071"/>
              <a:gd name="connsiteY3-188" fmla="*/ 6804930 h 6804930"/>
              <a:gd name="connsiteX4-189" fmla="*/ 22479 w 6028071"/>
              <a:gd name="connsiteY4-190" fmla="*/ 6799267 h 6804930"/>
              <a:gd name="connsiteX5-191" fmla="*/ 0 w 6028071"/>
              <a:gd name="connsiteY5-192" fmla="*/ 0 h 6804930"/>
              <a:gd name="connsiteX0-193" fmla="*/ 0 w 6028071"/>
              <a:gd name="connsiteY0-194" fmla="*/ 0 h 6804930"/>
              <a:gd name="connsiteX1-195" fmla="*/ 3893286 w 6028071"/>
              <a:gd name="connsiteY1-196" fmla="*/ 11071 h 6804930"/>
              <a:gd name="connsiteX2-197" fmla="*/ 6028071 w 6028071"/>
              <a:gd name="connsiteY2-198" fmla="*/ 4808588 h 6804930"/>
              <a:gd name="connsiteX3-199" fmla="*/ 5226808 w 6028071"/>
              <a:gd name="connsiteY3-200" fmla="*/ 6804930 h 6804930"/>
              <a:gd name="connsiteX4-201" fmla="*/ 22479 w 6028071"/>
              <a:gd name="connsiteY4-202" fmla="*/ 6799267 h 6804930"/>
              <a:gd name="connsiteX5-203" fmla="*/ 0 w 6028071"/>
              <a:gd name="connsiteY5-204" fmla="*/ 0 h 6804930"/>
              <a:gd name="connsiteX0-205" fmla="*/ 0 w 6028071"/>
              <a:gd name="connsiteY0-206" fmla="*/ 7710 h 6812640"/>
              <a:gd name="connsiteX1-207" fmla="*/ 3900502 w 6028071"/>
              <a:gd name="connsiteY1-208" fmla="*/ 0 h 6812640"/>
              <a:gd name="connsiteX2-209" fmla="*/ 6028071 w 6028071"/>
              <a:gd name="connsiteY2-210" fmla="*/ 4816298 h 6812640"/>
              <a:gd name="connsiteX3-211" fmla="*/ 5226808 w 6028071"/>
              <a:gd name="connsiteY3-212" fmla="*/ 6812640 h 6812640"/>
              <a:gd name="connsiteX4-213" fmla="*/ 22479 w 6028071"/>
              <a:gd name="connsiteY4-214" fmla="*/ 6806977 h 6812640"/>
              <a:gd name="connsiteX5-215" fmla="*/ 0 w 6028071"/>
              <a:gd name="connsiteY5-216" fmla="*/ 7710 h 68126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028071" h="6812640">
                <a:moveTo>
                  <a:pt x="0" y="7710"/>
                </a:moveTo>
                <a:lnTo>
                  <a:pt x="3900502" y="0"/>
                </a:lnTo>
                <a:cubicBezTo>
                  <a:pt x="4739885" y="1602863"/>
                  <a:pt x="5969923" y="3062514"/>
                  <a:pt x="6028071" y="4816298"/>
                </a:cubicBezTo>
                <a:cubicBezTo>
                  <a:pt x="5986158" y="5870087"/>
                  <a:pt x="5677093" y="6087324"/>
                  <a:pt x="5226808" y="6812640"/>
                </a:cubicBezTo>
                <a:lnTo>
                  <a:pt x="22479" y="6806977"/>
                </a:lnTo>
                <a:cubicBezTo>
                  <a:pt x="15552" y="4526917"/>
                  <a:pt x="6927" y="2287770"/>
                  <a:pt x="0" y="7710"/>
                </a:cubicBezTo>
                <a:close/>
              </a:path>
            </a:pathLst>
          </a:custGeom>
          <a:gradFill>
            <a:gsLst>
              <a:gs pos="6000">
                <a:srgbClr val="FFDE93"/>
              </a:gs>
              <a:gs pos="100000">
                <a:srgbClr val="C5A86E"/>
              </a:gs>
            </a:gsLst>
            <a:lin ang="7800000" scaled="0"/>
          </a:gradFill>
          <a:ln>
            <a:noFill/>
          </a:ln>
          <a:effectLst>
            <a:outerShdw blurRad="431955" dist="50800" dir="5400000" algn="c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p:cNvSpPr/>
          <p:nvPr/>
        </p:nvSpPr>
        <p:spPr>
          <a:xfrm>
            <a:off x="360040" y="1556792"/>
            <a:ext cx="6096000" cy="499560"/>
          </a:xfrm>
          <a:prstGeom prst="rect">
            <a:avLst/>
          </a:prstGeom>
        </p:spPr>
        <p:txBody>
          <a:bodyPr>
            <a:spAutoFit/>
          </a:bodyPr>
          <a:lstStyle/>
          <a:p>
            <a:pPr lvl="0" algn="just">
              <a:lnSpc>
                <a:spcPct val="150000"/>
              </a:lnSpc>
            </a:pPr>
            <a:r>
              <a:rPr lang="zh-CN" altLang="en-US" sz="2000" b="1" noProof="0" dirty="0">
                <a:solidFill>
                  <a:schemeClr val="tx1">
                    <a:lumMod val="75000"/>
                    <a:lumOff val="25000"/>
                  </a:schemeClr>
                </a:solidFill>
                <a:uLnTx/>
                <a:latin typeface="微软雅黑" panose="020B0503020204020204" charset="-122"/>
                <a:ea typeface="微软雅黑" panose="020B0503020204020204" charset="-122"/>
                <a:cs typeface="微软雅黑" panose="020B0503020204020204" charset="-122"/>
                <a:sym typeface="Calibri" panose="020F0502020204030204"/>
              </a:rPr>
              <a:t>一流旅游目的地投资和运营服务商</a:t>
            </a:r>
          </a:p>
        </p:txBody>
      </p:sp>
      <p:sp>
        <p:nvSpPr>
          <p:cNvPr id="7" name="文本框 6"/>
          <p:cNvSpPr txBox="1"/>
          <p:nvPr/>
        </p:nvSpPr>
        <p:spPr>
          <a:xfrm>
            <a:off x="-2540" y="2128520"/>
            <a:ext cx="5242560" cy="3553460"/>
          </a:xfrm>
          <a:prstGeom prst="rect">
            <a:avLst/>
          </a:prstGeom>
          <a:noFill/>
        </p:spPr>
        <p:txBody>
          <a:bodyPr wrap="square">
            <a:spAutoFit/>
          </a:bodyPr>
          <a:lstStyle/>
          <a:p>
            <a:pPr marL="448945" lvl="0" indent="-285750" algn="just">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香港挂牌上市（00308.HK）</a:t>
            </a:r>
          </a:p>
          <a:p>
            <a:pPr marL="448945" lvl="0" indent="-285750" algn="just">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世界之窗、锦绣中华、泸沽湖、千岛湖</a:t>
            </a:r>
            <a:endPar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endParaRPr>
          </a:p>
          <a:p>
            <a:pPr marL="163195" lvl="0" indent="0" algn="just">
              <a:lnSpc>
                <a:spcPct val="250000"/>
              </a:lnSpc>
              <a:buFont typeface="Wingdings" panose="05000000000000000000" charset="0"/>
              <a:buNone/>
            </a:pPr>
            <a:r>
              <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rPr>
              <a:t>    </a:t>
            </a: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沙漠星星酒店、沙漠钻石酒店、德天跨国瀑布</a:t>
            </a:r>
            <a:endPar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endParaRPr>
          </a:p>
          <a:p>
            <a:pPr marL="163195" lvl="0" indent="0" algn="just">
              <a:lnSpc>
                <a:spcPct val="250000"/>
              </a:lnSpc>
              <a:buFont typeface="+mj-lt"/>
              <a:buNone/>
            </a:pPr>
            <a:r>
              <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rPr>
              <a:t>    </a:t>
            </a: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沙坡头、大理洱海、泸州老窖、海泉湾</a:t>
            </a:r>
            <a:r>
              <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rPr>
              <a:t>……</a:t>
            </a:r>
          </a:p>
          <a:p>
            <a:pPr marL="448945" lvl="0" indent="-285750" algn="just">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3000万人次</a:t>
            </a:r>
            <a:r>
              <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rPr>
              <a:t>/</a:t>
            </a: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年接待量</a:t>
            </a:r>
            <a:endPar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endParaRPr>
          </a:p>
        </p:txBody>
      </p:sp>
      <p:pic>
        <p:nvPicPr>
          <p:cNvPr id="9" name="图片 8"/>
          <p:cNvPicPr>
            <a:picLocks noChangeAspect="1"/>
          </p:cNvPicPr>
          <p:nvPr/>
        </p:nvPicPr>
        <p:blipFill>
          <a:blip r:embed="rId3" cstate="email"/>
          <a:stretch>
            <a:fillRect/>
          </a:stretch>
        </p:blipFill>
        <p:spPr>
          <a:xfrm>
            <a:off x="335360" y="282587"/>
            <a:ext cx="1833860" cy="642237"/>
          </a:xfrm>
          <a:prstGeom prst="rect">
            <a:avLst/>
          </a:prstGeom>
        </p:spPr>
      </p:pic>
      <p:pic>
        <p:nvPicPr>
          <p:cNvPr id="11" name="图片 10"/>
          <p:cNvPicPr>
            <a:picLocks noChangeAspect="1"/>
          </p:cNvPicPr>
          <p:nvPr/>
        </p:nvPicPr>
        <p:blipFill>
          <a:blip r:embed="rId4" cstate="email"/>
          <a:stretch>
            <a:fillRect/>
          </a:stretch>
        </p:blipFill>
        <p:spPr>
          <a:xfrm>
            <a:off x="5384554" y="5152237"/>
            <a:ext cx="1349437" cy="471490"/>
          </a:xfrm>
          <a:prstGeom prst="rect">
            <a:avLst/>
          </a:prstGeom>
        </p:spPr>
      </p:pic>
      <p:pic>
        <p:nvPicPr>
          <p:cNvPr id="13" name="图片 12"/>
          <p:cNvPicPr>
            <a:picLocks noChangeAspect="1"/>
          </p:cNvPicPr>
          <p:nvPr/>
        </p:nvPicPr>
        <p:blipFill>
          <a:blip r:embed="rId5" cstate="email"/>
          <a:stretch>
            <a:fillRect/>
          </a:stretch>
        </p:blipFill>
        <p:spPr>
          <a:xfrm>
            <a:off x="7214113" y="5148797"/>
            <a:ext cx="1226520" cy="441989"/>
          </a:xfrm>
          <a:prstGeom prst="rect">
            <a:avLst/>
          </a:prstGeom>
        </p:spPr>
      </p:pic>
      <p:pic>
        <p:nvPicPr>
          <p:cNvPr id="15" name="图片 14"/>
          <p:cNvPicPr>
            <a:picLocks noChangeAspect="1"/>
          </p:cNvPicPr>
          <p:nvPr/>
        </p:nvPicPr>
        <p:blipFill>
          <a:blip r:embed="rId6" cstate="email"/>
          <a:stretch>
            <a:fillRect/>
          </a:stretch>
        </p:blipFill>
        <p:spPr>
          <a:xfrm>
            <a:off x="9035339" y="5157001"/>
            <a:ext cx="1284373" cy="426279"/>
          </a:xfrm>
          <a:prstGeom prst="rect">
            <a:avLst/>
          </a:prstGeom>
        </p:spPr>
      </p:pic>
      <p:pic>
        <p:nvPicPr>
          <p:cNvPr id="17" name="图片 16"/>
          <p:cNvPicPr>
            <a:picLocks noChangeAspect="1"/>
          </p:cNvPicPr>
          <p:nvPr/>
        </p:nvPicPr>
        <p:blipFill>
          <a:blip r:embed="rId7" cstate="email"/>
          <a:stretch>
            <a:fillRect/>
          </a:stretch>
        </p:blipFill>
        <p:spPr>
          <a:xfrm>
            <a:off x="5195168" y="5728652"/>
            <a:ext cx="1601237" cy="358428"/>
          </a:xfrm>
          <a:prstGeom prst="rect">
            <a:avLst/>
          </a:prstGeom>
        </p:spPr>
      </p:pic>
      <p:pic>
        <p:nvPicPr>
          <p:cNvPr id="19" name="图片 18"/>
          <p:cNvPicPr>
            <a:picLocks noChangeAspect="1"/>
          </p:cNvPicPr>
          <p:nvPr/>
        </p:nvPicPr>
        <p:blipFill>
          <a:blip r:embed="rId8" cstate="screen"/>
          <a:stretch>
            <a:fillRect/>
          </a:stretch>
        </p:blipFill>
        <p:spPr>
          <a:xfrm>
            <a:off x="6936999" y="5698031"/>
            <a:ext cx="3079051" cy="347812"/>
          </a:xfrm>
          <a:prstGeom prst="rect">
            <a:avLst/>
          </a:prstGeom>
        </p:spPr>
      </p:pic>
      <p:pic>
        <p:nvPicPr>
          <p:cNvPr id="21" name="图片 20"/>
          <p:cNvPicPr>
            <a:picLocks noChangeAspect="1"/>
          </p:cNvPicPr>
          <p:nvPr/>
        </p:nvPicPr>
        <p:blipFill>
          <a:blip r:embed="rId9" cstate="email"/>
          <a:stretch>
            <a:fillRect/>
          </a:stretch>
        </p:blipFill>
        <p:spPr>
          <a:xfrm>
            <a:off x="11411208" y="5589240"/>
            <a:ext cx="445830" cy="512529"/>
          </a:xfrm>
          <a:prstGeom prst="rect">
            <a:avLst/>
          </a:prstGeom>
        </p:spPr>
      </p:pic>
      <p:pic>
        <p:nvPicPr>
          <p:cNvPr id="23" name="图片 22"/>
          <p:cNvPicPr>
            <a:picLocks noChangeAspect="1"/>
          </p:cNvPicPr>
          <p:nvPr/>
        </p:nvPicPr>
        <p:blipFill>
          <a:blip r:embed="rId10" cstate="email"/>
          <a:stretch>
            <a:fillRect/>
          </a:stretch>
        </p:blipFill>
        <p:spPr>
          <a:xfrm>
            <a:off x="7340665" y="6154272"/>
            <a:ext cx="739069" cy="523107"/>
          </a:xfrm>
          <a:prstGeom prst="rect">
            <a:avLst/>
          </a:prstGeom>
        </p:spPr>
      </p:pic>
      <p:pic>
        <p:nvPicPr>
          <p:cNvPr id="25" name="图片 24"/>
          <p:cNvPicPr>
            <a:picLocks noChangeAspect="1"/>
          </p:cNvPicPr>
          <p:nvPr/>
        </p:nvPicPr>
        <p:blipFill>
          <a:blip r:embed="rId11" cstate="email"/>
          <a:stretch>
            <a:fillRect/>
          </a:stretch>
        </p:blipFill>
        <p:spPr>
          <a:xfrm>
            <a:off x="5112307" y="6159566"/>
            <a:ext cx="710772" cy="600771"/>
          </a:xfrm>
          <a:prstGeom prst="rect">
            <a:avLst/>
          </a:prstGeom>
        </p:spPr>
      </p:pic>
      <p:pic>
        <p:nvPicPr>
          <p:cNvPr id="27" name="图片 26"/>
          <p:cNvPicPr>
            <a:picLocks noChangeAspect="1"/>
          </p:cNvPicPr>
          <p:nvPr/>
        </p:nvPicPr>
        <p:blipFill>
          <a:blip r:embed="rId12" cstate="email"/>
          <a:stretch>
            <a:fillRect/>
          </a:stretch>
        </p:blipFill>
        <p:spPr>
          <a:xfrm>
            <a:off x="6315293" y="6156284"/>
            <a:ext cx="625227" cy="542127"/>
          </a:xfrm>
          <a:prstGeom prst="rect">
            <a:avLst/>
          </a:prstGeom>
        </p:spPr>
      </p:pic>
      <p:pic>
        <p:nvPicPr>
          <p:cNvPr id="4" name="图片 3"/>
          <p:cNvPicPr>
            <a:picLocks noChangeAspect="1"/>
          </p:cNvPicPr>
          <p:nvPr/>
        </p:nvPicPr>
        <p:blipFill>
          <a:blip r:embed="rId13" cstate="email"/>
          <a:stretch>
            <a:fillRect/>
          </a:stretch>
        </p:blipFill>
        <p:spPr>
          <a:xfrm>
            <a:off x="11411208" y="6193931"/>
            <a:ext cx="466136" cy="467738"/>
          </a:xfrm>
          <a:prstGeom prst="rect">
            <a:avLst/>
          </a:prstGeom>
        </p:spPr>
      </p:pic>
      <p:pic>
        <p:nvPicPr>
          <p:cNvPr id="10" name="图片 9"/>
          <p:cNvPicPr>
            <a:picLocks noChangeAspect="1"/>
          </p:cNvPicPr>
          <p:nvPr/>
        </p:nvPicPr>
        <p:blipFill>
          <a:blip r:embed="rId14" cstate="email"/>
          <a:stretch>
            <a:fillRect/>
          </a:stretch>
        </p:blipFill>
        <p:spPr>
          <a:xfrm>
            <a:off x="9664851" y="6138827"/>
            <a:ext cx="1520293" cy="545125"/>
          </a:xfrm>
          <a:prstGeom prst="rect">
            <a:avLst/>
          </a:prstGeom>
        </p:spPr>
      </p:pic>
      <p:pic>
        <p:nvPicPr>
          <p:cNvPr id="14" name="图片 13"/>
          <p:cNvPicPr>
            <a:picLocks noChangeAspect="1"/>
          </p:cNvPicPr>
          <p:nvPr/>
        </p:nvPicPr>
        <p:blipFill>
          <a:blip r:embed="rId15" cstate="email"/>
          <a:stretch>
            <a:fillRect/>
          </a:stretch>
        </p:blipFill>
        <p:spPr>
          <a:xfrm>
            <a:off x="8531923" y="6149130"/>
            <a:ext cx="789985" cy="534822"/>
          </a:xfrm>
          <a:prstGeom prst="rect">
            <a:avLst/>
          </a:prstGeom>
        </p:spPr>
      </p:pic>
      <p:grpSp>
        <p:nvGrpSpPr>
          <p:cNvPr id="24" name="组合 23"/>
          <p:cNvGrpSpPr/>
          <p:nvPr/>
        </p:nvGrpSpPr>
        <p:grpSpPr>
          <a:xfrm>
            <a:off x="10704056" y="5123546"/>
            <a:ext cx="1226520" cy="467738"/>
            <a:chOff x="10616300" y="5029988"/>
            <a:chExt cx="1509968" cy="575832"/>
          </a:xfrm>
        </p:grpSpPr>
        <p:pic>
          <p:nvPicPr>
            <p:cNvPr id="22" name="图片 21"/>
            <p:cNvPicPr>
              <a:picLocks noChangeAspect="1"/>
            </p:cNvPicPr>
            <p:nvPr/>
          </p:nvPicPr>
          <p:blipFill rotWithShape="1">
            <a:blip r:embed="rId16" cstate="email"/>
            <a:srcRect/>
            <a:stretch>
              <a:fillRect/>
            </a:stretch>
          </p:blipFill>
          <p:spPr>
            <a:xfrm>
              <a:off x="11208567" y="5029988"/>
              <a:ext cx="917701" cy="575832"/>
            </a:xfrm>
            <a:prstGeom prst="rect">
              <a:avLst/>
            </a:prstGeom>
          </p:spPr>
        </p:pic>
        <p:pic>
          <p:nvPicPr>
            <p:cNvPr id="29" name="图片 28"/>
            <p:cNvPicPr>
              <a:picLocks noChangeAspect="1"/>
            </p:cNvPicPr>
            <p:nvPr/>
          </p:nvPicPr>
          <p:blipFill rotWithShape="1">
            <a:blip r:embed="rId17" cstate="email"/>
            <a:srcRect/>
            <a:stretch>
              <a:fillRect/>
            </a:stretch>
          </p:blipFill>
          <p:spPr>
            <a:xfrm>
              <a:off x="10616300" y="5064196"/>
              <a:ext cx="520260" cy="519275"/>
            </a:xfrm>
            <a:prstGeom prst="rect">
              <a:avLst/>
            </a:prstGeom>
          </p:spPr>
        </p:pic>
      </p:grpSp>
      <p:pic>
        <p:nvPicPr>
          <p:cNvPr id="30" name="图片 29"/>
          <p:cNvPicPr>
            <a:picLocks noChangeAspect="1"/>
          </p:cNvPicPr>
          <p:nvPr/>
        </p:nvPicPr>
        <p:blipFill>
          <a:blip r:embed="rId18" cstate="email"/>
          <a:stretch>
            <a:fillRect/>
          </a:stretch>
        </p:blipFill>
        <p:spPr>
          <a:xfrm>
            <a:off x="10278193" y="5739702"/>
            <a:ext cx="780003" cy="287484"/>
          </a:xfrm>
          <a:prstGeom prst="rect">
            <a:avLst/>
          </a:prstGeom>
        </p:spPr>
      </p:pic>
      <p:sp>
        <p:nvSpPr>
          <p:cNvPr id="33" name="文本框 32"/>
          <p:cNvSpPr txBox="1"/>
          <p:nvPr/>
        </p:nvSpPr>
        <p:spPr>
          <a:xfrm>
            <a:off x="10474399" y="4534424"/>
            <a:ext cx="1415772" cy="338554"/>
          </a:xfrm>
          <a:prstGeom prst="rect">
            <a:avLst/>
          </a:prstGeom>
          <a:noFill/>
        </p:spPr>
        <p:txBody>
          <a:bodyPr wrap="none" rtlCol="0">
            <a:spAutoFit/>
          </a:bodyPr>
          <a:lstStyle/>
          <a:p>
            <a:pPr algn="r"/>
            <a:r>
              <a:rPr kumimoji="1" lang="zh-CN" altLang="en-US" sz="1600" dirty="0">
                <a:solidFill>
                  <a:schemeClr val="bg1"/>
                </a:solidFill>
                <a:latin typeface="微软雅黑" panose="020B0503020204020204" charset="-122"/>
                <a:ea typeface="微软雅黑" panose="020B0503020204020204" charset="-122"/>
              </a:rPr>
              <a:t>世界之窗景区</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bright="12000"/>
                    </a14:imgEffect>
                    <a14:imgEffect>
                      <a14:sharpenSoften amount="33000"/>
                    </a14:imgEffect>
                  </a14:imgLayer>
                </a14:imgProps>
              </a:ext>
            </a:extLst>
          </a:blip>
          <a:srcRect/>
          <a:stretch>
            <a:fillRect/>
          </a:stretch>
        </p:blipFill>
        <p:spPr>
          <a:xfrm>
            <a:off x="3564395" y="-11665"/>
            <a:ext cx="8627605" cy="4953332"/>
          </a:xfrm>
          <a:prstGeom prst="rect">
            <a:avLst/>
          </a:prstGeom>
        </p:spPr>
      </p:pic>
      <p:sp>
        <p:nvSpPr>
          <p:cNvPr id="26" name="矩形 25"/>
          <p:cNvSpPr/>
          <p:nvPr/>
        </p:nvSpPr>
        <p:spPr>
          <a:xfrm>
            <a:off x="3291061" y="-10841"/>
            <a:ext cx="4248472" cy="4999488"/>
          </a:xfrm>
          <a:prstGeom prst="rect">
            <a:avLst/>
          </a:prstGeom>
          <a:gradFill>
            <a:gsLst>
              <a:gs pos="100000">
                <a:schemeClr val="accent1">
                  <a:lumMod val="5000"/>
                  <a:lumOff val="95000"/>
                  <a:alpha val="0"/>
                </a:schemeClr>
              </a:gs>
              <a:gs pos="18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p:cNvSpPr/>
          <p:nvPr/>
        </p:nvSpPr>
        <p:spPr>
          <a:xfrm>
            <a:off x="3378139" y="4964180"/>
            <a:ext cx="8813861" cy="1837835"/>
          </a:xfrm>
          <a:prstGeom prst="rect">
            <a:avLst/>
          </a:prstGeom>
          <a:solidFill>
            <a:schemeClr val="bg1">
              <a:alpha val="93742"/>
            </a:schemeClr>
          </a:solidFill>
          <a:ln>
            <a:no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剪去单角的矩形 5"/>
          <p:cNvSpPr/>
          <p:nvPr/>
        </p:nvSpPr>
        <p:spPr>
          <a:xfrm>
            <a:off x="-20736" y="-4452"/>
            <a:ext cx="5268145" cy="6862451"/>
          </a:xfrm>
          <a:custGeom>
            <a:avLst/>
            <a:gdLst>
              <a:gd name="connsiteX0" fmla="*/ 0 w 4146005"/>
              <a:gd name="connsiteY0" fmla="*/ 0 h 3816424"/>
              <a:gd name="connsiteX1" fmla="*/ 3509922 w 4146005"/>
              <a:gd name="connsiteY1" fmla="*/ 0 h 3816424"/>
              <a:gd name="connsiteX2" fmla="*/ 4146005 w 4146005"/>
              <a:gd name="connsiteY2" fmla="*/ 636083 h 3816424"/>
              <a:gd name="connsiteX3" fmla="*/ 4146005 w 4146005"/>
              <a:gd name="connsiteY3" fmla="*/ 3816424 h 3816424"/>
              <a:gd name="connsiteX4" fmla="*/ 0 w 4146005"/>
              <a:gd name="connsiteY4" fmla="*/ 3816424 h 3816424"/>
              <a:gd name="connsiteX5" fmla="*/ 0 w 4146005"/>
              <a:gd name="connsiteY5" fmla="*/ 0 h 3816424"/>
              <a:gd name="connsiteX0-1" fmla="*/ 0 w 4146005"/>
              <a:gd name="connsiteY0-2" fmla="*/ 0 h 6840179"/>
              <a:gd name="connsiteX1-3" fmla="*/ 3509922 w 4146005"/>
              <a:gd name="connsiteY1-4" fmla="*/ 0 h 6840179"/>
              <a:gd name="connsiteX2-5" fmla="*/ 4146005 w 4146005"/>
              <a:gd name="connsiteY2-6" fmla="*/ 636083 h 6840179"/>
              <a:gd name="connsiteX3-7" fmla="*/ 4146005 w 4146005"/>
              <a:gd name="connsiteY3-8" fmla="*/ 3816424 h 6840179"/>
              <a:gd name="connsiteX4-9" fmla="*/ 20782 w 4146005"/>
              <a:gd name="connsiteY4-10" fmla="*/ 6840179 h 6840179"/>
              <a:gd name="connsiteX5-11" fmla="*/ 0 w 4146005"/>
              <a:gd name="connsiteY5-12" fmla="*/ 0 h 6840179"/>
              <a:gd name="connsiteX0-13" fmla="*/ 0 w 5216269"/>
              <a:gd name="connsiteY0-14" fmla="*/ 0 h 6840179"/>
              <a:gd name="connsiteX1-15" fmla="*/ 3509922 w 5216269"/>
              <a:gd name="connsiteY1-16" fmla="*/ 0 h 6840179"/>
              <a:gd name="connsiteX2-17" fmla="*/ 4146005 w 5216269"/>
              <a:gd name="connsiteY2-18" fmla="*/ 636083 h 6840179"/>
              <a:gd name="connsiteX3-19" fmla="*/ 5216269 w 5216269"/>
              <a:gd name="connsiteY3-20" fmla="*/ 6819396 h 6840179"/>
              <a:gd name="connsiteX4-21" fmla="*/ 20782 w 5216269"/>
              <a:gd name="connsiteY4-22" fmla="*/ 6840179 h 6840179"/>
              <a:gd name="connsiteX5-23" fmla="*/ 0 w 5216269"/>
              <a:gd name="connsiteY5-24" fmla="*/ 0 h 6840179"/>
              <a:gd name="connsiteX0-25" fmla="*/ 11649 w 5227918"/>
              <a:gd name="connsiteY0-26" fmla="*/ 0 h 6819396"/>
              <a:gd name="connsiteX1-27" fmla="*/ 3521571 w 5227918"/>
              <a:gd name="connsiteY1-28" fmla="*/ 0 h 6819396"/>
              <a:gd name="connsiteX2-29" fmla="*/ 4157654 w 5227918"/>
              <a:gd name="connsiteY2-30" fmla="*/ 636083 h 6819396"/>
              <a:gd name="connsiteX3-31" fmla="*/ 5227918 w 5227918"/>
              <a:gd name="connsiteY3-32" fmla="*/ 6819396 h 6819396"/>
              <a:gd name="connsiteX4-33" fmla="*/ 1258 w 5227918"/>
              <a:gd name="connsiteY4-34" fmla="*/ 6777834 h 6819396"/>
              <a:gd name="connsiteX5-35" fmla="*/ 11649 w 5227918"/>
              <a:gd name="connsiteY5-36" fmla="*/ 0 h 6819396"/>
              <a:gd name="connsiteX0-37" fmla="*/ 0 w 5216269"/>
              <a:gd name="connsiteY0-38" fmla="*/ 0 h 6819396"/>
              <a:gd name="connsiteX1-39" fmla="*/ 3509922 w 5216269"/>
              <a:gd name="connsiteY1-40" fmla="*/ 0 h 6819396"/>
              <a:gd name="connsiteX2-41" fmla="*/ 4146005 w 5216269"/>
              <a:gd name="connsiteY2-42" fmla="*/ 636083 h 6819396"/>
              <a:gd name="connsiteX3-43" fmla="*/ 5216269 w 5216269"/>
              <a:gd name="connsiteY3-44" fmla="*/ 6819396 h 6819396"/>
              <a:gd name="connsiteX4-45" fmla="*/ 62346 w 5216269"/>
              <a:gd name="connsiteY4-46" fmla="*/ 6777834 h 6819396"/>
              <a:gd name="connsiteX5-47" fmla="*/ 0 w 5216269"/>
              <a:gd name="connsiteY5-48" fmla="*/ 0 h 6819396"/>
              <a:gd name="connsiteX0-49" fmla="*/ 0 w 5216269"/>
              <a:gd name="connsiteY0-50" fmla="*/ 0 h 6819396"/>
              <a:gd name="connsiteX1-51" fmla="*/ 3509922 w 5216269"/>
              <a:gd name="connsiteY1-52" fmla="*/ 0 h 6819396"/>
              <a:gd name="connsiteX2-53" fmla="*/ 4146005 w 5216269"/>
              <a:gd name="connsiteY2-54" fmla="*/ 636083 h 6819396"/>
              <a:gd name="connsiteX3-55" fmla="*/ 5216269 w 5216269"/>
              <a:gd name="connsiteY3-56" fmla="*/ 6819396 h 6819396"/>
              <a:gd name="connsiteX4-57" fmla="*/ 17585 w 5216269"/>
              <a:gd name="connsiteY4-58" fmla="*/ 6784228 h 6819396"/>
              <a:gd name="connsiteX5-59" fmla="*/ 0 w 5216269"/>
              <a:gd name="connsiteY5-60" fmla="*/ 0 h 6819396"/>
              <a:gd name="connsiteX0-61" fmla="*/ 0 w 5216269"/>
              <a:gd name="connsiteY0-62" fmla="*/ 0 h 6819396"/>
              <a:gd name="connsiteX1-63" fmla="*/ 3509922 w 5216269"/>
              <a:gd name="connsiteY1-64" fmla="*/ 0 h 6819396"/>
              <a:gd name="connsiteX2-65" fmla="*/ 4146005 w 5216269"/>
              <a:gd name="connsiteY2-66" fmla="*/ 636083 h 6819396"/>
              <a:gd name="connsiteX3-67" fmla="*/ 5216269 w 5216269"/>
              <a:gd name="connsiteY3-68" fmla="*/ 6819396 h 6819396"/>
              <a:gd name="connsiteX4-69" fmla="*/ 11191 w 5216269"/>
              <a:gd name="connsiteY4-70" fmla="*/ 6816200 h 6819396"/>
              <a:gd name="connsiteX5-71" fmla="*/ 0 w 5216269"/>
              <a:gd name="connsiteY5-72" fmla="*/ 0 h 6819396"/>
              <a:gd name="connsiteX0-73" fmla="*/ 0 w 5209874"/>
              <a:gd name="connsiteY0-74" fmla="*/ 0 h 6851368"/>
              <a:gd name="connsiteX1-75" fmla="*/ 3509922 w 5209874"/>
              <a:gd name="connsiteY1-76" fmla="*/ 0 h 6851368"/>
              <a:gd name="connsiteX2-77" fmla="*/ 4146005 w 5209874"/>
              <a:gd name="connsiteY2-78" fmla="*/ 636083 h 6851368"/>
              <a:gd name="connsiteX3-79" fmla="*/ 5209874 w 5209874"/>
              <a:gd name="connsiteY3-80" fmla="*/ 6851368 h 6851368"/>
              <a:gd name="connsiteX4-81" fmla="*/ 11191 w 5209874"/>
              <a:gd name="connsiteY4-82" fmla="*/ 6816200 h 6851368"/>
              <a:gd name="connsiteX5-83" fmla="*/ 0 w 5209874"/>
              <a:gd name="connsiteY5-84" fmla="*/ 0 h 6851368"/>
              <a:gd name="connsiteX0-85" fmla="*/ 0 w 6028071"/>
              <a:gd name="connsiteY0-86" fmla="*/ 0 h 6851368"/>
              <a:gd name="connsiteX1-87" fmla="*/ 3509922 w 6028071"/>
              <a:gd name="connsiteY1-88" fmla="*/ 0 h 6851368"/>
              <a:gd name="connsiteX2-89" fmla="*/ 6028071 w 6028071"/>
              <a:gd name="connsiteY2-90" fmla="*/ 4808588 h 6851368"/>
              <a:gd name="connsiteX3-91" fmla="*/ 5209874 w 6028071"/>
              <a:gd name="connsiteY3-92" fmla="*/ 6851368 h 6851368"/>
              <a:gd name="connsiteX4-93" fmla="*/ 11191 w 6028071"/>
              <a:gd name="connsiteY4-94" fmla="*/ 6816200 h 6851368"/>
              <a:gd name="connsiteX5-95" fmla="*/ 0 w 6028071"/>
              <a:gd name="connsiteY5-96" fmla="*/ 0 h 6851368"/>
              <a:gd name="connsiteX0-97" fmla="*/ 0 w 6028071"/>
              <a:gd name="connsiteY0-98" fmla="*/ 0 h 6851368"/>
              <a:gd name="connsiteX1-99" fmla="*/ 3509922 w 6028071"/>
              <a:gd name="connsiteY1-100" fmla="*/ 0 h 6851368"/>
              <a:gd name="connsiteX2-101" fmla="*/ 6028071 w 6028071"/>
              <a:gd name="connsiteY2-102" fmla="*/ 4808588 h 6851368"/>
              <a:gd name="connsiteX3-103" fmla="*/ 5209874 w 6028071"/>
              <a:gd name="connsiteY3-104" fmla="*/ 6851368 h 6851368"/>
              <a:gd name="connsiteX4-105" fmla="*/ 11191 w 6028071"/>
              <a:gd name="connsiteY4-106" fmla="*/ 6816200 h 6851368"/>
              <a:gd name="connsiteX5-107" fmla="*/ 0 w 6028071"/>
              <a:gd name="connsiteY5-108" fmla="*/ 0 h 6851368"/>
              <a:gd name="connsiteX0-109" fmla="*/ 0 w 6028071"/>
              <a:gd name="connsiteY0-110" fmla="*/ 0 h 6851368"/>
              <a:gd name="connsiteX1-111" fmla="*/ 3509922 w 6028071"/>
              <a:gd name="connsiteY1-112" fmla="*/ 0 h 6851368"/>
              <a:gd name="connsiteX2-113" fmla="*/ 6028071 w 6028071"/>
              <a:gd name="connsiteY2-114" fmla="*/ 4808588 h 6851368"/>
              <a:gd name="connsiteX3-115" fmla="*/ 5209874 w 6028071"/>
              <a:gd name="connsiteY3-116" fmla="*/ 6851368 h 6851368"/>
              <a:gd name="connsiteX4-117" fmla="*/ 11191 w 6028071"/>
              <a:gd name="connsiteY4-118" fmla="*/ 6816200 h 6851368"/>
              <a:gd name="connsiteX5-119" fmla="*/ 0 w 6028071"/>
              <a:gd name="connsiteY5-120" fmla="*/ 0 h 6851368"/>
              <a:gd name="connsiteX0-121" fmla="*/ 0 w 6028071"/>
              <a:gd name="connsiteY0-122" fmla="*/ 0 h 6851368"/>
              <a:gd name="connsiteX1-123" fmla="*/ 3625332 w 6028071"/>
              <a:gd name="connsiteY1-124" fmla="*/ 0 h 6851368"/>
              <a:gd name="connsiteX2-125" fmla="*/ 6028071 w 6028071"/>
              <a:gd name="connsiteY2-126" fmla="*/ 4808588 h 6851368"/>
              <a:gd name="connsiteX3-127" fmla="*/ 5209874 w 6028071"/>
              <a:gd name="connsiteY3-128" fmla="*/ 6851368 h 6851368"/>
              <a:gd name="connsiteX4-129" fmla="*/ 11191 w 6028071"/>
              <a:gd name="connsiteY4-130" fmla="*/ 6816200 h 6851368"/>
              <a:gd name="connsiteX5-131" fmla="*/ 0 w 6028071"/>
              <a:gd name="connsiteY5-132" fmla="*/ 0 h 6851368"/>
              <a:gd name="connsiteX0-133" fmla="*/ 0 w 6028071"/>
              <a:gd name="connsiteY0-134" fmla="*/ 0 h 6851368"/>
              <a:gd name="connsiteX1-135" fmla="*/ 3625332 w 6028071"/>
              <a:gd name="connsiteY1-136" fmla="*/ 0 h 6851368"/>
              <a:gd name="connsiteX2-137" fmla="*/ 6028071 w 6028071"/>
              <a:gd name="connsiteY2-138" fmla="*/ 4808588 h 6851368"/>
              <a:gd name="connsiteX3-139" fmla="*/ 5209874 w 6028071"/>
              <a:gd name="connsiteY3-140" fmla="*/ 6851368 h 6851368"/>
              <a:gd name="connsiteX4-141" fmla="*/ 11191 w 6028071"/>
              <a:gd name="connsiteY4-142" fmla="*/ 6816200 h 6851368"/>
              <a:gd name="connsiteX5-143" fmla="*/ 0 w 6028071"/>
              <a:gd name="connsiteY5-144" fmla="*/ 0 h 6851368"/>
              <a:gd name="connsiteX0-145" fmla="*/ 0 w 6028071"/>
              <a:gd name="connsiteY0-146" fmla="*/ 0 h 6851368"/>
              <a:gd name="connsiteX1-147" fmla="*/ 3625332 w 6028071"/>
              <a:gd name="connsiteY1-148" fmla="*/ 0 h 6851368"/>
              <a:gd name="connsiteX2-149" fmla="*/ 6028071 w 6028071"/>
              <a:gd name="connsiteY2-150" fmla="*/ 4808588 h 6851368"/>
              <a:gd name="connsiteX3-151" fmla="*/ 5209874 w 6028071"/>
              <a:gd name="connsiteY3-152" fmla="*/ 6851368 h 6851368"/>
              <a:gd name="connsiteX4-153" fmla="*/ 95857 w 6028071"/>
              <a:gd name="connsiteY4-154" fmla="*/ 6675089 h 6851368"/>
              <a:gd name="connsiteX5-155" fmla="*/ 0 w 6028071"/>
              <a:gd name="connsiteY5-156" fmla="*/ 0 h 6851368"/>
              <a:gd name="connsiteX0-157" fmla="*/ 0 w 6028071"/>
              <a:gd name="connsiteY0-158" fmla="*/ 0 h 6823145"/>
              <a:gd name="connsiteX1-159" fmla="*/ 3625332 w 6028071"/>
              <a:gd name="connsiteY1-160" fmla="*/ 0 h 6823145"/>
              <a:gd name="connsiteX2-161" fmla="*/ 6028071 w 6028071"/>
              <a:gd name="connsiteY2-162" fmla="*/ 4808588 h 6823145"/>
              <a:gd name="connsiteX3-163" fmla="*/ 5226808 w 6028071"/>
              <a:gd name="connsiteY3-164" fmla="*/ 6823145 h 6823145"/>
              <a:gd name="connsiteX4-165" fmla="*/ 95857 w 6028071"/>
              <a:gd name="connsiteY4-166" fmla="*/ 6675089 h 6823145"/>
              <a:gd name="connsiteX5-167" fmla="*/ 0 w 6028071"/>
              <a:gd name="connsiteY5-168" fmla="*/ 0 h 6823145"/>
              <a:gd name="connsiteX0-169" fmla="*/ 0 w 6028071"/>
              <a:gd name="connsiteY0-170" fmla="*/ 0 h 6823145"/>
              <a:gd name="connsiteX1-171" fmla="*/ 3625332 w 6028071"/>
              <a:gd name="connsiteY1-172" fmla="*/ 0 h 6823145"/>
              <a:gd name="connsiteX2-173" fmla="*/ 6028071 w 6028071"/>
              <a:gd name="connsiteY2-174" fmla="*/ 4808588 h 6823145"/>
              <a:gd name="connsiteX3-175" fmla="*/ 5226808 w 6028071"/>
              <a:gd name="connsiteY3-176" fmla="*/ 6823145 h 6823145"/>
              <a:gd name="connsiteX4-177" fmla="*/ 22479 w 6028071"/>
              <a:gd name="connsiteY4-178" fmla="*/ 6799267 h 6823145"/>
              <a:gd name="connsiteX5-179" fmla="*/ 0 w 6028071"/>
              <a:gd name="connsiteY5-180" fmla="*/ 0 h 6823145"/>
              <a:gd name="connsiteX0-181" fmla="*/ 0 w 6028071"/>
              <a:gd name="connsiteY0-182" fmla="*/ 0 h 6804930"/>
              <a:gd name="connsiteX1-183" fmla="*/ 3625332 w 6028071"/>
              <a:gd name="connsiteY1-184" fmla="*/ 0 h 6804930"/>
              <a:gd name="connsiteX2-185" fmla="*/ 6028071 w 6028071"/>
              <a:gd name="connsiteY2-186" fmla="*/ 4808588 h 6804930"/>
              <a:gd name="connsiteX3-187" fmla="*/ 5226808 w 6028071"/>
              <a:gd name="connsiteY3-188" fmla="*/ 6804930 h 6804930"/>
              <a:gd name="connsiteX4-189" fmla="*/ 22479 w 6028071"/>
              <a:gd name="connsiteY4-190" fmla="*/ 6799267 h 6804930"/>
              <a:gd name="connsiteX5-191" fmla="*/ 0 w 6028071"/>
              <a:gd name="connsiteY5-192" fmla="*/ 0 h 6804930"/>
              <a:gd name="connsiteX0-193" fmla="*/ 0 w 6028071"/>
              <a:gd name="connsiteY0-194" fmla="*/ 0 h 6804930"/>
              <a:gd name="connsiteX1-195" fmla="*/ 3893286 w 6028071"/>
              <a:gd name="connsiteY1-196" fmla="*/ 11071 h 6804930"/>
              <a:gd name="connsiteX2-197" fmla="*/ 6028071 w 6028071"/>
              <a:gd name="connsiteY2-198" fmla="*/ 4808588 h 6804930"/>
              <a:gd name="connsiteX3-199" fmla="*/ 5226808 w 6028071"/>
              <a:gd name="connsiteY3-200" fmla="*/ 6804930 h 6804930"/>
              <a:gd name="connsiteX4-201" fmla="*/ 22479 w 6028071"/>
              <a:gd name="connsiteY4-202" fmla="*/ 6799267 h 6804930"/>
              <a:gd name="connsiteX5-203" fmla="*/ 0 w 6028071"/>
              <a:gd name="connsiteY5-204" fmla="*/ 0 h 6804930"/>
              <a:gd name="connsiteX0-205" fmla="*/ 0 w 6028071"/>
              <a:gd name="connsiteY0-206" fmla="*/ 7710 h 6812640"/>
              <a:gd name="connsiteX1-207" fmla="*/ 3900502 w 6028071"/>
              <a:gd name="connsiteY1-208" fmla="*/ 0 h 6812640"/>
              <a:gd name="connsiteX2-209" fmla="*/ 6028071 w 6028071"/>
              <a:gd name="connsiteY2-210" fmla="*/ 4816298 h 6812640"/>
              <a:gd name="connsiteX3-211" fmla="*/ 5226808 w 6028071"/>
              <a:gd name="connsiteY3-212" fmla="*/ 6812640 h 6812640"/>
              <a:gd name="connsiteX4-213" fmla="*/ 22479 w 6028071"/>
              <a:gd name="connsiteY4-214" fmla="*/ 6806977 h 6812640"/>
              <a:gd name="connsiteX5-215" fmla="*/ 0 w 6028071"/>
              <a:gd name="connsiteY5-216" fmla="*/ 7710 h 68126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028071" h="6812640">
                <a:moveTo>
                  <a:pt x="0" y="7710"/>
                </a:moveTo>
                <a:lnTo>
                  <a:pt x="3900502" y="0"/>
                </a:lnTo>
                <a:cubicBezTo>
                  <a:pt x="4739885" y="1602863"/>
                  <a:pt x="5969923" y="3062514"/>
                  <a:pt x="6028071" y="4816298"/>
                </a:cubicBezTo>
                <a:cubicBezTo>
                  <a:pt x="5986158" y="5870087"/>
                  <a:pt x="5677093" y="6087324"/>
                  <a:pt x="5226808" y="6812640"/>
                </a:cubicBezTo>
                <a:lnTo>
                  <a:pt x="22479" y="6806977"/>
                </a:lnTo>
                <a:cubicBezTo>
                  <a:pt x="15552" y="4526917"/>
                  <a:pt x="6927" y="2287770"/>
                  <a:pt x="0" y="7710"/>
                </a:cubicBezTo>
                <a:close/>
              </a:path>
            </a:pathLst>
          </a:custGeom>
          <a:gradFill>
            <a:gsLst>
              <a:gs pos="6000">
                <a:srgbClr val="FFDE93"/>
              </a:gs>
              <a:gs pos="100000">
                <a:srgbClr val="C5A86E"/>
              </a:gs>
            </a:gsLst>
            <a:lin ang="7800000" scaled="0"/>
          </a:gradFill>
          <a:ln>
            <a:noFill/>
          </a:ln>
          <a:effectLst>
            <a:outerShdw blurRad="431955" dist="50800" dir="5400000" algn="c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p:cNvSpPr/>
          <p:nvPr/>
        </p:nvSpPr>
        <p:spPr>
          <a:xfrm>
            <a:off x="335360" y="1530490"/>
            <a:ext cx="6096000" cy="499560"/>
          </a:xfrm>
          <a:prstGeom prst="rect">
            <a:avLst/>
          </a:prstGeom>
        </p:spPr>
        <p:txBody>
          <a:bodyPr>
            <a:spAutoFit/>
          </a:bodyPr>
          <a:lstStyle/>
          <a:p>
            <a:pPr lvl="0" algn="just">
              <a:lnSpc>
                <a:spcPct val="150000"/>
              </a:lnSpc>
            </a:pPr>
            <a:r>
              <a:rPr lang="zh-CN" altLang="en-US" sz="2000" b="1" noProof="0" dirty="0">
                <a:solidFill>
                  <a:schemeClr val="tx1">
                    <a:lumMod val="75000"/>
                    <a:lumOff val="25000"/>
                  </a:schemeClr>
                </a:solidFill>
                <a:uLnTx/>
                <a:latin typeface="微软雅黑" panose="020B0503020204020204" charset="-122"/>
                <a:ea typeface="微软雅黑" panose="020B0503020204020204" charset="-122"/>
                <a:cs typeface="微软雅黑" panose="020B0503020204020204" charset="-122"/>
                <a:sym typeface="Calibri" panose="020F0502020204030204"/>
              </a:rPr>
              <a:t>以“善筑人生旅程”为品牌理念</a:t>
            </a:r>
          </a:p>
        </p:txBody>
      </p:sp>
      <p:sp>
        <p:nvSpPr>
          <p:cNvPr id="8" name="文本框 7"/>
          <p:cNvSpPr txBox="1"/>
          <p:nvPr/>
        </p:nvSpPr>
        <p:spPr>
          <a:xfrm>
            <a:off x="47328" y="2102058"/>
            <a:ext cx="5748599" cy="3263522"/>
          </a:xfrm>
          <a:prstGeom prst="rect">
            <a:avLst/>
          </a:prstGeom>
          <a:noFill/>
        </p:spPr>
        <p:txBody>
          <a:bodyPr wrap="square">
            <a:spAutoFit/>
          </a:bodyPr>
          <a:lstStyle/>
          <a:p>
            <a:pPr marL="448945" lvl="0" indent="-285750" algn="just" eaLnBrk="1">
              <a:lnSpc>
                <a:spcPct val="3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rPr>
              <a:t>深圳港中旅大厦、广州中旅</a:t>
            </a:r>
            <a:r>
              <a:rPr lang="en-US" altLang="zh-CN" b="1" dirty="0">
                <a:solidFill>
                  <a:schemeClr val="tx1">
                    <a:lumMod val="65000"/>
                    <a:lumOff val="35000"/>
                  </a:schemeClr>
                </a:solidFill>
                <a:latin typeface="微软雅黑" panose="020B0503020204020204" charset="-122"/>
                <a:ea typeface="微软雅黑" panose="020B0503020204020204" charset="-122"/>
                <a:cs typeface="+mn-ea"/>
              </a:rPr>
              <a:t>·</a:t>
            </a:r>
            <a:r>
              <a:rPr lang="zh-CN" altLang="en-US" b="1" dirty="0">
                <a:solidFill>
                  <a:schemeClr val="tx1">
                    <a:lumMod val="65000"/>
                    <a:lumOff val="35000"/>
                  </a:schemeClr>
                </a:solidFill>
                <a:latin typeface="微软雅黑" panose="020B0503020204020204" charset="-122"/>
                <a:ea typeface="微软雅黑" panose="020B0503020204020204" charset="-122"/>
                <a:cs typeface="+mn-ea"/>
              </a:rPr>
              <a:t>天宸府</a:t>
            </a:r>
          </a:p>
          <a:p>
            <a:pPr marL="448945" lvl="0" indent="-285750" algn="just" eaLnBrk="1">
              <a:lnSpc>
                <a:spcPct val="3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rPr>
              <a:t>千川阅、宁波海泉湾</a:t>
            </a:r>
            <a:r>
              <a:rPr lang="en-GB" altLang="zh-CN" b="1" dirty="0">
                <a:solidFill>
                  <a:schemeClr val="tx1">
                    <a:lumMod val="65000"/>
                    <a:lumOff val="35000"/>
                  </a:schemeClr>
                </a:solidFill>
                <a:latin typeface="微软雅黑" panose="020B0503020204020204" charset="-122"/>
                <a:ea typeface="微软雅黑" panose="020B0503020204020204" charset="-122"/>
                <a:cs typeface="+mn-ea"/>
              </a:rPr>
              <a:t>plus</a:t>
            </a:r>
            <a:r>
              <a:rPr lang="zh-CN" altLang="en-US" b="1" dirty="0">
                <a:solidFill>
                  <a:schemeClr val="tx1">
                    <a:lumMod val="65000"/>
                    <a:lumOff val="35000"/>
                  </a:schemeClr>
                </a:solidFill>
                <a:latin typeface="微软雅黑" panose="020B0503020204020204" charset="-122"/>
                <a:ea typeface="微软雅黑" panose="020B0503020204020204" charset="-122"/>
                <a:cs typeface="+mn-ea"/>
              </a:rPr>
              <a:t>购物中心</a:t>
            </a:r>
          </a:p>
          <a:p>
            <a:pPr marL="448945" lvl="0" indent="-285750" algn="just" eaLnBrk="1">
              <a:lnSpc>
                <a:spcPct val="3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rPr>
              <a:t>苏州</a:t>
            </a:r>
            <a:r>
              <a:rPr lang="en-GB" altLang="zh-CN" b="1" dirty="0">
                <a:solidFill>
                  <a:schemeClr val="tx1">
                    <a:lumMod val="65000"/>
                    <a:lumOff val="35000"/>
                  </a:schemeClr>
                </a:solidFill>
                <a:latin typeface="微软雅黑" panose="020B0503020204020204" charset="-122"/>
                <a:ea typeface="微软雅黑" panose="020B0503020204020204" charset="-122"/>
                <a:cs typeface="+mn-ea"/>
              </a:rPr>
              <a:t>If mall</a:t>
            </a:r>
            <a:r>
              <a:rPr lang="zh-CN" altLang="en-US" b="1" dirty="0">
                <a:solidFill>
                  <a:schemeClr val="tx1">
                    <a:lumMod val="65000"/>
                    <a:lumOff val="35000"/>
                  </a:schemeClr>
                </a:solidFill>
                <a:latin typeface="微软雅黑" panose="020B0503020204020204" charset="-122"/>
                <a:ea typeface="微软雅黑" panose="020B0503020204020204" charset="-122"/>
                <a:cs typeface="+mn-ea"/>
              </a:rPr>
              <a:t>购物中心、阿那亚</a:t>
            </a:r>
            <a:r>
              <a:rPr lang="en-US" altLang="zh-CN" b="1" dirty="0">
                <a:solidFill>
                  <a:schemeClr val="tx1">
                    <a:lumMod val="65000"/>
                    <a:lumOff val="35000"/>
                  </a:schemeClr>
                </a:solidFill>
                <a:latin typeface="微软雅黑" panose="020B0503020204020204" charset="-122"/>
                <a:ea typeface="微软雅黑" panose="020B0503020204020204" charset="-122"/>
                <a:cs typeface="+mn-ea"/>
              </a:rPr>
              <a:t>·</a:t>
            </a:r>
            <a:r>
              <a:rPr lang="zh-CN" altLang="en-US" b="1" dirty="0">
                <a:solidFill>
                  <a:schemeClr val="tx1">
                    <a:lumMod val="65000"/>
                    <a:lumOff val="35000"/>
                  </a:schemeClr>
                </a:solidFill>
                <a:latin typeface="微软雅黑" panose="020B0503020204020204" charset="-122"/>
                <a:ea typeface="微软雅黑" panose="020B0503020204020204" charset="-122"/>
                <a:cs typeface="+mn-ea"/>
              </a:rPr>
              <a:t>九龙湖</a:t>
            </a:r>
          </a:p>
          <a:p>
            <a:pPr marL="448945" lvl="0" indent="-285750" algn="just" eaLnBrk="1">
              <a:lnSpc>
                <a:spcPct val="3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rPr>
              <a:t>卡莎莎、中旅海玥、中旅名门府、锦绣东方等</a:t>
            </a:r>
            <a:endParaRPr lang="en-US" altLang="zh-CN" b="1" dirty="0">
              <a:solidFill>
                <a:schemeClr val="tx1">
                  <a:lumMod val="65000"/>
                  <a:lumOff val="35000"/>
                </a:schemeClr>
              </a:solidFill>
              <a:latin typeface="微软雅黑" panose="020B0503020204020204" charset="-122"/>
              <a:ea typeface="微软雅黑" panose="020B0503020204020204" charset="-122"/>
              <a:cs typeface="+mn-ea"/>
            </a:endParaRPr>
          </a:p>
        </p:txBody>
      </p:sp>
      <p:pic>
        <p:nvPicPr>
          <p:cNvPr id="5" name="图片 4"/>
          <p:cNvPicPr>
            <a:picLocks noChangeAspect="1"/>
          </p:cNvPicPr>
          <p:nvPr/>
        </p:nvPicPr>
        <p:blipFill>
          <a:blip r:embed="rId4" cstate="email"/>
          <a:stretch>
            <a:fillRect/>
          </a:stretch>
        </p:blipFill>
        <p:spPr>
          <a:xfrm>
            <a:off x="11122302" y="5794045"/>
            <a:ext cx="775307" cy="683921"/>
          </a:xfrm>
          <a:prstGeom prst="rect">
            <a:avLst/>
          </a:prstGeom>
        </p:spPr>
      </p:pic>
      <p:pic>
        <p:nvPicPr>
          <p:cNvPr id="11" name="图片 10"/>
          <p:cNvPicPr>
            <a:picLocks noChangeAspect="1"/>
          </p:cNvPicPr>
          <p:nvPr/>
        </p:nvPicPr>
        <p:blipFill rotWithShape="1">
          <a:blip r:embed="rId5" cstate="email"/>
          <a:srcRect l="-301"/>
          <a:stretch>
            <a:fillRect/>
          </a:stretch>
        </p:blipFill>
        <p:spPr>
          <a:xfrm>
            <a:off x="303318" y="297993"/>
            <a:ext cx="1853294" cy="597246"/>
          </a:xfrm>
          <a:prstGeom prst="rect">
            <a:avLst/>
          </a:prstGeom>
        </p:spPr>
      </p:pic>
      <p:pic>
        <p:nvPicPr>
          <p:cNvPr id="13" name="图片 12"/>
          <p:cNvPicPr>
            <a:picLocks noChangeAspect="1"/>
          </p:cNvPicPr>
          <p:nvPr/>
        </p:nvPicPr>
        <p:blipFill>
          <a:blip r:embed="rId6" cstate="email"/>
          <a:stretch>
            <a:fillRect/>
          </a:stretch>
        </p:blipFill>
        <p:spPr>
          <a:xfrm>
            <a:off x="5645038" y="5093647"/>
            <a:ext cx="1681201" cy="621571"/>
          </a:xfrm>
          <a:prstGeom prst="rect">
            <a:avLst/>
          </a:prstGeom>
        </p:spPr>
      </p:pic>
      <p:pic>
        <p:nvPicPr>
          <p:cNvPr id="15" name="图片 14"/>
          <p:cNvPicPr>
            <a:picLocks noChangeAspect="1"/>
          </p:cNvPicPr>
          <p:nvPr/>
        </p:nvPicPr>
        <p:blipFill>
          <a:blip r:embed="rId7" cstate="email"/>
          <a:stretch>
            <a:fillRect/>
          </a:stretch>
        </p:blipFill>
        <p:spPr>
          <a:xfrm>
            <a:off x="7794291" y="5154102"/>
            <a:ext cx="1681201" cy="628796"/>
          </a:xfrm>
          <a:prstGeom prst="rect">
            <a:avLst/>
          </a:prstGeom>
        </p:spPr>
      </p:pic>
      <p:pic>
        <p:nvPicPr>
          <p:cNvPr id="17" name="图片 16"/>
          <p:cNvPicPr>
            <a:picLocks noChangeAspect="1"/>
          </p:cNvPicPr>
          <p:nvPr/>
        </p:nvPicPr>
        <p:blipFill>
          <a:blip r:embed="rId8" cstate="email"/>
          <a:stretch>
            <a:fillRect/>
          </a:stretch>
        </p:blipFill>
        <p:spPr>
          <a:xfrm>
            <a:off x="9844756" y="5113943"/>
            <a:ext cx="2147923" cy="618342"/>
          </a:xfrm>
          <a:prstGeom prst="rect">
            <a:avLst/>
          </a:prstGeom>
        </p:spPr>
      </p:pic>
      <p:pic>
        <p:nvPicPr>
          <p:cNvPr id="19" name="图片 18"/>
          <p:cNvPicPr>
            <a:picLocks noChangeAspect="1"/>
          </p:cNvPicPr>
          <p:nvPr/>
        </p:nvPicPr>
        <p:blipFill>
          <a:blip r:embed="rId9" cstate="email"/>
          <a:stretch>
            <a:fillRect/>
          </a:stretch>
        </p:blipFill>
        <p:spPr>
          <a:xfrm>
            <a:off x="5202938" y="5946958"/>
            <a:ext cx="1370540" cy="673308"/>
          </a:xfrm>
          <a:prstGeom prst="rect">
            <a:avLst/>
          </a:prstGeom>
        </p:spPr>
      </p:pic>
      <p:pic>
        <p:nvPicPr>
          <p:cNvPr id="21" name="图片 20"/>
          <p:cNvPicPr>
            <a:picLocks noChangeAspect="1"/>
          </p:cNvPicPr>
          <p:nvPr/>
        </p:nvPicPr>
        <p:blipFill>
          <a:blip r:embed="rId10" cstate="email"/>
          <a:stretch>
            <a:fillRect/>
          </a:stretch>
        </p:blipFill>
        <p:spPr>
          <a:xfrm>
            <a:off x="6754163" y="5910399"/>
            <a:ext cx="915699" cy="673308"/>
          </a:xfrm>
          <a:prstGeom prst="rect">
            <a:avLst/>
          </a:prstGeom>
        </p:spPr>
      </p:pic>
      <p:pic>
        <p:nvPicPr>
          <p:cNvPr id="23" name="图片 22"/>
          <p:cNvPicPr>
            <a:picLocks noChangeAspect="1"/>
          </p:cNvPicPr>
          <p:nvPr/>
        </p:nvPicPr>
        <p:blipFill>
          <a:blip r:embed="rId11" cstate="email"/>
          <a:stretch>
            <a:fillRect/>
          </a:stretch>
        </p:blipFill>
        <p:spPr>
          <a:xfrm>
            <a:off x="7581839" y="5878881"/>
            <a:ext cx="1737014" cy="657848"/>
          </a:xfrm>
          <a:prstGeom prst="rect">
            <a:avLst/>
          </a:prstGeom>
        </p:spPr>
      </p:pic>
      <p:pic>
        <p:nvPicPr>
          <p:cNvPr id="25" name="图片 24"/>
          <p:cNvPicPr>
            <a:picLocks noChangeAspect="1"/>
          </p:cNvPicPr>
          <p:nvPr/>
        </p:nvPicPr>
        <p:blipFill>
          <a:blip r:embed="rId12" cstate="email"/>
          <a:stretch>
            <a:fillRect/>
          </a:stretch>
        </p:blipFill>
        <p:spPr>
          <a:xfrm>
            <a:off x="10333767" y="5846061"/>
            <a:ext cx="602348" cy="662250"/>
          </a:xfrm>
          <a:prstGeom prst="rect">
            <a:avLst/>
          </a:prstGeom>
        </p:spPr>
      </p:pic>
      <p:pic>
        <p:nvPicPr>
          <p:cNvPr id="27" name="图片 26"/>
          <p:cNvPicPr>
            <a:picLocks noChangeAspect="1"/>
          </p:cNvPicPr>
          <p:nvPr/>
        </p:nvPicPr>
        <p:blipFill>
          <a:blip r:embed="rId13" cstate="email"/>
          <a:stretch>
            <a:fillRect/>
          </a:stretch>
        </p:blipFill>
        <p:spPr>
          <a:xfrm>
            <a:off x="9308872" y="5790111"/>
            <a:ext cx="927201" cy="718200"/>
          </a:xfrm>
          <a:prstGeom prst="rect">
            <a:avLst/>
          </a:prstGeom>
        </p:spPr>
      </p:pic>
      <p:sp>
        <p:nvSpPr>
          <p:cNvPr id="28" name="文本框 27"/>
          <p:cNvSpPr txBox="1"/>
          <p:nvPr/>
        </p:nvSpPr>
        <p:spPr>
          <a:xfrm>
            <a:off x="10269214" y="4534424"/>
            <a:ext cx="1620957" cy="338554"/>
          </a:xfrm>
          <a:prstGeom prst="rect">
            <a:avLst/>
          </a:prstGeom>
          <a:noFill/>
        </p:spPr>
        <p:txBody>
          <a:bodyPr wrap="none" rtlCol="0">
            <a:spAutoFit/>
          </a:bodyPr>
          <a:lstStyle/>
          <a:p>
            <a:pPr algn="r"/>
            <a:r>
              <a:rPr lang="zh-CN" altLang="en-US" sz="1600" b="0" i="0" dirty="0">
                <a:solidFill>
                  <a:schemeClr val="bg1"/>
                </a:solidFill>
                <a:effectLst/>
                <a:latin typeface="微软雅黑" panose="020B0503020204020204" charset="-122"/>
                <a:ea typeface="微软雅黑" panose="020B0503020204020204" charset="-122"/>
              </a:rPr>
              <a:t>深圳港中旅大厦</a:t>
            </a:r>
            <a:endParaRPr kumimoji="1" lang="zh-CN" altLang="en-US" sz="1600" dirty="0">
              <a:solidFill>
                <a:schemeClr val="bg1"/>
              </a:solidFill>
              <a:latin typeface="微软雅黑" panose="020B0503020204020204" charset="-122"/>
              <a:ea typeface="微软雅黑" panose="020B050302020402020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rotWithShape="1">
          <a:blip r:embed="rId2" cstate="email"/>
          <a:srcRect/>
          <a:stretch>
            <a:fillRect/>
          </a:stretch>
        </p:blipFill>
        <p:spPr>
          <a:xfrm>
            <a:off x="2927648" y="-17505"/>
            <a:ext cx="9264352" cy="6830882"/>
          </a:xfrm>
          <a:prstGeom prst="rect">
            <a:avLst/>
          </a:prstGeom>
        </p:spPr>
      </p:pic>
      <p:sp>
        <p:nvSpPr>
          <p:cNvPr id="24" name="矩形 23"/>
          <p:cNvSpPr/>
          <p:nvPr/>
        </p:nvSpPr>
        <p:spPr>
          <a:xfrm>
            <a:off x="3291061" y="-10841"/>
            <a:ext cx="4248472" cy="5026278"/>
          </a:xfrm>
          <a:prstGeom prst="rect">
            <a:avLst/>
          </a:prstGeom>
          <a:gradFill>
            <a:gsLst>
              <a:gs pos="100000">
                <a:schemeClr val="accent1">
                  <a:lumMod val="5000"/>
                  <a:lumOff val="95000"/>
                  <a:alpha val="0"/>
                </a:schemeClr>
              </a:gs>
              <a:gs pos="18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3365238" y="4997055"/>
            <a:ext cx="8832304" cy="1837835"/>
          </a:xfrm>
          <a:prstGeom prst="rect">
            <a:avLst/>
          </a:prstGeom>
          <a:solidFill>
            <a:schemeClr val="bg1">
              <a:alpha val="93742"/>
            </a:schemeClr>
          </a:solidFill>
          <a:ln>
            <a:no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剪去单角的矩形 5"/>
          <p:cNvSpPr/>
          <p:nvPr/>
        </p:nvSpPr>
        <p:spPr>
          <a:xfrm>
            <a:off x="-20736" y="-4452"/>
            <a:ext cx="5268145" cy="6862451"/>
          </a:xfrm>
          <a:custGeom>
            <a:avLst/>
            <a:gdLst>
              <a:gd name="connsiteX0" fmla="*/ 0 w 4146005"/>
              <a:gd name="connsiteY0" fmla="*/ 0 h 3816424"/>
              <a:gd name="connsiteX1" fmla="*/ 3509922 w 4146005"/>
              <a:gd name="connsiteY1" fmla="*/ 0 h 3816424"/>
              <a:gd name="connsiteX2" fmla="*/ 4146005 w 4146005"/>
              <a:gd name="connsiteY2" fmla="*/ 636083 h 3816424"/>
              <a:gd name="connsiteX3" fmla="*/ 4146005 w 4146005"/>
              <a:gd name="connsiteY3" fmla="*/ 3816424 h 3816424"/>
              <a:gd name="connsiteX4" fmla="*/ 0 w 4146005"/>
              <a:gd name="connsiteY4" fmla="*/ 3816424 h 3816424"/>
              <a:gd name="connsiteX5" fmla="*/ 0 w 4146005"/>
              <a:gd name="connsiteY5" fmla="*/ 0 h 3816424"/>
              <a:gd name="connsiteX0-1" fmla="*/ 0 w 4146005"/>
              <a:gd name="connsiteY0-2" fmla="*/ 0 h 6840179"/>
              <a:gd name="connsiteX1-3" fmla="*/ 3509922 w 4146005"/>
              <a:gd name="connsiteY1-4" fmla="*/ 0 h 6840179"/>
              <a:gd name="connsiteX2-5" fmla="*/ 4146005 w 4146005"/>
              <a:gd name="connsiteY2-6" fmla="*/ 636083 h 6840179"/>
              <a:gd name="connsiteX3-7" fmla="*/ 4146005 w 4146005"/>
              <a:gd name="connsiteY3-8" fmla="*/ 3816424 h 6840179"/>
              <a:gd name="connsiteX4-9" fmla="*/ 20782 w 4146005"/>
              <a:gd name="connsiteY4-10" fmla="*/ 6840179 h 6840179"/>
              <a:gd name="connsiteX5-11" fmla="*/ 0 w 4146005"/>
              <a:gd name="connsiteY5-12" fmla="*/ 0 h 6840179"/>
              <a:gd name="connsiteX0-13" fmla="*/ 0 w 5216269"/>
              <a:gd name="connsiteY0-14" fmla="*/ 0 h 6840179"/>
              <a:gd name="connsiteX1-15" fmla="*/ 3509922 w 5216269"/>
              <a:gd name="connsiteY1-16" fmla="*/ 0 h 6840179"/>
              <a:gd name="connsiteX2-17" fmla="*/ 4146005 w 5216269"/>
              <a:gd name="connsiteY2-18" fmla="*/ 636083 h 6840179"/>
              <a:gd name="connsiteX3-19" fmla="*/ 5216269 w 5216269"/>
              <a:gd name="connsiteY3-20" fmla="*/ 6819396 h 6840179"/>
              <a:gd name="connsiteX4-21" fmla="*/ 20782 w 5216269"/>
              <a:gd name="connsiteY4-22" fmla="*/ 6840179 h 6840179"/>
              <a:gd name="connsiteX5-23" fmla="*/ 0 w 5216269"/>
              <a:gd name="connsiteY5-24" fmla="*/ 0 h 6840179"/>
              <a:gd name="connsiteX0-25" fmla="*/ 11649 w 5227918"/>
              <a:gd name="connsiteY0-26" fmla="*/ 0 h 6819396"/>
              <a:gd name="connsiteX1-27" fmla="*/ 3521571 w 5227918"/>
              <a:gd name="connsiteY1-28" fmla="*/ 0 h 6819396"/>
              <a:gd name="connsiteX2-29" fmla="*/ 4157654 w 5227918"/>
              <a:gd name="connsiteY2-30" fmla="*/ 636083 h 6819396"/>
              <a:gd name="connsiteX3-31" fmla="*/ 5227918 w 5227918"/>
              <a:gd name="connsiteY3-32" fmla="*/ 6819396 h 6819396"/>
              <a:gd name="connsiteX4-33" fmla="*/ 1258 w 5227918"/>
              <a:gd name="connsiteY4-34" fmla="*/ 6777834 h 6819396"/>
              <a:gd name="connsiteX5-35" fmla="*/ 11649 w 5227918"/>
              <a:gd name="connsiteY5-36" fmla="*/ 0 h 6819396"/>
              <a:gd name="connsiteX0-37" fmla="*/ 0 w 5216269"/>
              <a:gd name="connsiteY0-38" fmla="*/ 0 h 6819396"/>
              <a:gd name="connsiteX1-39" fmla="*/ 3509922 w 5216269"/>
              <a:gd name="connsiteY1-40" fmla="*/ 0 h 6819396"/>
              <a:gd name="connsiteX2-41" fmla="*/ 4146005 w 5216269"/>
              <a:gd name="connsiteY2-42" fmla="*/ 636083 h 6819396"/>
              <a:gd name="connsiteX3-43" fmla="*/ 5216269 w 5216269"/>
              <a:gd name="connsiteY3-44" fmla="*/ 6819396 h 6819396"/>
              <a:gd name="connsiteX4-45" fmla="*/ 62346 w 5216269"/>
              <a:gd name="connsiteY4-46" fmla="*/ 6777834 h 6819396"/>
              <a:gd name="connsiteX5-47" fmla="*/ 0 w 5216269"/>
              <a:gd name="connsiteY5-48" fmla="*/ 0 h 6819396"/>
              <a:gd name="connsiteX0-49" fmla="*/ 0 w 5216269"/>
              <a:gd name="connsiteY0-50" fmla="*/ 0 h 6819396"/>
              <a:gd name="connsiteX1-51" fmla="*/ 3509922 w 5216269"/>
              <a:gd name="connsiteY1-52" fmla="*/ 0 h 6819396"/>
              <a:gd name="connsiteX2-53" fmla="*/ 4146005 w 5216269"/>
              <a:gd name="connsiteY2-54" fmla="*/ 636083 h 6819396"/>
              <a:gd name="connsiteX3-55" fmla="*/ 5216269 w 5216269"/>
              <a:gd name="connsiteY3-56" fmla="*/ 6819396 h 6819396"/>
              <a:gd name="connsiteX4-57" fmla="*/ 17585 w 5216269"/>
              <a:gd name="connsiteY4-58" fmla="*/ 6784228 h 6819396"/>
              <a:gd name="connsiteX5-59" fmla="*/ 0 w 5216269"/>
              <a:gd name="connsiteY5-60" fmla="*/ 0 h 6819396"/>
              <a:gd name="connsiteX0-61" fmla="*/ 0 w 5216269"/>
              <a:gd name="connsiteY0-62" fmla="*/ 0 h 6819396"/>
              <a:gd name="connsiteX1-63" fmla="*/ 3509922 w 5216269"/>
              <a:gd name="connsiteY1-64" fmla="*/ 0 h 6819396"/>
              <a:gd name="connsiteX2-65" fmla="*/ 4146005 w 5216269"/>
              <a:gd name="connsiteY2-66" fmla="*/ 636083 h 6819396"/>
              <a:gd name="connsiteX3-67" fmla="*/ 5216269 w 5216269"/>
              <a:gd name="connsiteY3-68" fmla="*/ 6819396 h 6819396"/>
              <a:gd name="connsiteX4-69" fmla="*/ 11191 w 5216269"/>
              <a:gd name="connsiteY4-70" fmla="*/ 6816200 h 6819396"/>
              <a:gd name="connsiteX5-71" fmla="*/ 0 w 5216269"/>
              <a:gd name="connsiteY5-72" fmla="*/ 0 h 6819396"/>
              <a:gd name="connsiteX0-73" fmla="*/ 0 w 5209874"/>
              <a:gd name="connsiteY0-74" fmla="*/ 0 h 6851368"/>
              <a:gd name="connsiteX1-75" fmla="*/ 3509922 w 5209874"/>
              <a:gd name="connsiteY1-76" fmla="*/ 0 h 6851368"/>
              <a:gd name="connsiteX2-77" fmla="*/ 4146005 w 5209874"/>
              <a:gd name="connsiteY2-78" fmla="*/ 636083 h 6851368"/>
              <a:gd name="connsiteX3-79" fmla="*/ 5209874 w 5209874"/>
              <a:gd name="connsiteY3-80" fmla="*/ 6851368 h 6851368"/>
              <a:gd name="connsiteX4-81" fmla="*/ 11191 w 5209874"/>
              <a:gd name="connsiteY4-82" fmla="*/ 6816200 h 6851368"/>
              <a:gd name="connsiteX5-83" fmla="*/ 0 w 5209874"/>
              <a:gd name="connsiteY5-84" fmla="*/ 0 h 6851368"/>
              <a:gd name="connsiteX0-85" fmla="*/ 0 w 6028071"/>
              <a:gd name="connsiteY0-86" fmla="*/ 0 h 6851368"/>
              <a:gd name="connsiteX1-87" fmla="*/ 3509922 w 6028071"/>
              <a:gd name="connsiteY1-88" fmla="*/ 0 h 6851368"/>
              <a:gd name="connsiteX2-89" fmla="*/ 6028071 w 6028071"/>
              <a:gd name="connsiteY2-90" fmla="*/ 4808588 h 6851368"/>
              <a:gd name="connsiteX3-91" fmla="*/ 5209874 w 6028071"/>
              <a:gd name="connsiteY3-92" fmla="*/ 6851368 h 6851368"/>
              <a:gd name="connsiteX4-93" fmla="*/ 11191 w 6028071"/>
              <a:gd name="connsiteY4-94" fmla="*/ 6816200 h 6851368"/>
              <a:gd name="connsiteX5-95" fmla="*/ 0 w 6028071"/>
              <a:gd name="connsiteY5-96" fmla="*/ 0 h 6851368"/>
              <a:gd name="connsiteX0-97" fmla="*/ 0 w 6028071"/>
              <a:gd name="connsiteY0-98" fmla="*/ 0 h 6851368"/>
              <a:gd name="connsiteX1-99" fmla="*/ 3509922 w 6028071"/>
              <a:gd name="connsiteY1-100" fmla="*/ 0 h 6851368"/>
              <a:gd name="connsiteX2-101" fmla="*/ 6028071 w 6028071"/>
              <a:gd name="connsiteY2-102" fmla="*/ 4808588 h 6851368"/>
              <a:gd name="connsiteX3-103" fmla="*/ 5209874 w 6028071"/>
              <a:gd name="connsiteY3-104" fmla="*/ 6851368 h 6851368"/>
              <a:gd name="connsiteX4-105" fmla="*/ 11191 w 6028071"/>
              <a:gd name="connsiteY4-106" fmla="*/ 6816200 h 6851368"/>
              <a:gd name="connsiteX5-107" fmla="*/ 0 w 6028071"/>
              <a:gd name="connsiteY5-108" fmla="*/ 0 h 6851368"/>
              <a:gd name="connsiteX0-109" fmla="*/ 0 w 6028071"/>
              <a:gd name="connsiteY0-110" fmla="*/ 0 h 6851368"/>
              <a:gd name="connsiteX1-111" fmla="*/ 3509922 w 6028071"/>
              <a:gd name="connsiteY1-112" fmla="*/ 0 h 6851368"/>
              <a:gd name="connsiteX2-113" fmla="*/ 6028071 w 6028071"/>
              <a:gd name="connsiteY2-114" fmla="*/ 4808588 h 6851368"/>
              <a:gd name="connsiteX3-115" fmla="*/ 5209874 w 6028071"/>
              <a:gd name="connsiteY3-116" fmla="*/ 6851368 h 6851368"/>
              <a:gd name="connsiteX4-117" fmla="*/ 11191 w 6028071"/>
              <a:gd name="connsiteY4-118" fmla="*/ 6816200 h 6851368"/>
              <a:gd name="connsiteX5-119" fmla="*/ 0 w 6028071"/>
              <a:gd name="connsiteY5-120" fmla="*/ 0 h 6851368"/>
              <a:gd name="connsiteX0-121" fmla="*/ 0 w 6028071"/>
              <a:gd name="connsiteY0-122" fmla="*/ 0 h 6851368"/>
              <a:gd name="connsiteX1-123" fmla="*/ 3625332 w 6028071"/>
              <a:gd name="connsiteY1-124" fmla="*/ 0 h 6851368"/>
              <a:gd name="connsiteX2-125" fmla="*/ 6028071 w 6028071"/>
              <a:gd name="connsiteY2-126" fmla="*/ 4808588 h 6851368"/>
              <a:gd name="connsiteX3-127" fmla="*/ 5209874 w 6028071"/>
              <a:gd name="connsiteY3-128" fmla="*/ 6851368 h 6851368"/>
              <a:gd name="connsiteX4-129" fmla="*/ 11191 w 6028071"/>
              <a:gd name="connsiteY4-130" fmla="*/ 6816200 h 6851368"/>
              <a:gd name="connsiteX5-131" fmla="*/ 0 w 6028071"/>
              <a:gd name="connsiteY5-132" fmla="*/ 0 h 6851368"/>
              <a:gd name="connsiteX0-133" fmla="*/ 0 w 6028071"/>
              <a:gd name="connsiteY0-134" fmla="*/ 0 h 6851368"/>
              <a:gd name="connsiteX1-135" fmla="*/ 3625332 w 6028071"/>
              <a:gd name="connsiteY1-136" fmla="*/ 0 h 6851368"/>
              <a:gd name="connsiteX2-137" fmla="*/ 6028071 w 6028071"/>
              <a:gd name="connsiteY2-138" fmla="*/ 4808588 h 6851368"/>
              <a:gd name="connsiteX3-139" fmla="*/ 5209874 w 6028071"/>
              <a:gd name="connsiteY3-140" fmla="*/ 6851368 h 6851368"/>
              <a:gd name="connsiteX4-141" fmla="*/ 11191 w 6028071"/>
              <a:gd name="connsiteY4-142" fmla="*/ 6816200 h 6851368"/>
              <a:gd name="connsiteX5-143" fmla="*/ 0 w 6028071"/>
              <a:gd name="connsiteY5-144" fmla="*/ 0 h 6851368"/>
              <a:gd name="connsiteX0-145" fmla="*/ 0 w 6028071"/>
              <a:gd name="connsiteY0-146" fmla="*/ 0 h 6851368"/>
              <a:gd name="connsiteX1-147" fmla="*/ 3625332 w 6028071"/>
              <a:gd name="connsiteY1-148" fmla="*/ 0 h 6851368"/>
              <a:gd name="connsiteX2-149" fmla="*/ 6028071 w 6028071"/>
              <a:gd name="connsiteY2-150" fmla="*/ 4808588 h 6851368"/>
              <a:gd name="connsiteX3-151" fmla="*/ 5209874 w 6028071"/>
              <a:gd name="connsiteY3-152" fmla="*/ 6851368 h 6851368"/>
              <a:gd name="connsiteX4-153" fmla="*/ 95857 w 6028071"/>
              <a:gd name="connsiteY4-154" fmla="*/ 6675089 h 6851368"/>
              <a:gd name="connsiteX5-155" fmla="*/ 0 w 6028071"/>
              <a:gd name="connsiteY5-156" fmla="*/ 0 h 6851368"/>
              <a:gd name="connsiteX0-157" fmla="*/ 0 w 6028071"/>
              <a:gd name="connsiteY0-158" fmla="*/ 0 h 6823145"/>
              <a:gd name="connsiteX1-159" fmla="*/ 3625332 w 6028071"/>
              <a:gd name="connsiteY1-160" fmla="*/ 0 h 6823145"/>
              <a:gd name="connsiteX2-161" fmla="*/ 6028071 w 6028071"/>
              <a:gd name="connsiteY2-162" fmla="*/ 4808588 h 6823145"/>
              <a:gd name="connsiteX3-163" fmla="*/ 5226808 w 6028071"/>
              <a:gd name="connsiteY3-164" fmla="*/ 6823145 h 6823145"/>
              <a:gd name="connsiteX4-165" fmla="*/ 95857 w 6028071"/>
              <a:gd name="connsiteY4-166" fmla="*/ 6675089 h 6823145"/>
              <a:gd name="connsiteX5-167" fmla="*/ 0 w 6028071"/>
              <a:gd name="connsiteY5-168" fmla="*/ 0 h 6823145"/>
              <a:gd name="connsiteX0-169" fmla="*/ 0 w 6028071"/>
              <a:gd name="connsiteY0-170" fmla="*/ 0 h 6823145"/>
              <a:gd name="connsiteX1-171" fmla="*/ 3625332 w 6028071"/>
              <a:gd name="connsiteY1-172" fmla="*/ 0 h 6823145"/>
              <a:gd name="connsiteX2-173" fmla="*/ 6028071 w 6028071"/>
              <a:gd name="connsiteY2-174" fmla="*/ 4808588 h 6823145"/>
              <a:gd name="connsiteX3-175" fmla="*/ 5226808 w 6028071"/>
              <a:gd name="connsiteY3-176" fmla="*/ 6823145 h 6823145"/>
              <a:gd name="connsiteX4-177" fmla="*/ 22479 w 6028071"/>
              <a:gd name="connsiteY4-178" fmla="*/ 6799267 h 6823145"/>
              <a:gd name="connsiteX5-179" fmla="*/ 0 w 6028071"/>
              <a:gd name="connsiteY5-180" fmla="*/ 0 h 6823145"/>
              <a:gd name="connsiteX0-181" fmla="*/ 0 w 6028071"/>
              <a:gd name="connsiteY0-182" fmla="*/ 0 h 6804930"/>
              <a:gd name="connsiteX1-183" fmla="*/ 3625332 w 6028071"/>
              <a:gd name="connsiteY1-184" fmla="*/ 0 h 6804930"/>
              <a:gd name="connsiteX2-185" fmla="*/ 6028071 w 6028071"/>
              <a:gd name="connsiteY2-186" fmla="*/ 4808588 h 6804930"/>
              <a:gd name="connsiteX3-187" fmla="*/ 5226808 w 6028071"/>
              <a:gd name="connsiteY3-188" fmla="*/ 6804930 h 6804930"/>
              <a:gd name="connsiteX4-189" fmla="*/ 22479 w 6028071"/>
              <a:gd name="connsiteY4-190" fmla="*/ 6799267 h 6804930"/>
              <a:gd name="connsiteX5-191" fmla="*/ 0 w 6028071"/>
              <a:gd name="connsiteY5-192" fmla="*/ 0 h 6804930"/>
              <a:gd name="connsiteX0-193" fmla="*/ 0 w 6028071"/>
              <a:gd name="connsiteY0-194" fmla="*/ 0 h 6804930"/>
              <a:gd name="connsiteX1-195" fmla="*/ 3893286 w 6028071"/>
              <a:gd name="connsiteY1-196" fmla="*/ 11071 h 6804930"/>
              <a:gd name="connsiteX2-197" fmla="*/ 6028071 w 6028071"/>
              <a:gd name="connsiteY2-198" fmla="*/ 4808588 h 6804930"/>
              <a:gd name="connsiteX3-199" fmla="*/ 5226808 w 6028071"/>
              <a:gd name="connsiteY3-200" fmla="*/ 6804930 h 6804930"/>
              <a:gd name="connsiteX4-201" fmla="*/ 22479 w 6028071"/>
              <a:gd name="connsiteY4-202" fmla="*/ 6799267 h 6804930"/>
              <a:gd name="connsiteX5-203" fmla="*/ 0 w 6028071"/>
              <a:gd name="connsiteY5-204" fmla="*/ 0 h 6804930"/>
              <a:gd name="connsiteX0-205" fmla="*/ 0 w 6028071"/>
              <a:gd name="connsiteY0-206" fmla="*/ 7710 h 6812640"/>
              <a:gd name="connsiteX1-207" fmla="*/ 3900502 w 6028071"/>
              <a:gd name="connsiteY1-208" fmla="*/ 0 h 6812640"/>
              <a:gd name="connsiteX2-209" fmla="*/ 6028071 w 6028071"/>
              <a:gd name="connsiteY2-210" fmla="*/ 4816298 h 6812640"/>
              <a:gd name="connsiteX3-211" fmla="*/ 5226808 w 6028071"/>
              <a:gd name="connsiteY3-212" fmla="*/ 6812640 h 6812640"/>
              <a:gd name="connsiteX4-213" fmla="*/ 22479 w 6028071"/>
              <a:gd name="connsiteY4-214" fmla="*/ 6806977 h 6812640"/>
              <a:gd name="connsiteX5-215" fmla="*/ 0 w 6028071"/>
              <a:gd name="connsiteY5-216" fmla="*/ 7710 h 68126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028071" h="6812640">
                <a:moveTo>
                  <a:pt x="0" y="7710"/>
                </a:moveTo>
                <a:lnTo>
                  <a:pt x="3900502" y="0"/>
                </a:lnTo>
                <a:cubicBezTo>
                  <a:pt x="4739885" y="1602863"/>
                  <a:pt x="5969923" y="3062514"/>
                  <a:pt x="6028071" y="4816298"/>
                </a:cubicBezTo>
                <a:cubicBezTo>
                  <a:pt x="5986158" y="5870087"/>
                  <a:pt x="5677093" y="6087324"/>
                  <a:pt x="5226808" y="6812640"/>
                </a:cubicBezTo>
                <a:lnTo>
                  <a:pt x="22479" y="6806977"/>
                </a:lnTo>
                <a:cubicBezTo>
                  <a:pt x="15552" y="4526917"/>
                  <a:pt x="6927" y="2287770"/>
                  <a:pt x="0" y="7710"/>
                </a:cubicBezTo>
                <a:close/>
              </a:path>
            </a:pathLst>
          </a:custGeom>
          <a:gradFill>
            <a:gsLst>
              <a:gs pos="6000">
                <a:srgbClr val="FFDE93"/>
              </a:gs>
              <a:gs pos="100000">
                <a:srgbClr val="C5A86E"/>
              </a:gs>
            </a:gsLst>
            <a:lin ang="7800000" scaled="0"/>
          </a:gradFill>
          <a:ln>
            <a:noFill/>
          </a:ln>
          <a:effectLst>
            <a:outerShdw blurRad="431955" dist="50800" dir="5400000" algn="c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60040" y="1558957"/>
            <a:ext cx="6096000" cy="499560"/>
          </a:xfrm>
          <a:prstGeom prst="rect">
            <a:avLst/>
          </a:prstGeom>
        </p:spPr>
        <p:txBody>
          <a:bodyPr>
            <a:spAutoFit/>
          </a:bodyPr>
          <a:lstStyle/>
          <a:p>
            <a:pPr lvl="0" algn="just">
              <a:lnSpc>
                <a:spcPct val="150000"/>
              </a:lnSpc>
            </a:pPr>
            <a:r>
              <a:rPr lang="zh-CN" altLang="en-US" sz="2000" b="1" noProof="0" dirty="0">
                <a:solidFill>
                  <a:srgbClr val="404040"/>
                </a:solidFill>
                <a:uLnTx/>
                <a:latin typeface="微软雅黑" panose="020B0503020204020204" charset="-122"/>
                <a:ea typeface="微软雅黑" panose="020B0503020204020204" charset="-122"/>
                <a:cs typeface="微软雅黑" panose="020B0503020204020204" charset="-122"/>
                <a:sym typeface="Calibri" panose="020F0502020204030204"/>
              </a:rPr>
              <a:t>全球化旅游零售运营商</a:t>
            </a:r>
          </a:p>
        </p:txBody>
      </p:sp>
      <p:sp>
        <p:nvSpPr>
          <p:cNvPr id="6" name="文本框 5"/>
          <p:cNvSpPr txBox="1"/>
          <p:nvPr/>
        </p:nvSpPr>
        <p:spPr>
          <a:xfrm>
            <a:off x="144650" y="2063075"/>
            <a:ext cx="5107713" cy="4246245"/>
          </a:xfrm>
          <a:prstGeom prst="rect">
            <a:avLst/>
          </a:prstGeom>
          <a:noFill/>
        </p:spPr>
        <p:txBody>
          <a:bodyPr wrap="square">
            <a:spAutoFit/>
          </a:bodyPr>
          <a:lstStyle/>
          <a:p>
            <a:pPr marL="448945" indent="-285750" algn="just">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全球旅游零售运营商排名第一</a:t>
            </a:r>
            <a:endPar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ea"/>
            </a:endParaRPr>
          </a:p>
          <a:p>
            <a:pPr marL="448945" indent="-285750" algn="just">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国务院授权开展免税业务</a:t>
            </a:r>
            <a:endPar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ea"/>
            </a:endParaRPr>
          </a:p>
          <a:p>
            <a:pPr marL="448945" indent="-285750" algn="just">
              <a:lnSpc>
                <a:spcPct val="250000"/>
              </a:lnSpc>
              <a:buFont typeface="Wingdings" panose="05000000000000000000" charset="0"/>
              <a:buChar char="l"/>
            </a:pPr>
            <a:r>
              <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ea"/>
              </a:rPr>
              <a:t>1400+</a:t>
            </a: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品牌、</a:t>
            </a:r>
            <a:r>
              <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ea"/>
              </a:rPr>
              <a:t>200+</a:t>
            </a: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门店</a:t>
            </a:r>
          </a:p>
          <a:p>
            <a:pPr marL="448945" indent="-285750" algn="just">
              <a:lnSpc>
                <a:spcPct val="250000"/>
              </a:lnSpc>
              <a:buFont typeface="Wingdings" panose="05000000000000000000" charset="0"/>
              <a:buChar char="l"/>
            </a:pPr>
            <a:r>
              <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rPr>
              <a:t>A</a:t>
            </a: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股上市“中国中免”（601888.CN）</a:t>
            </a:r>
            <a:endPar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endParaRPr>
          </a:p>
          <a:p>
            <a:pPr marL="163195" indent="0" algn="just">
              <a:lnSpc>
                <a:spcPct val="250000"/>
              </a:lnSpc>
              <a:buFont typeface="+mj-lt"/>
              <a:buNone/>
            </a:pPr>
            <a:r>
              <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lt"/>
              </a:rPr>
              <a:t>    </a:t>
            </a: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港股上市“中国中免” （01880.HK）</a:t>
            </a:r>
          </a:p>
          <a:p>
            <a:pPr marL="448945" lvl="0" indent="-285750" algn="just">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服务2亿人次</a:t>
            </a:r>
            <a:r>
              <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ea"/>
              </a:rPr>
              <a:t>/</a:t>
            </a: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年</a:t>
            </a:r>
          </a:p>
        </p:txBody>
      </p:sp>
      <p:pic>
        <p:nvPicPr>
          <p:cNvPr id="7" name="图片 6"/>
          <p:cNvPicPr>
            <a:picLocks noChangeAspect="1"/>
          </p:cNvPicPr>
          <p:nvPr/>
        </p:nvPicPr>
        <p:blipFill>
          <a:blip r:embed="rId3" cstate="email"/>
          <a:stretch>
            <a:fillRect/>
          </a:stretch>
        </p:blipFill>
        <p:spPr>
          <a:xfrm>
            <a:off x="335360" y="270842"/>
            <a:ext cx="1814585" cy="642963"/>
          </a:xfrm>
          <a:prstGeom prst="rect">
            <a:avLst/>
          </a:prstGeom>
        </p:spPr>
      </p:pic>
      <p:pic>
        <p:nvPicPr>
          <p:cNvPr id="11" name="图片 10"/>
          <p:cNvPicPr>
            <a:picLocks noChangeAspect="1"/>
          </p:cNvPicPr>
          <p:nvPr/>
        </p:nvPicPr>
        <p:blipFill>
          <a:blip r:embed="rId4" cstate="email"/>
          <a:stretch>
            <a:fillRect/>
          </a:stretch>
        </p:blipFill>
        <p:spPr>
          <a:xfrm>
            <a:off x="5398610" y="5136181"/>
            <a:ext cx="1734640" cy="540362"/>
          </a:xfrm>
          <a:prstGeom prst="rect">
            <a:avLst/>
          </a:prstGeom>
        </p:spPr>
      </p:pic>
      <p:pic>
        <p:nvPicPr>
          <p:cNvPr id="13" name="图片 12"/>
          <p:cNvPicPr>
            <a:picLocks noChangeAspect="1"/>
          </p:cNvPicPr>
          <p:nvPr/>
        </p:nvPicPr>
        <p:blipFill>
          <a:blip r:embed="rId5" cstate="email"/>
          <a:stretch>
            <a:fillRect/>
          </a:stretch>
        </p:blipFill>
        <p:spPr>
          <a:xfrm>
            <a:off x="7768996" y="5043454"/>
            <a:ext cx="1919894" cy="578175"/>
          </a:xfrm>
          <a:prstGeom prst="rect">
            <a:avLst/>
          </a:prstGeom>
        </p:spPr>
      </p:pic>
      <p:pic>
        <p:nvPicPr>
          <p:cNvPr id="15" name="图片 14"/>
          <p:cNvPicPr>
            <a:picLocks noChangeAspect="1"/>
          </p:cNvPicPr>
          <p:nvPr/>
        </p:nvPicPr>
        <p:blipFill>
          <a:blip r:embed="rId6" cstate="email"/>
          <a:stretch>
            <a:fillRect/>
          </a:stretch>
        </p:blipFill>
        <p:spPr>
          <a:xfrm>
            <a:off x="10063302" y="5106229"/>
            <a:ext cx="1902307" cy="415122"/>
          </a:xfrm>
          <a:prstGeom prst="rect">
            <a:avLst/>
          </a:prstGeom>
        </p:spPr>
      </p:pic>
      <p:pic>
        <p:nvPicPr>
          <p:cNvPr id="17" name="图片 16"/>
          <p:cNvPicPr>
            <a:picLocks noChangeAspect="1"/>
          </p:cNvPicPr>
          <p:nvPr/>
        </p:nvPicPr>
        <p:blipFill>
          <a:blip r:embed="rId7" cstate="email"/>
          <a:stretch>
            <a:fillRect/>
          </a:stretch>
        </p:blipFill>
        <p:spPr>
          <a:xfrm>
            <a:off x="5354461" y="5781111"/>
            <a:ext cx="1798451" cy="465920"/>
          </a:xfrm>
          <a:prstGeom prst="rect">
            <a:avLst/>
          </a:prstGeom>
        </p:spPr>
      </p:pic>
      <p:pic>
        <p:nvPicPr>
          <p:cNvPr id="19" name="图片 18"/>
          <p:cNvPicPr>
            <a:picLocks noChangeAspect="1"/>
          </p:cNvPicPr>
          <p:nvPr/>
        </p:nvPicPr>
        <p:blipFill>
          <a:blip r:embed="rId8" cstate="email"/>
          <a:stretch>
            <a:fillRect/>
          </a:stretch>
        </p:blipFill>
        <p:spPr>
          <a:xfrm>
            <a:off x="7730159" y="5765284"/>
            <a:ext cx="1858860" cy="481747"/>
          </a:xfrm>
          <a:prstGeom prst="rect">
            <a:avLst/>
          </a:prstGeom>
        </p:spPr>
      </p:pic>
      <p:pic>
        <p:nvPicPr>
          <p:cNvPr id="21" name="图片 20"/>
          <p:cNvPicPr>
            <a:picLocks noChangeAspect="1"/>
          </p:cNvPicPr>
          <p:nvPr/>
        </p:nvPicPr>
        <p:blipFill>
          <a:blip r:embed="rId9" cstate="email"/>
          <a:stretch>
            <a:fillRect/>
          </a:stretch>
        </p:blipFill>
        <p:spPr>
          <a:xfrm>
            <a:off x="10016937" y="5660781"/>
            <a:ext cx="1926697" cy="580224"/>
          </a:xfrm>
          <a:prstGeom prst="rect">
            <a:avLst/>
          </a:prstGeom>
        </p:spPr>
      </p:pic>
      <p:pic>
        <p:nvPicPr>
          <p:cNvPr id="23" name="图片 22"/>
          <p:cNvPicPr>
            <a:picLocks noChangeAspect="1"/>
          </p:cNvPicPr>
          <p:nvPr/>
        </p:nvPicPr>
        <p:blipFill>
          <a:blip r:embed="rId10" cstate="email"/>
          <a:stretch>
            <a:fillRect/>
          </a:stretch>
        </p:blipFill>
        <p:spPr>
          <a:xfrm>
            <a:off x="6113535" y="6367776"/>
            <a:ext cx="2625811" cy="361251"/>
          </a:xfrm>
          <a:prstGeom prst="rect">
            <a:avLst/>
          </a:prstGeom>
        </p:spPr>
      </p:pic>
      <p:pic>
        <p:nvPicPr>
          <p:cNvPr id="25" name="图片 24"/>
          <p:cNvPicPr>
            <a:picLocks noChangeAspect="1"/>
          </p:cNvPicPr>
          <p:nvPr/>
        </p:nvPicPr>
        <p:blipFill>
          <a:blip r:embed="rId11" cstate="email"/>
          <a:stretch>
            <a:fillRect/>
          </a:stretch>
        </p:blipFill>
        <p:spPr>
          <a:xfrm>
            <a:off x="9035470" y="6315144"/>
            <a:ext cx="2173098" cy="481747"/>
          </a:xfrm>
          <a:prstGeom prst="rect">
            <a:avLst/>
          </a:prstGeom>
        </p:spPr>
      </p:pic>
      <p:sp>
        <p:nvSpPr>
          <p:cNvPr id="27" name="文本框 26"/>
          <p:cNvSpPr txBox="1"/>
          <p:nvPr/>
        </p:nvSpPr>
        <p:spPr>
          <a:xfrm>
            <a:off x="10064030" y="4534424"/>
            <a:ext cx="1826141" cy="338554"/>
          </a:xfrm>
          <a:prstGeom prst="rect">
            <a:avLst/>
          </a:prstGeom>
          <a:noFill/>
        </p:spPr>
        <p:txBody>
          <a:bodyPr wrap="none" rtlCol="0">
            <a:spAutoFit/>
          </a:bodyPr>
          <a:lstStyle/>
          <a:p>
            <a:pPr algn="r"/>
            <a:r>
              <a:rPr lang="zh-CN" altLang="en-US" sz="1600" b="0" i="0" dirty="0">
                <a:solidFill>
                  <a:schemeClr val="bg1"/>
                </a:solidFill>
                <a:effectLst/>
                <a:latin typeface="微软雅黑" panose="020B0503020204020204" charset="-122"/>
                <a:ea typeface="微软雅黑" panose="020B0503020204020204" charset="-122"/>
              </a:rPr>
              <a:t>三亚海棠湾免税城</a:t>
            </a:r>
            <a:endParaRPr kumimoji="1" lang="zh-CN" altLang="en-US" sz="1600" dirty="0">
              <a:solidFill>
                <a:schemeClr val="bg1"/>
              </a:solidFill>
              <a:latin typeface="微软雅黑" panose="020B0503020204020204" charset="-122"/>
              <a:ea typeface="微软雅黑" panose="020B050302020402020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8" cstate="email"/>
          <a:srcRect/>
          <a:stretch>
            <a:fillRect/>
          </a:stretch>
        </p:blipFill>
        <p:spPr>
          <a:xfrm>
            <a:off x="3227070" y="-22225"/>
            <a:ext cx="8964930" cy="6762634"/>
          </a:xfrm>
          <a:prstGeom prst="rect">
            <a:avLst/>
          </a:prstGeom>
        </p:spPr>
      </p:pic>
      <p:sp>
        <p:nvSpPr>
          <p:cNvPr id="9" name="矩形 8"/>
          <p:cNvSpPr/>
          <p:nvPr/>
        </p:nvSpPr>
        <p:spPr>
          <a:xfrm>
            <a:off x="3365238" y="4997055"/>
            <a:ext cx="8832304" cy="1837835"/>
          </a:xfrm>
          <a:prstGeom prst="rect">
            <a:avLst/>
          </a:prstGeom>
          <a:solidFill>
            <a:schemeClr val="bg1">
              <a:alpha val="93742"/>
            </a:schemeClr>
          </a:solidFill>
          <a:ln>
            <a:no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291061" y="-10842"/>
            <a:ext cx="4248472" cy="5007897"/>
          </a:xfrm>
          <a:prstGeom prst="rect">
            <a:avLst/>
          </a:prstGeom>
          <a:gradFill>
            <a:gsLst>
              <a:gs pos="100000">
                <a:schemeClr val="accent1">
                  <a:lumMod val="5000"/>
                  <a:lumOff val="95000"/>
                  <a:alpha val="0"/>
                </a:schemeClr>
              </a:gs>
              <a:gs pos="18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剪去单角的矩形 5"/>
          <p:cNvSpPr/>
          <p:nvPr/>
        </p:nvSpPr>
        <p:spPr>
          <a:xfrm>
            <a:off x="-20736" y="-4452"/>
            <a:ext cx="5268145" cy="6862451"/>
          </a:xfrm>
          <a:custGeom>
            <a:avLst/>
            <a:gdLst>
              <a:gd name="connsiteX0" fmla="*/ 0 w 4146005"/>
              <a:gd name="connsiteY0" fmla="*/ 0 h 3816424"/>
              <a:gd name="connsiteX1" fmla="*/ 3509922 w 4146005"/>
              <a:gd name="connsiteY1" fmla="*/ 0 h 3816424"/>
              <a:gd name="connsiteX2" fmla="*/ 4146005 w 4146005"/>
              <a:gd name="connsiteY2" fmla="*/ 636083 h 3816424"/>
              <a:gd name="connsiteX3" fmla="*/ 4146005 w 4146005"/>
              <a:gd name="connsiteY3" fmla="*/ 3816424 h 3816424"/>
              <a:gd name="connsiteX4" fmla="*/ 0 w 4146005"/>
              <a:gd name="connsiteY4" fmla="*/ 3816424 h 3816424"/>
              <a:gd name="connsiteX5" fmla="*/ 0 w 4146005"/>
              <a:gd name="connsiteY5" fmla="*/ 0 h 3816424"/>
              <a:gd name="connsiteX0-1" fmla="*/ 0 w 4146005"/>
              <a:gd name="connsiteY0-2" fmla="*/ 0 h 6840179"/>
              <a:gd name="connsiteX1-3" fmla="*/ 3509922 w 4146005"/>
              <a:gd name="connsiteY1-4" fmla="*/ 0 h 6840179"/>
              <a:gd name="connsiteX2-5" fmla="*/ 4146005 w 4146005"/>
              <a:gd name="connsiteY2-6" fmla="*/ 636083 h 6840179"/>
              <a:gd name="connsiteX3-7" fmla="*/ 4146005 w 4146005"/>
              <a:gd name="connsiteY3-8" fmla="*/ 3816424 h 6840179"/>
              <a:gd name="connsiteX4-9" fmla="*/ 20782 w 4146005"/>
              <a:gd name="connsiteY4-10" fmla="*/ 6840179 h 6840179"/>
              <a:gd name="connsiteX5-11" fmla="*/ 0 w 4146005"/>
              <a:gd name="connsiteY5-12" fmla="*/ 0 h 6840179"/>
              <a:gd name="connsiteX0-13" fmla="*/ 0 w 5216269"/>
              <a:gd name="connsiteY0-14" fmla="*/ 0 h 6840179"/>
              <a:gd name="connsiteX1-15" fmla="*/ 3509922 w 5216269"/>
              <a:gd name="connsiteY1-16" fmla="*/ 0 h 6840179"/>
              <a:gd name="connsiteX2-17" fmla="*/ 4146005 w 5216269"/>
              <a:gd name="connsiteY2-18" fmla="*/ 636083 h 6840179"/>
              <a:gd name="connsiteX3-19" fmla="*/ 5216269 w 5216269"/>
              <a:gd name="connsiteY3-20" fmla="*/ 6819396 h 6840179"/>
              <a:gd name="connsiteX4-21" fmla="*/ 20782 w 5216269"/>
              <a:gd name="connsiteY4-22" fmla="*/ 6840179 h 6840179"/>
              <a:gd name="connsiteX5-23" fmla="*/ 0 w 5216269"/>
              <a:gd name="connsiteY5-24" fmla="*/ 0 h 6840179"/>
              <a:gd name="connsiteX0-25" fmla="*/ 11649 w 5227918"/>
              <a:gd name="connsiteY0-26" fmla="*/ 0 h 6819396"/>
              <a:gd name="connsiteX1-27" fmla="*/ 3521571 w 5227918"/>
              <a:gd name="connsiteY1-28" fmla="*/ 0 h 6819396"/>
              <a:gd name="connsiteX2-29" fmla="*/ 4157654 w 5227918"/>
              <a:gd name="connsiteY2-30" fmla="*/ 636083 h 6819396"/>
              <a:gd name="connsiteX3-31" fmla="*/ 5227918 w 5227918"/>
              <a:gd name="connsiteY3-32" fmla="*/ 6819396 h 6819396"/>
              <a:gd name="connsiteX4-33" fmla="*/ 1258 w 5227918"/>
              <a:gd name="connsiteY4-34" fmla="*/ 6777834 h 6819396"/>
              <a:gd name="connsiteX5-35" fmla="*/ 11649 w 5227918"/>
              <a:gd name="connsiteY5-36" fmla="*/ 0 h 6819396"/>
              <a:gd name="connsiteX0-37" fmla="*/ 0 w 5216269"/>
              <a:gd name="connsiteY0-38" fmla="*/ 0 h 6819396"/>
              <a:gd name="connsiteX1-39" fmla="*/ 3509922 w 5216269"/>
              <a:gd name="connsiteY1-40" fmla="*/ 0 h 6819396"/>
              <a:gd name="connsiteX2-41" fmla="*/ 4146005 w 5216269"/>
              <a:gd name="connsiteY2-42" fmla="*/ 636083 h 6819396"/>
              <a:gd name="connsiteX3-43" fmla="*/ 5216269 w 5216269"/>
              <a:gd name="connsiteY3-44" fmla="*/ 6819396 h 6819396"/>
              <a:gd name="connsiteX4-45" fmla="*/ 62346 w 5216269"/>
              <a:gd name="connsiteY4-46" fmla="*/ 6777834 h 6819396"/>
              <a:gd name="connsiteX5-47" fmla="*/ 0 w 5216269"/>
              <a:gd name="connsiteY5-48" fmla="*/ 0 h 6819396"/>
              <a:gd name="connsiteX0-49" fmla="*/ 0 w 5216269"/>
              <a:gd name="connsiteY0-50" fmla="*/ 0 h 6819396"/>
              <a:gd name="connsiteX1-51" fmla="*/ 3509922 w 5216269"/>
              <a:gd name="connsiteY1-52" fmla="*/ 0 h 6819396"/>
              <a:gd name="connsiteX2-53" fmla="*/ 4146005 w 5216269"/>
              <a:gd name="connsiteY2-54" fmla="*/ 636083 h 6819396"/>
              <a:gd name="connsiteX3-55" fmla="*/ 5216269 w 5216269"/>
              <a:gd name="connsiteY3-56" fmla="*/ 6819396 h 6819396"/>
              <a:gd name="connsiteX4-57" fmla="*/ 17585 w 5216269"/>
              <a:gd name="connsiteY4-58" fmla="*/ 6784228 h 6819396"/>
              <a:gd name="connsiteX5-59" fmla="*/ 0 w 5216269"/>
              <a:gd name="connsiteY5-60" fmla="*/ 0 h 6819396"/>
              <a:gd name="connsiteX0-61" fmla="*/ 0 w 5216269"/>
              <a:gd name="connsiteY0-62" fmla="*/ 0 h 6819396"/>
              <a:gd name="connsiteX1-63" fmla="*/ 3509922 w 5216269"/>
              <a:gd name="connsiteY1-64" fmla="*/ 0 h 6819396"/>
              <a:gd name="connsiteX2-65" fmla="*/ 4146005 w 5216269"/>
              <a:gd name="connsiteY2-66" fmla="*/ 636083 h 6819396"/>
              <a:gd name="connsiteX3-67" fmla="*/ 5216269 w 5216269"/>
              <a:gd name="connsiteY3-68" fmla="*/ 6819396 h 6819396"/>
              <a:gd name="connsiteX4-69" fmla="*/ 11191 w 5216269"/>
              <a:gd name="connsiteY4-70" fmla="*/ 6816200 h 6819396"/>
              <a:gd name="connsiteX5-71" fmla="*/ 0 w 5216269"/>
              <a:gd name="connsiteY5-72" fmla="*/ 0 h 6819396"/>
              <a:gd name="connsiteX0-73" fmla="*/ 0 w 5209874"/>
              <a:gd name="connsiteY0-74" fmla="*/ 0 h 6851368"/>
              <a:gd name="connsiteX1-75" fmla="*/ 3509922 w 5209874"/>
              <a:gd name="connsiteY1-76" fmla="*/ 0 h 6851368"/>
              <a:gd name="connsiteX2-77" fmla="*/ 4146005 w 5209874"/>
              <a:gd name="connsiteY2-78" fmla="*/ 636083 h 6851368"/>
              <a:gd name="connsiteX3-79" fmla="*/ 5209874 w 5209874"/>
              <a:gd name="connsiteY3-80" fmla="*/ 6851368 h 6851368"/>
              <a:gd name="connsiteX4-81" fmla="*/ 11191 w 5209874"/>
              <a:gd name="connsiteY4-82" fmla="*/ 6816200 h 6851368"/>
              <a:gd name="connsiteX5-83" fmla="*/ 0 w 5209874"/>
              <a:gd name="connsiteY5-84" fmla="*/ 0 h 6851368"/>
              <a:gd name="connsiteX0-85" fmla="*/ 0 w 6028071"/>
              <a:gd name="connsiteY0-86" fmla="*/ 0 h 6851368"/>
              <a:gd name="connsiteX1-87" fmla="*/ 3509922 w 6028071"/>
              <a:gd name="connsiteY1-88" fmla="*/ 0 h 6851368"/>
              <a:gd name="connsiteX2-89" fmla="*/ 6028071 w 6028071"/>
              <a:gd name="connsiteY2-90" fmla="*/ 4808588 h 6851368"/>
              <a:gd name="connsiteX3-91" fmla="*/ 5209874 w 6028071"/>
              <a:gd name="connsiteY3-92" fmla="*/ 6851368 h 6851368"/>
              <a:gd name="connsiteX4-93" fmla="*/ 11191 w 6028071"/>
              <a:gd name="connsiteY4-94" fmla="*/ 6816200 h 6851368"/>
              <a:gd name="connsiteX5-95" fmla="*/ 0 w 6028071"/>
              <a:gd name="connsiteY5-96" fmla="*/ 0 h 6851368"/>
              <a:gd name="connsiteX0-97" fmla="*/ 0 w 6028071"/>
              <a:gd name="connsiteY0-98" fmla="*/ 0 h 6851368"/>
              <a:gd name="connsiteX1-99" fmla="*/ 3509922 w 6028071"/>
              <a:gd name="connsiteY1-100" fmla="*/ 0 h 6851368"/>
              <a:gd name="connsiteX2-101" fmla="*/ 6028071 w 6028071"/>
              <a:gd name="connsiteY2-102" fmla="*/ 4808588 h 6851368"/>
              <a:gd name="connsiteX3-103" fmla="*/ 5209874 w 6028071"/>
              <a:gd name="connsiteY3-104" fmla="*/ 6851368 h 6851368"/>
              <a:gd name="connsiteX4-105" fmla="*/ 11191 w 6028071"/>
              <a:gd name="connsiteY4-106" fmla="*/ 6816200 h 6851368"/>
              <a:gd name="connsiteX5-107" fmla="*/ 0 w 6028071"/>
              <a:gd name="connsiteY5-108" fmla="*/ 0 h 6851368"/>
              <a:gd name="connsiteX0-109" fmla="*/ 0 w 6028071"/>
              <a:gd name="connsiteY0-110" fmla="*/ 0 h 6851368"/>
              <a:gd name="connsiteX1-111" fmla="*/ 3509922 w 6028071"/>
              <a:gd name="connsiteY1-112" fmla="*/ 0 h 6851368"/>
              <a:gd name="connsiteX2-113" fmla="*/ 6028071 w 6028071"/>
              <a:gd name="connsiteY2-114" fmla="*/ 4808588 h 6851368"/>
              <a:gd name="connsiteX3-115" fmla="*/ 5209874 w 6028071"/>
              <a:gd name="connsiteY3-116" fmla="*/ 6851368 h 6851368"/>
              <a:gd name="connsiteX4-117" fmla="*/ 11191 w 6028071"/>
              <a:gd name="connsiteY4-118" fmla="*/ 6816200 h 6851368"/>
              <a:gd name="connsiteX5-119" fmla="*/ 0 w 6028071"/>
              <a:gd name="connsiteY5-120" fmla="*/ 0 h 6851368"/>
              <a:gd name="connsiteX0-121" fmla="*/ 0 w 6028071"/>
              <a:gd name="connsiteY0-122" fmla="*/ 0 h 6851368"/>
              <a:gd name="connsiteX1-123" fmla="*/ 3625332 w 6028071"/>
              <a:gd name="connsiteY1-124" fmla="*/ 0 h 6851368"/>
              <a:gd name="connsiteX2-125" fmla="*/ 6028071 w 6028071"/>
              <a:gd name="connsiteY2-126" fmla="*/ 4808588 h 6851368"/>
              <a:gd name="connsiteX3-127" fmla="*/ 5209874 w 6028071"/>
              <a:gd name="connsiteY3-128" fmla="*/ 6851368 h 6851368"/>
              <a:gd name="connsiteX4-129" fmla="*/ 11191 w 6028071"/>
              <a:gd name="connsiteY4-130" fmla="*/ 6816200 h 6851368"/>
              <a:gd name="connsiteX5-131" fmla="*/ 0 w 6028071"/>
              <a:gd name="connsiteY5-132" fmla="*/ 0 h 6851368"/>
              <a:gd name="connsiteX0-133" fmla="*/ 0 w 6028071"/>
              <a:gd name="connsiteY0-134" fmla="*/ 0 h 6851368"/>
              <a:gd name="connsiteX1-135" fmla="*/ 3625332 w 6028071"/>
              <a:gd name="connsiteY1-136" fmla="*/ 0 h 6851368"/>
              <a:gd name="connsiteX2-137" fmla="*/ 6028071 w 6028071"/>
              <a:gd name="connsiteY2-138" fmla="*/ 4808588 h 6851368"/>
              <a:gd name="connsiteX3-139" fmla="*/ 5209874 w 6028071"/>
              <a:gd name="connsiteY3-140" fmla="*/ 6851368 h 6851368"/>
              <a:gd name="connsiteX4-141" fmla="*/ 11191 w 6028071"/>
              <a:gd name="connsiteY4-142" fmla="*/ 6816200 h 6851368"/>
              <a:gd name="connsiteX5-143" fmla="*/ 0 w 6028071"/>
              <a:gd name="connsiteY5-144" fmla="*/ 0 h 6851368"/>
              <a:gd name="connsiteX0-145" fmla="*/ 0 w 6028071"/>
              <a:gd name="connsiteY0-146" fmla="*/ 0 h 6851368"/>
              <a:gd name="connsiteX1-147" fmla="*/ 3625332 w 6028071"/>
              <a:gd name="connsiteY1-148" fmla="*/ 0 h 6851368"/>
              <a:gd name="connsiteX2-149" fmla="*/ 6028071 w 6028071"/>
              <a:gd name="connsiteY2-150" fmla="*/ 4808588 h 6851368"/>
              <a:gd name="connsiteX3-151" fmla="*/ 5209874 w 6028071"/>
              <a:gd name="connsiteY3-152" fmla="*/ 6851368 h 6851368"/>
              <a:gd name="connsiteX4-153" fmla="*/ 95857 w 6028071"/>
              <a:gd name="connsiteY4-154" fmla="*/ 6675089 h 6851368"/>
              <a:gd name="connsiteX5-155" fmla="*/ 0 w 6028071"/>
              <a:gd name="connsiteY5-156" fmla="*/ 0 h 6851368"/>
              <a:gd name="connsiteX0-157" fmla="*/ 0 w 6028071"/>
              <a:gd name="connsiteY0-158" fmla="*/ 0 h 6823145"/>
              <a:gd name="connsiteX1-159" fmla="*/ 3625332 w 6028071"/>
              <a:gd name="connsiteY1-160" fmla="*/ 0 h 6823145"/>
              <a:gd name="connsiteX2-161" fmla="*/ 6028071 w 6028071"/>
              <a:gd name="connsiteY2-162" fmla="*/ 4808588 h 6823145"/>
              <a:gd name="connsiteX3-163" fmla="*/ 5226808 w 6028071"/>
              <a:gd name="connsiteY3-164" fmla="*/ 6823145 h 6823145"/>
              <a:gd name="connsiteX4-165" fmla="*/ 95857 w 6028071"/>
              <a:gd name="connsiteY4-166" fmla="*/ 6675089 h 6823145"/>
              <a:gd name="connsiteX5-167" fmla="*/ 0 w 6028071"/>
              <a:gd name="connsiteY5-168" fmla="*/ 0 h 6823145"/>
              <a:gd name="connsiteX0-169" fmla="*/ 0 w 6028071"/>
              <a:gd name="connsiteY0-170" fmla="*/ 0 h 6823145"/>
              <a:gd name="connsiteX1-171" fmla="*/ 3625332 w 6028071"/>
              <a:gd name="connsiteY1-172" fmla="*/ 0 h 6823145"/>
              <a:gd name="connsiteX2-173" fmla="*/ 6028071 w 6028071"/>
              <a:gd name="connsiteY2-174" fmla="*/ 4808588 h 6823145"/>
              <a:gd name="connsiteX3-175" fmla="*/ 5226808 w 6028071"/>
              <a:gd name="connsiteY3-176" fmla="*/ 6823145 h 6823145"/>
              <a:gd name="connsiteX4-177" fmla="*/ 22479 w 6028071"/>
              <a:gd name="connsiteY4-178" fmla="*/ 6799267 h 6823145"/>
              <a:gd name="connsiteX5-179" fmla="*/ 0 w 6028071"/>
              <a:gd name="connsiteY5-180" fmla="*/ 0 h 6823145"/>
              <a:gd name="connsiteX0-181" fmla="*/ 0 w 6028071"/>
              <a:gd name="connsiteY0-182" fmla="*/ 0 h 6804930"/>
              <a:gd name="connsiteX1-183" fmla="*/ 3625332 w 6028071"/>
              <a:gd name="connsiteY1-184" fmla="*/ 0 h 6804930"/>
              <a:gd name="connsiteX2-185" fmla="*/ 6028071 w 6028071"/>
              <a:gd name="connsiteY2-186" fmla="*/ 4808588 h 6804930"/>
              <a:gd name="connsiteX3-187" fmla="*/ 5226808 w 6028071"/>
              <a:gd name="connsiteY3-188" fmla="*/ 6804930 h 6804930"/>
              <a:gd name="connsiteX4-189" fmla="*/ 22479 w 6028071"/>
              <a:gd name="connsiteY4-190" fmla="*/ 6799267 h 6804930"/>
              <a:gd name="connsiteX5-191" fmla="*/ 0 w 6028071"/>
              <a:gd name="connsiteY5-192" fmla="*/ 0 h 6804930"/>
              <a:gd name="connsiteX0-193" fmla="*/ 0 w 6028071"/>
              <a:gd name="connsiteY0-194" fmla="*/ 0 h 6804930"/>
              <a:gd name="connsiteX1-195" fmla="*/ 3893286 w 6028071"/>
              <a:gd name="connsiteY1-196" fmla="*/ 11071 h 6804930"/>
              <a:gd name="connsiteX2-197" fmla="*/ 6028071 w 6028071"/>
              <a:gd name="connsiteY2-198" fmla="*/ 4808588 h 6804930"/>
              <a:gd name="connsiteX3-199" fmla="*/ 5226808 w 6028071"/>
              <a:gd name="connsiteY3-200" fmla="*/ 6804930 h 6804930"/>
              <a:gd name="connsiteX4-201" fmla="*/ 22479 w 6028071"/>
              <a:gd name="connsiteY4-202" fmla="*/ 6799267 h 6804930"/>
              <a:gd name="connsiteX5-203" fmla="*/ 0 w 6028071"/>
              <a:gd name="connsiteY5-204" fmla="*/ 0 h 6804930"/>
              <a:gd name="connsiteX0-205" fmla="*/ 0 w 6028071"/>
              <a:gd name="connsiteY0-206" fmla="*/ 7710 h 6812640"/>
              <a:gd name="connsiteX1-207" fmla="*/ 3900502 w 6028071"/>
              <a:gd name="connsiteY1-208" fmla="*/ 0 h 6812640"/>
              <a:gd name="connsiteX2-209" fmla="*/ 6028071 w 6028071"/>
              <a:gd name="connsiteY2-210" fmla="*/ 4816298 h 6812640"/>
              <a:gd name="connsiteX3-211" fmla="*/ 5226808 w 6028071"/>
              <a:gd name="connsiteY3-212" fmla="*/ 6812640 h 6812640"/>
              <a:gd name="connsiteX4-213" fmla="*/ 22479 w 6028071"/>
              <a:gd name="connsiteY4-214" fmla="*/ 6806977 h 6812640"/>
              <a:gd name="connsiteX5-215" fmla="*/ 0 w 6028071"/>
              <a:gd name="connsiteY5-216" fmla="*/ 7710 h 68126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028071" h="6812640">
                <a:moveTo>
                  <a:pt x="0" y="7710"/>
                </a:moveTo>
                <a:lnTo>
                  <a:pt x="3900502" y="0"/>
                </a:lnTo>
                <a:cubicBezTo>
                  <a:pt x="4739885" y="1602863"/>
                  <a:pt x="5969923" y="3062514"/>
                  <a:pt x="6028071" y="4816298"/>
                </a:cubicBezTo>
                <a:cubicBezTo>
                  <a:pt x="5986158" y="5870087"/>
                  <a:pt x="5677093" y="6087324"/>
                  <a:pt x="5226808" y="6812640"/>
                </a:cubicBezTo>
                <a:lnTo>
                  <a:pt x="22479" y="6806977"/>
                </a:lnTo>
                <a:cubicBezTo>
                  <a:pt x="15552" y="4526917"/>
                  <a:pt x="6927" y="2287770"/>
                  <a:pt x="0" y="7710"/>
                </a:cubicBezTo>
                <a:close/>
              </a:path>
            </a:pathLst>
          </a:custGeom>
          <a:gradFill>
            <a:gsLst>
              <a:gs pos="6000">
                <a:srgbClr val="FFDE93"/>
              </a:gs>
              <a:gs pos="100000">
                <a:srgbClr val="C5A86E"/>
              </a:gs>
            </a:gsLst>
            <a:lin ang="7800000" scaled="0"/>
          </a:gradFill>
          <a:ln>
            <a:noFill/>
          </a:ln>
          <a:effectLst>
            <a:outerShdw blurRad="431955" dist="50800" dir="5400000" algn="c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 name="图片 9"/>
          <p:cNvPicPr>
            <a:picLocks noChangeAspect="1"/>
          </p:cNvPicPr>
          <p:nvPr/>
        </p:nvPicPr>
        <p:blipFill>
          <a:blip r:embed="rId9" cstate="email"/>
          <a:stretch>
            <a:fillRect/>
          </a:stretch>
        </p:blipFill>
        <p:spPr>
          <a:xfrm>
            <a:off x="271421" y="252139"/>
            <a:ext cx="1954772" cy="683357"/>
          </a:xfrm>
          <a:prstGeom prst="rect">
            <a:avLst/>
          </a:prstGeom>
        </p:spPr>
      </p:pic>
      <p:grpSp>
        <p:nvGrpSpPr>
          <p:cNvPr id="13" name="组合 12"/>
          <p:cNvGrpSpPr/>
          <p:nvPr/>
        </p:nvGrpSpPr>
        <p:grpSpPr>
          <a:xfrm>
            <a:off x="5307671" y="5346716"/>
            <a:ext cx="6548969" cy="1178629"/>
            <a:chOff x="4538838" y="5003180"/>
            <a:chExt cx="9356352" cy="1683879"/>
          </a:xfrm>
        </p:grpSpPr>
        <p:pic>
          <p:nvPicPr>
            <p:cNvPr id="14" name="图片 13" descr="F:/1.品牌公关新媒体/01品牌/中旅酒店品牌logo/心享会.png心享会"/>
            <p:cNvPicPr>
              <a:picLocks noChangeAspect="1"/>
            </p:cNvPicPr>
            <p:nvPr>
              <p:custDataLst>
                <p:tags r:id="rId1"/>
              </p:custDataLst>
            </p:nvPr>
          </p:nvPicPr>
          <p:blipFill>
            <a:blip r:embed="rId10" cstate="email"/>
            <a:srcRect/>
            <a:stretch>
              <a:fillRect/>
            </a:stretch>
          </p:blipFill>
          <p:spPr>
            <a:xfrm>
              <a:off x="9918890" y="6173547"/>
              <a:ext cx="826037" cy="475056"/>
            </a:xfrm>
            <a:prstGeom prst="rect">
              <a:avLst/>
            </a:prstGeom>
          </p:spPr>
        </p:pic>
        <p:pic>
          <p:nvPicPr>
            <p:cNvPr id="15" name="图片 14" descr="kew green"/>
            <p:cNvPicPr>
              <a:picLocks noChangeAspect="1"/>
            </p:cNvPicPr>
            <p:nvPr>
              <p:custDataLst>
                <p:tags r:id="rId2"/>
              </p:custDataLst>
            </p:nvPr>
          </p:nvPicPr>
          <p:blipFill>
            <a:blip r:embed="rId11" cstate="email"/>
            <a:stretch>
              <a:fillRect/>
            </a:stretch>
          </p:blipFill>
          <p:spPr>
            <a:xfrm>
              <a:off x="13414411" y="6079662"/>
              <a:ext cx="378909" cy="607397"/>
            </a:xfrm>
            <a:prstGeom prst="rect">
              <a:avLst/>
            </a:prstGeom>
          </p:spPr>
        </p:pic>
        <p:pic>
          <p:nvPicPr>
            <p:cNvPr id="16" name="图片 15" descr="微信图片_20231127115637"/>
            <p:cNvPicPr>
              <a:picLocks noChangeAspect="1"/>
            </p:cNvPicPr>
            <p:nvPr>
              <p:custDataLst>
                <p:tags r:id="rId3"/>
              </p:custDataLst>
            </p:nvPr>
          </p:nvPicPr>
          <p:blipFill>
            <a:blip r:embed="rId12" cstate="email"/>
            <a:stretch>
              <a:fillRect/>
            </a:stretch>
          </p:blipFill>
          <p:spPr>
            <a:xfrm>
              <a:off x="4538838" y="6206053"/>
              <a:ext cx="2224925" cy="436428"/>
            </a:xfrm>
            <a:prstGeom prst="rect">
              <a:avLst/>
            </a:prstGeom>
          </p:spPr>
        </p:pic>
        <p:pic>
          <p:nvPicPr>
            <p:cNvPr id="17" name="图片 16" descr="时颐酒店logo"/>
            <p:cNvPicPr>
              <a:picLocks noChangeAspect="1"/>
            </p:cNvPicPr>
            <p:nvPr>
              <p:custDataLst>
                <p:tags r:id="rId4"/>
              </p:custDataLst>
            </p:nvPr>
          </p:nvPicPr>
          <p:blipFill>
            <a:blip r:embed="rId13" cstate="email"/>
            <a:stretch>
              <a:fillRect/>
            </a:stretch>
          </p:blipFill>
          <p:spPr>
            <a:xfrm>
              <a:off x="8973694" y="6079486"/>
              <a:ext cx="594069" cy="594068"/>
            </a:xfrm>
            <a:prstGeom prst="rect">
              <a:avLst/>
            </a:prstGeom>
          </p:spPr>
        </p:pic>
        <p:pic>
          <p:nvPicPr>
            <p:cNvPr id="18" name="图片 17" descr="逸派咖啡"/>
            <p:cNvPicPr>
              <a:picLocks noChangeAspect="1"/>
            </p:cNvPicPr>
            <p:nvPr>
              <p:custDataLst>
                <p:tags r:id="rId5"/>
              </p:custDataLst>
            </p:nvPr>
          </p:nvPicPr>
          <p:blipFill>
            <a:blip r:embed="rId14" cstate="email"/>
            <a:stretch>
              <a:fillRect/>
            </a:stretch>
          </p:blipFill>
          <p:spPr>
            <a:xfrm>
              <a:off x="11146021" y="6173572"/>
              <a:ext cx="2022754" cy="475382"/>
            </a:xfrm>
            <a:prstGeom prst="rect">
              <a:avLst/>
            </a:prstGeom>
          </p:spPr>
        </p:pic>
        <p:pic>
          <p:nvPicPr>
            <p:cNvPr id="19" name="图片 18" descr="丽都公寓logo"/>
            <p:cNvPicPr>
              <a:picLocks noChangeAspect="1"/>
            </p:cNvPicPr>
            <p:nvPr>
              <p:custDataLst>
                <p:tags r:id="rId6"/>
              </p:custDataLst>
            </p:nvPr>
          </p:nvPicPr>
          <p:blipFill>
            <a:blip r:embed="rId15" cstate="email"/>
            <a:stretch>
              <a:fillRect/>
            </a:stretch>
          </p:blipFill>
          <p:spPr>
            <a:xfrm>
              <a:off x="12191153" y="5036364"/>
              <a:ext cx="1704037" cy="453063"/>
            </a:xfrm>
            <a:prstGeom prst="rect">
              <a:avLst/>
            </a:prstGeom>
          </p:spPr>
        </p:pic>
        <p:pic>
          <p:nvPicPr>
            <p:cNvPr id="20" name="图片 19"/>
            <p:cNvPicPr>
              <a:picLocks noChangeAspect="1"/>
            </p:cNvPicPr>
            <p:nvPr/>
          </p:nvPicPr>
          <p:blipFill>
            <a:blip r:embed="rId16" cstate="email"/>
            <a:stretch>
              <a:fillRect/>
            </a:stretch>
          </p:blipFill>
          <p:spPr>
            <a:xfrm>
              <a:off x="7179351" y="6079505"/>
              <a:ext cx="1430535" cy="575954"/>
            </a:xfrm>
            <a:prstGeom prst="rect">
              <a:avLst/>
            </a:prstGeom>
          </p:spPr>
        </p:pic>
        <p:pic>
          <p:nvPicPr>
            <p:cNvPr id="23" name="图片 22"/>
            <p:cNvPicPr>
              <a:picLocks noChangeAspect="1"/>
            </p:cNvPicPr>
            <p:nvPr/>
          </p:nvPicPr>
          <p:blipFill rotWithShape="1">
            <a:blip r:embed="rId17" cstate="email"/>
            <a:srcRect/>
            <a:stretch>
              <a:fillRect/>
            </a:stretch>
          </p:blipFill>
          <p:spPr>
            <a:xfrm>
              <a:off x="9078486" y="5003180"/>
              <a:ext cx="1234411" cy="553858"/>
            </a:xfrm>
            <a:prstGeom prst="rect">
              <a:avLst/>
            </a:prstGeom>
          </p:spPr>
        </p:pic>
        <p:pic>
          <p:nvPicPr>
            <p:cNvPr id="24" name="图片 23"/>
            <p:cNvPicPr>
              <a:picLocks noChangeAspect="1"/>
            </p:cNvPicPr>
            <p:nvPr/>
          </p:nvPicPr>
          <p:blipFill rotWithShape="1">
            <a:blip r:embed="rId18" cstate="email"/>
            <a:srcRect/>
            <a:stretch>
              <a:fillRect/>
            </a:stretch>
          </p:blipFill>
          <p:spPr>
            <a:xfrm>
              <a:off x="10585782" y="5035865"/>
              <a:ext cx="1303649" cy="493586"/>
            </a:xfrm>
            <a:prstGeom prst="rect">
              <a:avLst/>
            </a:prstGeom>
          </p:spPr>
        </p:pic>
      </p:grpSp>
      <p:sp>
        <p:nvSpPr>
          <p:cNvPr id="25" name="矩形 24"/>
          <p:cNvSpPr/>
          <p:nvPr/>
        </p:nvSpPr>
        <p:spPr>
          <a:xfrm>
            <a:off x="216277" y="1171378"/>
            <a:ext cx="6096000" cy="961225"/>
          </a:xfrm>
          <a:prstGeom prst="rect">
            <a:avLst/>
          </a:prstGeom>
        </p:spPr>
        <p:txBody>
          <a:bodyPr>
            <a:spAutoFit/>
          </a:bodyPr>
          <a:lstStyle/>
          <a:p>
            <a:pPr>
              <a:lnSpc>
                <a:spcPct val="150000"/>
              </a:lnSpc>
            </a:pPr>
            <a:r>
              <a:rPr lang="zh-CN" altLang="en-US" sz="2000" b="1" dirty="0">
                <a:solidFill>
                  <a:srgbClr val="404040"/>
                </a:solidFill>
                <a:latin typeface="微软雅黑" panose="020B0503020204020204" charset="-122"/>
                <a:ea typeface="微软雅黑" panose="020B0503020204020204" charset="-122"/>
                <a:sym typeface="+mn-ea"/>
              </a:rPr>
              <a:t>成为向广大客户提供全球高品质</a:t>
            </a:r>
            <a:endParaRPr lang="en-US" altLang="zh-CN" sz="2000" b="1" dirty="0">
              <a:solidFill>
                <a:srgbClr val="404040"/>
              </a:solidFill>
              <a:latin typeface="微软雅黑" panose="020B0503020204020204" charset="-122"/>
              <a:ea typeface="微软雅黑" panose="020B0503020204020204" charset="-122"/>
              <a:sym typeface="+mn-ea"/>
            </a:endParaRPr>
          </a:p>
          <a:p>
            <a:pPr>
              <a:lnSpc>
                <a:spcPct val="150000"/>
              </a:lnSpc>
            </a:pPr>
            <a:r>
              <a:rPr lang="zh-CN" altLang="en-US" sz="2000" b="1" dirty="0">
                <a:solidFill>
                  <a:srgbClr val="404040"/>
                </a:solidFill>
                <a:latin typeface="微软雅黑" panose="020B0503020204020204" charset="-122"/>
                <a:ea typeface="微软雅黑" panose="020B0503020204020204" charset="-122"/>
                <a:sym typeface="+mn-ea"/>
              </a:rPr>
              <a:t>服务和产品的世界一流酒店集团</a:t>
            </a:r>
            <a:endParaRPr lang="zh-CN" altLang="en-US" sz="2000" b="1" dirty="0">
              <a:solidFill>
                <a:srgbClr val="404040"/>
              </a:solidFill>
              <a:latin typeface="微软雅黑" panose="020B0503020204020204" charset="-122"/>
              <a:ea typeface="微软雅黑" panose="020B0503020204020204" charset="-122"/>
              <a:sym typeface="Calibri" panose="020F0502020204030204"/>
            </a:endParaRPr>
          </a:p>
        </p:txBody>
      </p:sp>
      <p:sp>
        <p:nvSpPr>
          <p:cNvPr id="27" name="文本框 26"/>
          <p:cNvSpPr txBox="1"/>
          <p:nvPr/>
        </p:nvSpPr>
        <p:spPr>
          <a:xfrm>
            <a:off x="10074111" y="4606179"/>
            <a:ext cx="2031325" cy="338554"/>
          </a:xfrm>
          <a:prstGeom prst="rect">
            <a:avLst/>
          </a:prstGeom>
          <a:noFill/>
        </p:spPr>
        <p:txBody>
          <a:bodyPr wrap="none" rtlCol="0">
            <a:spAutoFit/>
          </a:bodyPr>
          <a:lstStyle/>
          <a:p>
            <a:pPr algn="r"/>
            <a:r>
              <a:rPr lang="zh-CN" altLang="en-US" sz="1600" b="0" i="0" dirty="0">
                <a:solidFill>
                  <a:schemeClr val="bg1"/>
                </a:solidFill>
                <a:effectLst/>
                <a:latin typeface="微软雅黑" panose="020B0503020204020204" charset="-122"/>
                <a:ea typeface="微软雅黑" panose="020B0503020204020204" charset="-122"/>
              </a:rPr>
              <a:t>北京维景国际大酒店</a:t>
            </a:r>
            <a:endParaRPr kumimoji="1" lang="zh-CN" altLang="en-US" sz="1600" dirty="0">
              <a:solidFill>
                <a:schemeClr val="bg1"/>
              </a:solidFill>
              <a:latin typeface="微软雅黑" panose="020B0503020204020204" charset="-122"/>
              <a:ea typeface="微软雅黑" panose="020B0503020204020204" charset="-122"/>
            </a:endParaRPr>
          </a:p>
        </p:txBody>
      </p:sp>
      <p:sp>
        <p:nvSpPr>
          <p:cNvPr id="28" name="文本框 27"/>
          <p:cNvSpPr txBox="1"/>
          <p:nvPr/>
        </p:nvSpPr>
        <p:spPr>
          <a:xfrm>
            <a:off x="144780" y="2132965"/>
            <a:ext cx="4964430" cy="4399915"/>
          </a:xfrm>
          <a:prstGeom prst="rect">
            <a:avLst/>
          </a:prstGeom>
          <a:noFill/>
        </p:spPr>
        <p:txBody>
          <a:bodyPr wrap="square">
            <a:spAutoFit/>
          </a:bodyPr>
          <a:lstStyle/>
          <a:p>
            <a:pPr marL="285750" marR="0" indent="-285750" algn="just" defTabSz="914400" rtl="0" fontAlgn="auto" latinLnBrk="0" hangingPunct="0">
              <a:lnSpc>
                <a:spcPct val="250000"/>
              </a:lnSpc>
              <a:spcBef>
                <a:spcPts val="0"/>
              </a:spcBef>
              <a:spcAft>
                <a:spcPts val="0"/>
              </a:spcAft>
              <a:buClrTx/>
              <a:buSzTx/>
              <a:buFont typeface="Wingdings" panose="05000000000000000000" charset="0"/>
              <a:buChar char="l"/>
            </a:pPr>
            <a:r>
              <a:rPr lang="en-US" altLang="zh-CN" sz="1600" b="1" dirty="0">
                <a:solidFill>
                  <a:schemeClr val="tx1">
                    <a:lumMod val="65000"/>
                    <a:lumOff val="35000"/>
                  </a:schemeClr>
                </a:solidFill>
                <a:latin typeface="微软雅黑" panose="020B0503020204020204" charset="-122"/>
                <a:ea typeface="微软雅黑" panose="020B0503020204020204" charset="-122"/>
                <a:cs typeface="+mn-ea"/>
                <a:sym typeface="+mn-lt"/>
              </a:rPr>
              <a:t>40</a:t>
            </a:r>
            <a:r>
              <a:rPr lang="zh-CN" altLang="en-US" sz="1600" b="1" dirty="0">
                <a:solidFill>
                  <a:schemeClr val="tx1">
                    <a:lumMod val="65000"/>
                    <a:lumOff val="35000"/>
                  </a:schemeClr>
                </a:solidFill>
                <a:latin typeface="微软雅黑" panose="020B0503020204020204" charset="-122"/>
                <a:ea typeface="微软雅黑" panose="020B0503020204020204" charset="-122"/>
                <a:cs typeface="+mn-ea"/>
                <a:sym typeface="+mn-lt"/>
              </a:rPr>
              <a:t>年酒店管理经验</a:t>
            </a:r>
          </a:p>
          <a:p>
            <a:pPr marL="285750" marR="0" indent="-285750" algn="just" defTabSz="914400" rtl="0" fontAlgn="auto" latinLnBrk="0" hangingPunct="0">
              <a:lnSpc>
                <a:spcPct val="250000"/>
              </a:lnSpc>
              <a:spcBef>
                <a:spcPts val="0"/>
              </a:spcBef>
              <a:spcAft>
                <a:spcPts val="0"/>
              </a:spcAft>
              <a:buClrTx/>
              <a:buSzTx/>
              <a:buFont typeface="Wingdings" panose="05000000000000000000" charset="0"/>
              <a:buChar char="l"/>
            </a:pPr>
            <a:r>
              <a:rPr lang="zh-CN" altLang="en-US" sz="1600" b="1" dirty="0">
                <a:solidFill>
                  <a:schemeClr val="tx1">
                    <a:lumMod val="65000"/>
                    <a:lumOff val="35000"/>
                  </a:schemeClr>
                </a:solidFill>
                <a:latin typeface="微软雅黑" panose="020B0503020204020204" charset="-122"/>
                <a:ea typeface="微软雅黑" panose="020B0503020204020204" charset="-122"/>
                <a:cs typeface="+mn-ea"/>
                <a:sym typeface="+mn-lt"/>
              </a:rPr>
              <a:t>全球运营高端酒店</a:t>
            </a:r>
            <a:r>
              <a:rPr lang="en-US" altLang="zh-CN" sz="1600" b="1" dirty="0">
                <a:solidFill>
                  <a:schemeClr val="tx1">
                    <a:lumMod val="65000"/>
                    <a:lumOff val="35000"/>
                  </a:schemeClr>
                </a:solidFill>
                <a:latin typeface="微软雅黑" panose="020B0503020204020204" charset="-122"/>
                <a:ea typeface="微软雅黑" panose="020B0503020204020204" charset="-122"/>
                <a:cs typeface="+mn-ea"/>
                <a:sym typeface="+mn-lt"/>
              </a:rPr>
              <a:t>400+</a:t>
            </a:r>
            <a:r>
              <a:rPr lang="zh-CN" altLang="en-US" sz="1600" b="1" dirty="0">
                <a:solidFill>
                  <a:schemeClr val="tx1">
                    <a:lumMod val="65000"/>
                    <a:lumOff val="35000"/>
                  </a:schemeClr>
                </a:solidFill>
                <a:latin typeface="微软雅黑" panose="020B0503020204020204" charset="-122"/>
                <a:ea typeface="微软雅黑" panose="020B0503020204020204" charset="-122"/>
                <a:cs typeface="+mn-ea"/>
                <a:sym typeface="+mn-lt"/>
              </a:rPr>
              <a:t>家</a:t>
            </a:r>
            <a:r>
              <a:rPr lang="zh-CN" altLang="en-US" sz="1600" b="1" dirty="0">
                <a:solidFill>
                  <a:schemeClr val="tx1">
                    <a:lumMod val="65000"/>
                    <a:lumOff val="35000"/>
                  </a:schemeClr>
                </a:solidFill>
                <a:latin typeface="微软雅黑" panose="020B0503020204020204" charset="-122"/>
                <a:ea typeface="微软雅黑" panose="020B0503020204020204" charset="-122"/>
                <a:sym typeface="+mn-ea"/>
              </a:rPr>
              <a:t>，客房</a:t>
            </a:r>
            <a:r>
              <a:rPr lang="en-US" altLang="zh-CN" sz="1600" b="1" dirty="0">
                <a:solidFill>
                  <a:schemeClr val="tx1">
                    <a:lumMod val="65000"/>
                    <a:lumOff val="35000"/>
                  </a:schemeClr>
                </a:solidFill>
                <a:latin typeface="微软雅黑" panose="020B0503020204020204" charset="-122"/>
                <a:ea typeface="微软雅黑" panose="020B0503020204020204" charset="-122"/>
                <a:sym typeface="+mn-ea"/>
              </a:rPr>
              <a:t>84000+</a:t>
            </a:r>
            <a:r>
              <a:rPr lang="zh-CN" altLang="en-US" sz="1600" b="1" dirty="0">
                <a:solidFill>
                  <a:schemeClr val="tx1">
                    <a:lumMod val="65000"/>
                    <a:lumOff val="35000"/>
                  </a:schemeClr>
                </a:solidFill>
                <a:latin typeface="微软雅黑" panose="020B0503020204020204" charset="-122"/>
                <a:ea typeface="微软雅黑" panose="020B0503020204020204" charset="-122"/>
                <a:sym typeface="+mn-ea"/>
              </a:rPr>
              <a:t>间</a:t>
            </a:r>
            <a:endParaRPr lang="en-US" altLang="zh-CN" sz="1600" b="1" dirty="0">
              <a:solidFill>
                <a:schemeClr val="tx1">
                  <a:lumMod val="65000"/>
                  <a:lumOff val="35000"/>
                </a:schemeClr>
              </a:solidFill>
              <a:latin typeface="微软雅黑" panose="020B0503020204020204" charset="-122"/>
              <a:ea typeface="微软雅黑" panose="020B0503020204020204" charset="-122"/>
              <a:cs typeface="+mn-ea"/>
              <a:sym typeface="+mn-lt"/>
            </a:endParaRPr>
          </a:p>
          <a:p>
            <a:pPr marL="285750" marR="0" indent="-285750" algn="just" defTabSz="914400" rtl="0" fontAlgn="auto" latinLnBrk="0" hangingPunct="0">
              <a:lnSpc>
                <a:spcPct val="250000"/>
              </a:lnSpc>
              <a:spcBef>
                <a:spcPts val="0"/>
              </a:spcBef>
              <a:spcAft>
                <a:spcPts val="0"/>
              </a:spcAft>
              <a:buClrTx/>
              <a:buSzTx/>
              <a:buFont typeface="Wingdings" panose="05000000000000000000" charset="0"/>
              <a:buChar char="l"/>
            </a:pPr>
            <a:r>
              <a:rPr lang="zh-CN" altLang="en-US" sz="1600" b="1" dirty="0">
                <a:solidFill>
                  <a:schemeClr val="tx1">
                    <a:lumMod val="65000"/>
                    <a:lumOff val="35000"/>
                  </a:schemeClr>
                </a:solidFill>
                <a:latin typeface="微软雅黑" panose="020B0503020204020204" charset="-122"/>
                <a:ea typeface="微软雅黑" panose="020B0503020204020204" charset="-122"/>
              </a:rPr>
              <a:t>遍布内地</a:t>
            </a:r>
            <a:r>
              <a:rPr lang="en-US" altLang="zh-CN" sz="1600" b="1" dirty="0">
                <a:solidFill>
                  <a:schemeClr val="tx1">
                    <a:lumMod val="65000"/>
                    <a:lumOff val="35000"/>
                  </a:schemeClr>
                </a:solidFill>
                <a:latin typeface="微软雅黑" panose="020B0503020204020204" charset="-122"/>
                <a:ea typeface="微软雅黑" panose="020B0503020204020204" charset="-122"/>
              </a:rPr>
              <a:t>140+</a:t>
            </a:r>
            <a:r>
              <a:rPr lang="zh-CN" altLang="en-US" sz="1600" b="1" dirty="0">
                <a:solidFill>
                  <a:schemeClr val="tx1">
                    <a:lumMod val="65000"/>
                    <a:lumOff val="35000"/>
                  </a:schemeClr>
                </a:solidFill>
                <a:latin typeface="微软雅黑" panose="020B0503020204020204" charset="-122"/>
                <a:ea typeface="微软雅黑" panose="020B0503020204020204" charset="-122"/>
              </a:rPr>
              <a:t>城市及香港、澳门</a:t>
            </a:r>
          </a:p>
          <a:p>
            <a:pPr marL="285750" marR="0" indent="-285750" algn="just" defTabSz="914400" rtl="0" fontAlgn="auto" latinLnBrk="0" hangingPunct="0">
              <a:lnSpc>
                <a:spcPct val="250000"/>
              </a:lnSpc>
              <a:spcBef>
                <a:spcPts val="0"/>
              </a:spcBef>
              <a:spcAft>
                <a:spcPts val="0"/>
              </a:spcAft>
              <a:buClrTx/>
              <a:buSzTx/>
              <a:buFont typeface="Wingdings" panose="05000000000000000000" charset="0"/>
              <a:buChar char="l"/>
            </a:pPr>
            <a:r>
              <a:rPr lang="zh-CN" altLang="en-US" sz="1600" b="1" dirty="0">
                <a:solidFill>
                  <a:schemeClr val="tx1">
                    <a:lumMod val="65000"/>
                    <a:lumOff val="35000"/>
                  </a:schemeClr>
                </a:solidFill>
                <a:latin typeface="微软雅黑" panose="020B0503020204020204" charset="-122"/>
                <a:ea typeface="微软雅黑" panose="020B0503020204020204" charset="-122"/>
                <a:cs typeface="+mn-ea"/>
                <a:sym typeface="+mn-ea"/>
              </a:rPr>
              <a:t>布局英国、泰国、法国、葡萄牙、土耳其、巴西、摩洛哥、老挝、澳大利亚等国家</a:t>
            </a:r>
            <a:endParaRPr lang="zh-CN" altLang="en-US" sz="1600" b="1" dirty="0">
              <a:solidFill>
                <a:schemeClr val="tx1">
                  <a:lumMod val="65000"/>
                  <a:lumOff val="35000"/>
                </a:schemeClr>
              </a:solidFill>
              <a:latin typeface="微软雅黑" panose="020B0503020204020204" charset="-122"/>
              <a:ea typeface="微软雅黑" panose="020B0503020204020204" charset="-122"/>
              <a:cs typeface="+mn-ea"/>
            </a:endParaRPr>
          </a:p>
          <a:p>
            <a:pPr marL="285750" indent="-285750" algn="just" hangingPunct="0">
              <a:lnSpc>
                <a:spcPct val="250000"/>
              </a:lnSpc>
              <a:buFont typeface="Wingdings" panose="05000000000000000000" charset="0"/>
              <a:buChar char="l"/>
            </a:pPr>
            <a:r>
              <a:rPr lang="zh-CN" altLang="en-US" sz="1600" b="1" dirty="0">
                <a:solidFill>
                  <a:schemeClr val="tx1">
                    <a:lumMod val="65000"/>
                    <a:lumOff val="35000"/>
                  </a:schemeClr>
                </a:solidFill>
                <a:latin typeface="微软雅黑" panose="020B0503020204020204" charset="-122"/>
                <a:ea typeface="微软雅黑" panose="020B0503020204020204" charset="-122"/>
                <a:sym typeface="+mn-ea"/>
              </a:rPr>
              <a:t>连续多年入选HOTELS全球高端酒店排行榜头部、中国酒店集团TOP50</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grpSp>
        <p:nvGrpSpPr>
          <p:cNvPr id="2" name="组合 1"/>
          <p:cNvGrpSpPr/>
          <p:nvPr/>
        </p:nvGrpSpPr>
        <p:grpSpPr>
          <a:xfrm>
            <a:off x="5159375" y="5229860"/>
            <a:ext cx="3164840" cy="685800"/>
            <a:chOff x="6991" y="8334"/>
            <a:chExt cx="4984" cy="1080"/>
          </a:xfrm>
        </p:grpSpPr>
        <p:pic>
          <p:nvPicPr>
            <p:cNvPr id="37" name="图片 36" descr="缁存櫙鍥介檯logo锛堟柊璋冭壊锛塤鐢绘澘 1"/>
            <p:cNvPicPr>
              <a:picLocks noChangeAspect="1"/>
            </p:cNvPicPr>
            <p:nvPr/>
          </p:nvPicPr>
          <p:blipFill>
            <a:blip r:embed="rId19" cstate="email"/>
            <a:stretch>
              <a:fillRect/>
            </a:stretch>
          </p:blipFill>
          <p:spPr>
            <a:xfrm>
              <a:off x="6991" y="8334"/>
              <a:ext cx="2923" cy="1080"/>
            </a:xfrm>
            <a:prstGeom prst="rect">
              <a:avLst/>
            </a:prstGeom>
          </p:spPr>
        </p:pic>
        <p:pic>
          <p:nvPicPr>
            <p:cNvPr id="38" name="图片 37" descr="维景酒店logo（新调色）"/>
            <p:cNvPicPr>
              <a:picLocks noChangeAspect="1"/>
            </p:cNvPicPr>
            <p:nvPr/>
          </p:nvPicPr>
          <p:blipFill>
            <a:blip r:embed="rId20" cstate="email"/>
            <a:srcRect/>
            <a:stretch>
              <a:fillRect/>
            </a:stretch>
          </p:blipFill>
          <p:spPr>
            <a:xfrm>
              <a:off x="9940" y="8447"/>
              <a:ext cx="2035" cy="783"/>
            </a:xfrm>
            <a:prstGeom prst="rect">
              <a:avLst/>
            </a:prstGeom>
          </p:spPr>
        </p:pic>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cstate="screen"/>
          <a:srcRect/>
          <a:stretch>
            <a:fillRect/>
          </a:stretch>
        </p:blipFill>
        <p:spPr bwMode="auto">
          <a:xfrm>
            <a:off x="2917233" y="-22114"/>
            <a:ext cx="9622734" cy="6858000"/>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23"/>
          <p:cNvSpPr/>
          <p:nvPr/>
        </p:nvSpPr>
        <p:spPr>
          <a:xfrm>
            <a:off x="3291061" y="-10842"/>
            <a:ext cx="4248472" cy="5748927"/>
          </a:xfrm>
          <a:prstGeom prst="rect">
            <a:avLst/>
          </a:prstGeom>
          <a:gradFill>
            <a:gsLst>
              <a:gs pos="100000">
                <a:schemeClr val="accent1">
                  <a:lumMod val="5000"/>
                  <a:lumOff val="95000"/>
                  <a:alpha val="0"/>
                </a:schemeClr>
              </a:gs>
              <a:gs pos="18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3431704" y="4988646"/>
            <a:ext cx="8832304" cy="1837835"/>
          </a:xfrm>
          <a:prstGeom prst="rect">
            <a:avLst/>
          </a:prstGeom>
          <a:solidFill>
            <a:schemeClr val="bg1">
              <a:alpha val="93742"/>
            </a:schemeClr>
          </a:solidFill>
          <a:ln>
            <a:no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剪去单角的矩形 5"/>
          <p:cNvSpPr/>
          <p:nvPr/>
        </p:nvSpPr>
        <p:spPr>
          <a:xfrm>
            <a:off x="-20736" y="-4452"/>
            <a:ext cx="5268145" cy="6862451"/>
          </a:xfrm>
          <a:custGeom>
            <a:avLst/>
            <a:gdLst>
              <a:gd name="connsiteX0" fmla="*/ 0 w 4146005"/>
              <a:gd name="connsiteY0" fmla="*/ 0 h 3816424"/>
              <a:gd name="connsiteX1" fmla="*/ 3509922 w 4146005"/>
              <a:gd name="connsiteY1" fmla="*/ 0 h 3816424"/>
              <a:gd name="connsiteX2" fmla="*/ 4146005 w 4146005"/>
              <a:gd name="connsiteY2" fmla="*/ 636083 h 3816424"/>
              <a:gd name="connsiteX3" fmla="*/ 4146005 w 4146005"/>
              <a:gd name="connsiteY3" fmla="*/ 3816424 h 3816424"/>
              <a:gd name="connsiteX4" fmla="*/ 0 w 4146005"/>
              <a:gd name="connsiteY4" fmla="*/ 3816424 h 3816424"/>
              <a:gd name="connsiteX5" fmla="*/ 0 w 4146005"/>
              <a:gd name="connsiteY5" fmla="*/ 0 h 3816424"/>
              <a:gd name="connsiteX0-1" fmla="*/ 0 w 4146005"/>
              <a:gd name="connsiteY0-2" fmla="*/ 0 h 6840179"/>
              <a:gd name="connsiteX1-3" fmla="*/ 3509922 w 4146005"/>
              <a:gd name="connsiteY1-4" fmla="*/ 0 h 6840179"/>
              <a:gd name="connsiteX2-5" fmla="*/ 4146005 w 4146005"/>
              <a:gd name="connsiteY2-6" fmla="*/ 636083 h 6840179"/>
              <a:gd name="connsiteX3-7" fmla="*/ 4146005 w 4146005"/>
              <a:gd name="connsiteY3-8" fmla="*/ 3816424 h 6840179"/>
              <a:gd name="connsiteX4-9" fmla="*/ 20782 w 4146005"/>
              <a:gd name="connsiteY4-10" fmla="*/ 6840179 h 6840179"/>
              <a:gd name="connsiteX5-11" fmla="*/ 0 w 4146005"/>
              <a:gd name="connsiteY5-12" fmla="*/ 0 h 6840179"/>
              <a:gd name="connsiteX0-13" fmla="*/ 0 w 5216269"/>
              <a:gd name="connsiteY0-14" fmla="*/ 0 h 6840179"/>
              <a:gd name="connsiteX1-15" fmla="*/ 3509922 w 5216269"/>
              <a:gd name="connsiteY1-16" fmla="*/ 0 h 6840179"/>
              <a:gd name="connsiteX2-17" fmla="*/ 4146005 w 5216269"/>
              <a:gd name="connsiteY2-18" fmla="*/ 636083 h 6840179"/>
              <a:gd name="connsiteX3-19" fmla="*/ 5216269 w 5216269"/>
              <a:gd name="connsiteY3-20" fmla="*/ 6819396 h 6840179"/>
              <a:gd name="connsiteX4-21" fmla="*/ 20782 w 5216269"/>
              <a:gd name="connsiteY4-22" fmla="*/ 6840179 h 6840179"/>
              <a:gd name="connsiteX5-23" fmla="*/ 0 w 5216269"/>
              <a:gd name="connsiteY5-24" fmla="*/ 0 h 6840179"/>
              <a:gd name="connsiteX0-25" fmla="*/ 11649 w 5227918"/>
              <a:gd name="connsiteY0-26" fmla="*/ 0 h 6819396"/>
              <a:gd name="connsiteX1-27" fmla="*/ 3521571 w 5227918"/>
              <a:gd name="connsiteY1-28" fmla="*/ 0 h 6819396"/>
              <a:gd name="connsiteX2-29" fmla="*/ 4157654 w 5227918"/>
              <a:gd name="connsiteY2-30" fmla="*/ 636083 h 6819396"/>
              <a:gd name="connsiteX3-31" fmla="*/ 5227918 w 5227918"/>
              <a:gd name="connsiteY3-32" fmla="*/ 6819396 h 6819396"/>
              <a:gd name="connsiteX4-33" fmla="*/ 1258 w 5227918"/>
              <a:gd name="connsiteY4-34" fmla="*/ 6777834 h 6819396"/>
              <a:gd name="connsiteX5-35" fmla="*/ 11649 w 5227918"/>
              <a:gd name="connsiteY5-36" fmla="*/ 0 h 6819396"/>
              <a:gd name="connsiteX0-37" fmla="*/ 0 w 5216269"/>
              <a:gd name="connsiteY0-38" fmla="*/ 0 h 6819396"/>
              <a:gd name="connsiteX1-39" fmla="*/ 3509922 w 5216269"/>
              <a:gd name="connsiteY1-40" fmla="*/ 0 h 6819396"/>
              <a:gd name="connsiteX2-41" fmla="*/ 4146005 w 5216269"/>
              <a:gd name="connsiteY2-42" fmla="*/ 636083 h 6819396"/>
              <a:gd name="connsiteX3-43" fmla="*/ 5216269 w 5216269"/>
              <a:gd name="connsiteY3-44" fmla="*/ 6819396 h 6819396"/>
              <a:gd name="connsiteX4-45" fmla="*/ 62346 w 5216269"/>
              <a:gd name="connsiteY4-46" fmla="*/ 6777834 h 6819396"/>
              <a:gd name="connsiteX5-47" fmla="*/ 0 w 5216269"/>
              <a:gd name="connsiteY5-48" fmla="*/ 0 h 6819396"/>
              <a:gd name="connsiteX0-49" fmla="*/ 0 w 5216269"/>
              <a:gd name="connsiteY0-50" fmla="*/ 0 h 6819396"/>
              <a:gd name="connsiteX1-51" fmla="*/ 3509922 w 5216269"/>
              <a:gd name="connsiteY1-52" fmla="*/ 0 h 6819396"/>
              <a:gd name="connsiteX2-53" fmla="*/ 4146005 w 5216269"/>
              <a:gd name="connsiteY2-54" fmla="*/ 636083 h 6819396"/>
              <a:gd name="connsiteX3-55" fmla="*/ 5216269 w 5216269"/>
              <a:gd name="connsiteY3-56" fmla="*/ 6819396 h 6819396"/>
              <a:gd name="connsiteX4-57" fmla="*/ 17585 w 5216269"/>
              <a:gd name="connsiteY4-58" fmla="*/ 6784228 h 6819396"/>
              <a:gd name="connsiteX5-59" fmla="*/ 0 w 5216269"/>
              <a:gd name="connsiteY5-60" fmla="*/ 0 h 6819396"/>
              <a:gd name="connsiteX0-61" fmla="*/ 0 w 5216269"/>
              <a:gd name="connsiteY0-62" fmla="*/ 0 h 6819396"/>
              <a:gd name="connsiteX1-63" fmla="*/ 3509922 w 5216269"/>
              <a:gd name="connsiteY1-64" fmla="*/ 0 h 6819396"/>
              <a:gd name="connsiteX2-65" fmla="*/ 4146005 w 5216269"/>
              <a:gd name="connsiteY2-66" fmla="*/ 636083 h 6819396"/>
              <a:gd name="connsiteX3-67" fmla="*/ 5216269 w 5216269"/>
              <a:gd name="connsiteY3-68" fmla="*/ 6819396 h 6819396"/>
              <a:gd name="connsiteX4-69" fmla="*/ 11191 w 5216269"/>
              <a:gd name="connsiteY4-70" fmla="*/ 6816200 h 6819396"/>
              <a:gd name="connsiteX5-71" fmla="*/ 0 w 5216269"/>
              <a:gd name="connsiteY5-72" fmla="*/ 0 h 6819396"/>
              <a:gd name="connsiteX0-73" fmla="*/ 0 w 5209874"/>
              <a:gd name="connsiteY0-74" fmla="*/ 0 h 6851368"/>
              <a:gd name="connsiteX1-75" fmla="*/ 3509922 w 5209874"/>
              <a:gd name="connsiteY1-76" fmla="*/ 0 h 6851368"/>
              <a:gd name="connsiteX2-77" fmla="*/ 4146005 w 5209874"/>
              <a:gd name="connsiteY2-78" fmla="*/ 636083 h 6851368"/>
              <a:gd name="connsiteX3-79" fmla="*/ 5209874 w 5209874"/>
              <a:gd name="connsiteY3-80" fmla="*/ 6851368 h 6851368"/>
              <a:gd name="connsiteX4-81" fmla="*/ 11191 w 5209874"/>
              <a:gd name="connsiteY4-82" fmla="*/ 6816200 h 6851368"/>
              <a:gd name="connsiteX5-83" fmla="*/ 0 w 5209874"/>
              <a:gd name="connsiteY5-84" fmla="*/ 0 h 6851368"/>
              <a:gd name="connsiteX0-85" fmla="*/ 0 w 6028071"/>
              <a:gd name="connsiteY0-86" fmla="*/ 0 h 6851368"/>
              <a:gd name="connsiteX1-87" fmla="*/ 3509922 w 6028071"/>
              <a:gd name="connsiteY1-88" fmla="*/ 0 h 6851368"/>
              <a:gd name="connsiteX2-89" fmla="*/ 6028071 w 6028071"/>
              <a:gd name="connsiteY2-90" fmla="*/ 4808588 h 6851368"/>
              <a:gd name="connsiteX3-91" fmla="*/ 5209874 w 6028071"/>
              <a:gd name="connsiteY3-92" fmla="*/ 6851368 h 6851368"/>
              <a:gd name="connsiteX4-93" fmla="*/ 11191 w 6028071"/>
              <a:gd name="connsiteY4-94" fmla="*/ 6816200 h 6851368"/>
              <a:gd name="connsiteX5-95" fmla="*/ 0 w 6028071"/>
              <a:gd name="connsiteY5-96" fmla="*/ 0 h 6851368"/>
              <a:gd name="connsiteX0-97" fmla="*/ 0 w 6028071"/>
              <a:gd name="connsiteY0-98" fmla="*/ 0 h 6851368"/>
              <a:gd name="connsiteX1-99" fmla="*/ 3509922 w 6028071"/>
              <a:gd name="connsiteY1-100" fmla="*/ 0 h 6851368"/>
              <a:gd name="connsiteX2-101" fmla="*/ 6028071 w 6028071"/>
              <a:gd name="connsiteY2-102" fmla="*/ 4808588 h 6851368"/>
              <a:gd name="connsiteX3-103" fmla="*/ 5209874 w 6028071"/>
              <a:gd name="connsiteY3-104" fmla="*/ 6851368 h 6851368"/>
              <a:gd name="connsiteX4-105" fmla="*/ 11191 w 6028071"/>
              <a:gd name="connsiteY4-106" fmla="*/ 6816200 h 6851368"/>
              <a:gd name="connsiteX5-107" fmla="*/ 0 w 6028071"/>
              <a:gd name="connsiteY5-108" fmla="*/ 0 h 6851368"/>
              <a:gd name="connsiteX0-109" fmla="*/ 0 w 6028071"/>
              <a:gd name="connsiteY0-110" fmla="*/ 0 h 6851368"/>
              <a:gd name="connsiteX1-111" fmla="*/ 3509922 w 6028071"/>
              <a:gd name="connsiteY1-112" fmla="*/ 0 h 6851368"/>
              <a:gd name="connsiteX2-113" fmla="*/ 6028071 w 6028071"/>
              <a:gd name="connsiteY2-114" fmla="*/ 4808588 h 6851368"/>
              <a:gd name="connsiteX3-115" fmla="*/ 5209874 w 6028071"/>
              <a:gd name="connsiteY3-116" fmla="*/ 6851368 h 6851368"/>
              <a:gd name="connsiteX4-117" fmla="*/ 11191 w 6028071"/>
              <a:gd name="connsiteY4-118" fmla="*/ 6816200 h 6851368"/>
              <a:gd name="connsiteX5-119" fmla="*/ 0 w 6028071"/>
              <a:gd name="connsiteY5-120" fmla="*/ 0 h 6851368"/>
              <a:gd name="connsiteX0-121" fmla="*/ 0 w 6028071"/>
              <a:gd name="connsiteY0-122" fmla="*/ 0 h 6851368"/>
              <a:gd name="connsiteX1-123" fmla="*/ 3625332 w 6028071"/>
              <a:gd name="connsiteY1-124" fmla="*/ 0 h 6851368"/>
              <a:gd name="connsiteX2-125" fmla="*/ 6028071 w 6028071"/>
              <a:gd name="connsiteY2-126" fmla="*/ 4808588 h 6851368"/>
              <a:gd name="connsiteX3-127" fmla="*/ 5209874 w 6028071"/>
              <a:gd name="connsiteY3-128" fmla="*/ 6851368 h 6851368"/>
              <a:gd name="connsiteX4-129" fmla="*/ 11191 w 6028071"/>
              <a:gd name="connsiteY4-130" fmla="*/ 6816200 h 6851368"/>
              <a:gd name="connsiteX5-131" fmla="*/ 0 w 6028071"/>
              <a:gd name="connsiteY5-132" fmla="*/ 0 h 6851368"/>
              <a:gd name="connsiteX0-133" fmla="*/ 0 w 6028071"/>
              <a:gd name="connsiteY0-134" fmla="*/ 0 h 6851368"/>
              <a:gd name="connsiteX1-135" fmla="*/ 3625332 w 6028071"/>
              <a:gd name="connsiteY1-136" fmla="*/ 0 h 6851368"/>
              <a:gd name="connsiteX2-137" fmla="*/ 6028071 w 6028071"/>
              <a:gd name="connsiteY2-138" fmla="*/ 4808588 h 6851368"/>
              <a:gd name="connsiteX3-139" fmla="*/ 5209874 w 6028071"/>
              <a:gd name="connsiteY3-140" fmla="*/ 6851368 h 6851368"/>
              <a:gd name="connsiteX4-141" fmla="*/ 11191 w 6028071"/>
              <a:gd name="connsiteY4-142" fmla="*/ 6816200 h 6851368"/>
              <a:gd name="connsiteX5-143" fmla="*/ 0 w 6028071"/>
              <a:gd name="connsiteY5-144" fmla="*/ 0 h 6851368"/>
              <a:gd name="connsiteX0-145" fmla="*/ 0 w 6028071"/>
              <a:gd name="connsiteY0-146" fmla="*/ 0 h 6851368"/>
              <a:gd name="connsiteX1-147" fmla="*/ 3625332 w 6028071"/>
              <a:gd name="connsiteY1-148" fmla="*/ 0 h 6851368"/>
              <a:gd name="connsiteX2-149" fmla="*/ 6028071 w 6028071"/>
              <a:gd name="connsiteY2-150" fmla="*/ 4808588 h 6851368"/>
              <a:gd name="connsiteX3-151" fmla="*/ 5209874 w 6028071"/>
              <a:gd name="connsiteY3-152" fmla="*/ 6851368 h 6851368"/>
              <a:gd name="connsiteX4-153" fmla="*/ 95857 w 6028071"/>
              <a:gd name="connsiteY4-154" fmla="*/ 6675089 h 6851368"/>
              <a:gd name="connsiteX5-155" fmla="*/ 0 w 6028071"/>
              <a:gd name="connsiteY5-156" fmla="*/ 0 h 6851368"/>
              <a:gd name="connsiteX0-157" fmla="*/ 0 w 6028071"/>
              <a:gd name="connsiteY0-158" fmla="*/ 0 h 6823145"/>
              <a:gd name="connsiteX1-159" fmla="*/ 3625332 w 6028071"/>
              <a:gd name="connsiteY1-160" fmla="*/ 0 h 6823145"/>
              <a:gd name="connsiteX2-161" fmla="*/ 6028071 w 6028071"/>
              <a:gd name="connsiteY2-162" fmla="*/ 4808588 h 6823145"/>
              <a:gd name="connsiteX3-163" fmla="*/ 5226808 w 6028071"/>
              <a:gd name="connsiteY3-164" fmla="*/ 6823145 h 6823145"/>
              <a:gd name="connsiteX4-165" fmla="*/ 95857 w 6028071"/>
              <a:gd name="connsiteY4-166" fmla="*/ 6675089 h 6823145"/>
              <a:gd name="connsiteX5-167" fmla="*/ 0 w 6028071"/>
              <a:gd name="connsiteY5-168" fmla="*/ 0 h 6823145"/>
              <a:gd name="connsiteX0-169" fmla="*/ 0 w 6028071"/>
              <a:gd name="connsiteY0-170" fmla="*/ 0 h 6823145"/>
              <a:gd name="connsiteX1-171" fmla="*/ 3625332 w 6028071"/>
              <a:gd name="connsiteY1-172" fmla="*/ 0 h 6823145"/>
              <a:gd name="connsiteX2-173" fmla="*/ 6028071 w 6028071"/>
              <a:gd name="connsiteY2-174" fmla="*/ 4808588 h 6823145"/>
              <a:gd name="connsiteX3-175" fmla="*/ 5226808 w 6028071"/>
              <a:gd name="connsiteY3-176" fmla="*/ 6823145 h 6823145"/>
              <a:gd name="connsiteX4-177" fmla="*/ 22479 w 6028071"/>
              <a:gd name="connsiteY4-178" fmla="*/ 6799267 h 6823145"/>
              <a:gd name="connsiteX5-179" fmla="*/ 0 w 6028071"/>
              <a:gd name="connsiteY5-180" fmla="*/ 0 h 6823145"/>
              <a:gd name="connsiteX0-181" fmla="*/ 0 w 6028071"/>
              <a:gd name="connsiteY0-182" fmla="*/ 0 h 6804930"/>
              <a:gd name="connsiteX1-183" fmla="*/ 3625332 w 6028071"/>
              <a:gd name="connsiteY1-184" fmla="*/ 0 h 6804930"/>
              <a:gd name="connsiteX2-185" fmla="*/ 6028071 w 6028071"/>
              <a:gd name="connsiteY2-186" fmla="*/ 4808588 h 6804930"/>
              <a:gd name="connsiteX3-187" fmla="*/ 5226808 w 6028071"/>
              <a:gd name="connsiteY3-188" fmla="*/ 6804930 h 6804930"/>
              <a:gd name="connsiteX4-189" fmla="*/ 22479 w 6028071"/>
              <a:gd name="connsiteY4-190" fmla="*/ 6799267 h 6804930"/>
              <a:gd name="connsiteX5-191" fmla="*/ 0 w 6028071"/>
              <a:gd name="connsiteY5-192" fmla="*/ 0 h 6804930"/>
              <a:gd name="connsiteX0-193" fmla="*/ 0 w 6028071"/>
              <a:gd name="connsiteY0-194" fmla="*/ 0 h 6804930"/>
              <a:gd name="connsiteX1-195" fmla="*/ 3893286 w 6028071"/>
              <a:gd name="connsiteY1-196" fmla="*/ 11071 h 6804930"/>
              <a:gd name="connsiteX2-197" fmla="*/ 6028071 w 6028071"/>
              <a:gd name="connsiteY2-198" fmla="*/ 4808588 h 6804930"/>
              <a:gd name="connsiteX3-199" fmla="*/ 5226808 w 6028071"/>
              <a:gd name="connsiteY3-200" fmla="*/ 6804930 h 6804930"/>
              <a:gd name="connsiteX4-201" fmla="*/ 22479 w 6028071"/>
              <a:gd name="connsiteY4-202" fmla="*/ 6799267 h 6804930"/>
              <a:gd name="connsiteX5-203" fmla="*/ 0 w 6028071"/>
              <a:gd name="connsiteY5-204" fmla="*/ 0 h 6804930"/>
              <a:gd name="connsiteX0-205" fmla="*/ 0 w 6028071"/>
              <a:gd name="connsiteY0-206" fmla="*/ 7710 h 6812640"/>
              <a:gd name="connsiteX1-207" fmla="*/ 3900502 w 6028071"/>
              <a:gd name="connsiteY1-208" fmla="*/ 0 h 6812640"/>
              <a:gd name="connsiteX2-209" fmla="*/ 6028071 w 6028071"/>
              <a:gd name="connsiteY2-210" fmla="*/ 4816298 h 6812640"/>
              <a:gd name="connsiteX3-211" fmla="*/ 5226808 w 6028071"/>
              <a:gd name="connsiteY3-212" fmla="*/ 6812640 h 6812640"/>
              <a:gd name="connsiteX4-213" fmla="*/ 22479 w 6028071"/>
              <a:gd name="connsiteY4-214" fmla="*/ 6806977 h 6812640"/>
              <a:gd name="connsiteX5-215" fmla="*/ 0 w 6028071"/>
              <a:gd name="connsiteY5-216" fmla="*/ 7710 h 68126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028071" h="6812640">
                <a:moveTo>
                  <a:pt x="0" y="7710"/>
                </a:moveTo>
                <a:lnTo>
                  <a:pt x="3900502" y="0"/>
                </a:lnTo>
                <a:cubicBezTo>
                  <a:pt x="4739885" y="1602863"/>
                  <a:pt x="5969923" y="3062514"/>
                  <a:pt x="6028071" y="4816298"/>
                </a:cubicBezTo>
                <a:cubicBezTo>
                  <a:pt x="5986158" y="5870087"/>
                  <a:pt x="5677093" y="6087324"/>
                  <a:pt x="5226808" y="6812640"/>
                </a:cubicBezTo>
                <a:lnTo>
                  <a:pt x="22479" y="6806977"/>
                </a:lnTo>
                <a:cubicBezTo>
                  <a:pt x="15552" y="4526917"/>
                  <a:pt x="6927" y="2287770"/>
                  <a:pt x="0" y="7710"/>
                </a:cubicBezTo>
                <a:close/>
              </a:path>
            </a:pathLst>
          </a:custGeom>
          <a:gradFill>
            <a:gsLst>
              <a:gs pos="6000">
                <a:srgbClr val="FFDE93"/>
              </a:gs>
              <a:gs pos="100000">
                <a:srgbClr val="C5A86E"/>
              </a:gs>
            </a:gsLst>
            <a:lin ang="7800000" scaled="0"/>
          </a:gradFill>
          <a:ln>
            <a:noFill/>
          </a:ln>
          <a:effectLst>
            <a:outerShdw blurRad="431955" dist="50800" dir="5400000" algn="c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35360" y="1556792"/>
            <a:ext cx="6096000" cy="499560"/>
          </a:xfrm>
          <a:prstGeom prst="rect">
            <a:avLst/>
          </a:prstGeom>
        </p:spPr>
        <p:txBody>
          <a:bodyPr>
            <a:spAutoFit/>
          </a:bodyPr>
          <a:lstStyle/>
          <a:p>
            <a:pPr>
              <a:lnSpc>
                <a:spcPct val="150000"/>
              </a:lnSpc>
            </a:pPr>
            <a:r>
              <a:rPr lang="zh-CN" altLang="en-US" sz="2000" b="1" noProof="0" dirty="0">
                <a:solidFill>
                  <a:srgbClr val="404040"/>
                </a:solidFill>
                <a:uLnTx/>
                <a:latin typeface="微软雅黑" panose="020B0503020204020204" charset="-122"/>
                <a:ea typeface="微软雅黑" panose="020B0503020204020204" charset="-122"/>
                <a:cs typeface="微软雅黑" panose="020B0503020204020204" charset="-122"/>
                <a:sym typeface="Calibri" panose="020F0502020204030204"/>
              </a:rPr>
              <a:t>助力旅游实体经济健康成长</a:t>
            </a:r>
          </a:p>
        </p:txBody>
      </p:sp>
      <p:sp>
        <p:nvSpPr>
          <p:cNvPr id="6" name="文本框 5"/>
          <p:cNvSpPr txBox="1"/>
          <p:nvPr/>
        </p:nvSpPr>
        <p:spPr>
          <a:xfrm>
            <a:off x="335360" y="2132856"/>
            <a:ext cx="4605195" cy="3436646"/>
          </a:xfrm>
          <a:prstGeom prst="rect">
            <a:avLst/>
          </a:prstGeom>
          <a:noFill/>
        </p:spPr>
        <p:txBody>
          <a:bodyPr wrap="square">
            <a:spAutoFit/>
          </a:bodyPr>
          <a:lstStyle/>
          <a:p>
            <a:pPr marL="285750" marR="0" indent="-285750" algn="just" defTabSz="914400" rtl="0" fontAlgn="auto" latinLnBrk="0" hangingPunct="0">
              <a:lnSpc>
                <a:spcPct val="250000"/>
              </a:lnSpc>
              <a:spcBef>
                <a:spcPts val="0"/>
              </a:spcBef>
              <a:spcAft>
                <a:spcPts val="0"/>
              </a:spcAft>
              <a:buClrTx/>
              <a:buSzTx/>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香港规模最大的非银行消费信贷公司</a:t>
            </a:r>
          </a:p>
          <a:p>
            <a:pPr marL="285750" marR="0" indent="-285750" algn="just" defTabSz="914400" rtl="0" fontAlgn="auto" latinLnBrk="0" hangingPunct="0">
              <a:lnSpc>
                <a:spcPct val="250000"/>
              </a:lnSpc>
              <a:spcBef>
                <a:spcPts val="0"/>
              </a:spcBef>
              <a:spcAft>
                <a:spcPts val="0"/>
              </a:spcAft>
              <a:buClrTx/>
              <a:buSzTx/>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lt"/>
              </a:rPr>
              <a:t>香港公屋管理数量排名第六的物管公司</a:t>
            </a:r>
          </a:p>
          <a:p>
            <a:pPr marL="285750" marR="0" indent="-285750" algn="just" defTabSz="914400" rtl="0" fontAlgn="auto" latinLnBrk="0" hangingPunct="0">
              <a:lnSpc>
                <a:spcPct val="250000"/>
              </a:lnSpc>
              <a:spcBef>
                <a:spcPts val="0"/>
              </a:spcBef>
              <a:spcAft>
                <a:spcPts val="0"/>
              </a:spcAft>
              <a:buClrTx/>
              <a:buSzTx/>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rPr>
              <a:t>旅游船舶、景区设备、缆车索道等融资租赁业务</a:t>
            </a:r>
          </a:p>
          <a:p>
            <a:pPr marL="285750" marR="0" indent="-285750" algn="just" defTabSz="914400" rtl="0" fontAlgn="auto" latinLnBrk="0" hangingPunct="0">
              <a:lnSpc>
                <a:spcPct val="250000"/>
              </a:lnSpc>
              <a:spcBef>
                <a:spcPts val="0"/>
              </a:spcBef>
              <a:spcAft>
                <a:spcPts val="0"/>
              </a:spcAft>
              <a:buClrTx/>
              <a:buSzTx/>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rPr>
              <a:t>中旅保险</a:t>
            </a:r>
            <a:r>
              <a:rPr lang="en-US" altLang="zh-CN" b="1" dirty="0">
                <a:solidFill>
                  <a:schemeClr val="tx1">
                    <a:lumMod val="65000"/>
                    <a:lumOff val="35000"/>
                  </a:schemeClr>
                </a:solidFill>
                <a:latin typeface="微软雅黑" panose="020B0503020204020204" charset="-122"/>
                <a:ea typeface="微软雅黑" panose="020B0503020204020204" charset="-122"/>
              </a:rPr>
              <a:t>-</a:t>
            </a:r>
            <a:r>
              <a:rPr lang="zh-CN" altLang="en-US" b="1" dirty="0">
                <a:solidFill>
                  <a:schemeClr val="tx1">
                    <a:lumMod val="65000"/>
                    <a:lumOff val="35000"/>
                  </a:schemeClr>
                </a:solidFill>
                <a:latin typeface="微软雅黑" panose="020B0503020204020204" charset="-122"/>
                <a:ea typeface="微软雅黑" panose="020B0503020204020204" charset="-122"/>
              </a:rPr>
              <a:t>旅游、财产保险服务</a:t>
            </a:r>
            <a:endParaRPr lang="en-US" altLang="zh-CN" b="1" dirty="0">
              <a:solidFill>
                <a:schemeClr val="tx1">
                  <a:lumMod val="65000"/>
                  <a:lumOff val="35000"/>
                </a:schemeClr>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3" cstate="email"/>
          <a:stretch>
            <a:fillRect/>
          </a:stretch>
        </p:blipFill>
        <p:spPr>
          <a:xfrm>
            <a:off x="335360" y="293524"/>
            <a:ext cx="1815136" cy="578895"/>
          </a:xfrm>
          <a:prstGeom prst="rect">
            <a:avLst/>
          </a:prstGeom>
        </p:spPr>
      </p:pic>
      <p:pic>
        <p:nvPicPr>
          <p:cNvPr id="11" name="图片 10"/>
          <p:cNvPicPr>
            <a:picLocks noChangeAspect="1"/>
          </p:cNvPicPr>
          <p:nvPr/>
        </p:nvPicPr>
        <p:blipFill>
          <a:blip r:embed="rId4" cstate="screen"/>
          <a:stretch>
            <a:fillRect/>
          </a:stretch>
        </p:blipFill>
        <p:spPr>
          <a:xfrm>
            <a:off x="5501368" y="5207276"/>
            <a:ext cx="3507380" cy="629862"/>
          </a:xfrm>
          <a:prstGeom prst="rect">
            <a:avLst/>
          </a:prstGeom>
        </p:spPr>
      </p:pic>
      <p:pic>
        <p:nvPicPr>
          <p:cNvPr id="13" name="图片 12"/>
          <p:cNvPicPr>
            <a:picLocks noChangeAspect="1"/>
          </p:cNvPicPr>
          <p:nvPr/>
        </p:nvPicPr>
        <p:blipFill>
          <a:blip r:embed="rId5" cstate="email"/>
          <a:stretch>
            <a:fillRect/>
          </a:stretch>
        </p:blipFill>
        <p:spPr>
          <a:xfrm>
            <a:off x="9178150" y="5182724"/>
            <a:ext cx="1298713" cy="650803"/>
          </a:xfrm>
          <a:prstGeom prst="rect">
            <a:avLst/>
          </a:prstGeom>
        </p:spPr>
      </p:pic>
      <p:pic>
        <p:nvPicPr>
          <p:cNvPr id="15" name="图片 14"/>
          <p:cNvPicPr>
            <a:picLocks noChangeAspect="1"/>
          </p:cNvPicPr>
          <p:nvPr/>
        </p:nvPicPr>
        <p:blipFill>
          <a:blip r:embed="rId6" cstate="email"/>
          <a:stretch>
            <a:fillRect/>
          </a:stretch>
        </p:blipFill>
        <p:spPr>
          <a:xfrm>
            <a:off x="5347450" y="5942964"/>
            <a:ext cx="758133" cy="726396"/>
          </a:xfrm>
          <a:prstGeom prst="rect">
            <a:avLst/>
          </a:prstGeom>
        </p:spPr>
      </p:pic>
      <p:pic>
        <p:nvPicPr>
          <p:cNvPr id="17" name="图片 16"/>
          <p:cNvPicPr>
            <a:picLocks noChangeAspect="1"/>
          </p:cNvPicPr>
          <p:nvPr/>
        </p:nvPicPr>
        <p:blipFill>
          <a:blip r:embed="rId7" cstate="email"/>
          <a:stretch>
            <a:fillRect/>
          </a:stretch>
        </p:blipFill>
        <p:spPr>
          <a:xfrm>
            <a:off x="6580353" y="5811768"/>
            <a:ext cx="894928" cy="736295"/>
          </a:xfrm>
          <a:prstGeom prst="rect">
            <a:avLst/>
          </a:prstGeom>
        </p:spPr>
      </p:pic>
      <p:pic>
        <p:nvPicPr>
          <p:cNvPr id="19" name="图片 18"/>
          <p:cNvPicPr>
            <a:picLocks noChangeAspect="1"/>
          </p:cNvPicPr>
          <p:nvPr/>
        </p:nvPicPr>
        <p:blipFill>
          <a:blip r:embed="rId8" cstate="email"/>
          <a:stretch>
            <a:fillRect/>
          </a:stretch>
        </p:blipFill>
        <p:spPr>
          <a:xfrm>
            <a:off x="10675686" y="5178525"/>
            <a:ext cx="1194534" cy="662372"/>
          </a:xfrm>
          <a:prstGeom prst="rect">
            <a:avLst/>
          </a:prstGeom>
        </p:spPr>
      </p:pic>
      <p:pic>
        <p:nvPicPr>
          <p:cNvPr id="21" name="图片 20"/>
          <p:cNvPicPr>
            <a:picLocks noChangeAspect="1"/>
          </p:cNvPicPr>
          <p:nvPr/>
        </p:nvPicPr>
        <p:blipFill>
          <a:blip r:embed="rId9" cstate="email"/>
          <a:stretch>
            <a:fillRect/>
          </a:stretch>
        </p:blipFill>
        <p:spPr>
          <a:xfrm>
            <a:off x="7899320" y="6044567"/>
            <a:ext cx="1797080" cy="480777"/>
          </a:xfrm>
          <a:prstGeom prst="rect">
            <a:avLst/>
          </a:prstGeom>
        </p:spPr>
      </p:pic>
      <p:pic>
        <p:nvPicPr>
          <p:cNvPr id="23" name="图片 22"/>
          <p:cNvPicPr>
            <a:picLocks noChangeAspect="1"/>
          </p:cNvPicPr>
          <p:nvPr/>
        </p:nvPicPr>
        <p:blipFill>
          <a:blip r:embed="rId10" cstate="email"/>
          <a:stretch>
            <a:fillRect/>
          </a:stretch>
        </p:blipFill>
        <p:spPr>
          <a:xfrm>
            <a:off x="10059958" y="6040085"/>
            <a:ext cx="1797080" cy="465576"/>
          </a:xfrm>
          <a:prstGeom prst="rect">
            <a:avLst/>
          </a:prstGeom>
        </p:spPr>
      </p:pic>
      <p:sp>
        <p:nvSpPr>
          <p:cNvPr id="25" name="文本框 24"/>
          <p:cNvSpPr txBox="1"/>
          <p:nvPr/>
        </p:nvSpPr>
        <p:spPr>
          <a:xfrm>
            <a:off x="10474399" y="4534424"/>
            <a:ext cx="1415772" cy="338554"/>
          </a:xfrm>
          <a:prstGeom prst="rect">
            <a:avLst/>
          </a:prstGeom>
          <a:noFill/>
        </p:spPr>
        <p:txBody>
          <a:bodyPr wrap="none" rtlCol="0">
            <a:spAutoFit/>
          </a:bodyPr>
          <a:lstStyle/>
          <a:p>
            <a:pPr algn="r"/>
            <a:r>
              <a:rPr lang="zh-CN" altLang="en-US" sz="1600" b="0" i="0" dirty="0">
                <a:solidFill>
                  <a:schemeClr val="bg1"/>
                </a:solidFill>
                <a:effectLst/>
                <a:latin typeface="微软雅黑" panose="020B0503020204020204" charset="-122"/>
                <a:ea typeface="微软雅黑" panose="020B0503020204020204" charset="-122"/>
              </a:rPr>
              <a:t>香港安信信贷</a:t>
            </a:r>
            <a:endParaRPr kumimoji="1" lang="zh-CN" altLang="en-US" sz="1600" dirty="0">
              <a:solidFill>
                <a:schemeClr val="bg1"/>
              </a:solidFill>
              <a:latin typeface="微软雅黑" panose="020B0503020204020204" charset="-122"/>
              <a:ea typeface="微软雅黑" panose="020B0503020204020204"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rotWithShape="1">
          <a:blip r:embed="rId2" cstate="email"/>
          <a:srcRect/>
          <a:stretch>
            <a:fillRect/>
          </a:stretch>
        </p:blipFill>
        <p:spPr>
          <a:xfrm>
            <a:off x="1373250" y="-4452"/>
            <a:ext cx="10834669" cy="6789953"/>
          </a:xfrm>
          <a:prstGeom prst="rect">
            <a:avLst/>
          </a:prstGeom>
        </p:spPr>
      </p:pic>
      <p:sp>
        <p:nvSpPr>
          <p:cNvPr id="2" name="矩形 1"/>
          <p:cNvSpPr/>
          <p:nvPr/>
        </p:nvSpPr>
        <p:spPr>
          <a:xfrm>
            <a:off x="3291061" y="-10842"/>
            <a:ext cx="4248472" cy="5748927"/>
          </a:xfrm>
          <a:prstGeom prst="rect">
            <a:avLst/>
          </a:prstGeom>
          <a:gradFill>
            <a:gsLst>
              <a:gs pos="100000">
                <a:schemeClr val="accent1">
                  <a:lumMod val="5000"/>
                  <a:lumOff val="95000"/>
                  <a:alpha val="0"/>
                </a:schemeClr>
              </a:gs>
              <a:gs pos="18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3431704" y="4988646"/>
            <a:ext cx="8760296" cy="1837835"/>
          </a:xfrm>
          <a:prstGeom prst="rect">
            <a:avLst/>
          </a:prstGeom>
          <a:solidFill>
            <a:schemeClr val="bg1">
              <a:alpha val="93742"/>
            </a:schemeClr>
          </a:solidFill>
          <a:ln>
            <a:no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剪去单角的矩形 5"/>
          <p:cNvSpPr/>
          <p:nvPr/>
        </p:nvSpPr>
        <p:spPr>
          <a:xfrm>
            <a:off x="-20736" y="-4452"/>
            <a:ext cx="5268145" cy="6862451"/>
          </a:xfrm>
          <a:custGeom>
            <a:avLst/>
            <a:gdLst>
              <a:gd name="connsiteX0" fmla="*/ 0 w 4146005"/>
              <a:gd name="connsiteY0" fmla="*/ 0 h 3816424"/>
              <a:gd name="connsiteX1" fmla="*/ 3509922 w 4146005"/>
              <a:gd name="connsiteY1" fmla="*/ 0 h 3816424"/>
              <a:gd name="connsiteX2" fmla="*/ 4146005 w 4146005"/>
              <a:gd name="connsiteY2" fmla="*/ 636083 h 3816424"/>
              <a:gd name="connsiteX3" fmla="*/ 4146005 w 4146005"/>
              <a:gd name="connsiteY3" fmla="*/ 3816424 h 3816424"/>
              <a:gd name="connsiteX4" fmla="*/ 0 w 4146005"/>
              <a:gd name="connsiteY4" fmla="*/ 3816424 h 3816424"/>
              <a:gd name="connsiteX5" fmla="*/ 0 w 4146005"/>
              <a:gd name="connsiteY5" fmla="*/ 0 h 3816424"/>
              <a:gd name="connsiteX0-1" fmla="*/ 0 w 4146005"/>
              <a:gd name="connsiteY0-2" fmla="*/ 0 h 6840179"/>
              <a:gd name="connsiteX1-3" fmla="*/ 3509922 w 4146005"/>
              <a:gd name="connsiteY1-4" fmla="*/ 0 h 6840179"/>
              <a:gd name="connsiteX2-5" fmla="*/ 4146005 w 4146005"/>
              <a:gd name="connsiteY2-6" fmla="*/ 636083 h 6840179"/>
              <a:gd name="connsiteX3-7" fmla="*/ 4146005 w 4146005"/>
              <a:gd name="connsiteY3-8" fmla="*/ 3816424 h 6840179"/>
              <a:gd name="connsiteX4-9" fmla="*/ 20782 w 4146005"/>
              <a:gd name="connsiteY4-10" fmla="*/ 6840179 h 6840179"/>
              <a:gd name="connsiteX5-11" fmla="*/ 0 w 4146005"/>
              <a:gd name="connsiteY5-12" fmla="*/ 0 h 6840179"/>
              <a:gd name="connsiteX0-13" fmla="*/ 0 w 5216269"/>
              <a:gd name="connsiteY0-14" fmla="*/ 0 h 6840179"/>
              <a:gd name="connsiteX1-15" fmla="*/ 3509922 w 5216269"/>
              <a:gd name="connsiteY1-16" fmla="*/ 0 h 6840179"/>
              <a:gd name="connsiteX2-17" fmla="*/ 4146005 w 5216269"/>
              <a:gd name="connsiteY2-18" fmla="*/ 636083 h 6840179"/>
              <a:gd name="connsiteX3-19" fmla="*/ 5216269 w 5216269"/>
              <a:gd name="connsiteY3-20" fmla="*/ 6819396 h 6840179"/>
              <a:gd name="connsiteX4-21" fmla="*/ 20782 w 5216269"/>
              <a:gd name="connsiteY4-22" fmla="*/ 6840179 h 6840179"/>
              <a:gd name="connsiteX5-23" fmla="*/ 0 w 5216269"/>
              <a:gd name="connsiteY5-24" fmla="*/ 0 h 6840179"/>
              <a:gd name="connsiteX0-25" fmla="*/ 11649 w 5227918"/>
              <a:gd name="connsiteY0-26" fmla="*/ 0 h 6819396"/>
              <a:gd name="connsiteX1-27" fmla="*/ 3521571 w 5227918"/>
              <a:gd name="connsiteY1-28" fmla="*/ 0 h 6819396"/>
              <a:gd name="connsiteX2-29" fmla="*/ 4157654 w 5227918"/>
              <a:gd name="connsiteY2-30" fmla="*/ 636083 h 6819396"/>
              <a:gd name="connsiteX3-31" fmla="*/ 5227918 w 5227918"/>
              <a:gd name="connsiteY3-32" fmla="*/ 6819396 h 6819396"/>
              <a:gd name="connsiteX4-33" fmla="*/ 1258 w 5227918"/>
              <a:gd name="connsiteY4-34" fmla="*/ 6777834 h 6819396"/>
              <a:gd name="connsiteX5-35" fmla="*/ 11649 w 5227918"/>
              <a:gd name="connsiteY5-36" fmla="*/ 0 h 6819396"/>
              <a:gd name="connsiteX0-37" fmla="*/ 0 w 5216269"/>
              <a:gd name="connsiteY0-38" fmla="*/ 0 h 6819396"/>
              <a:gd name="connsiteX1-39" fmla="*/ 3509922 w 5216269"/>
              <a:gd name="connsiteY1-40" fmla="*/ 0 h 6819396"/>
              <a:gd name="connsiteX2-41" fmla="*/ 4146005 w 5216269"/>
              <a:gd name="connsiteY2-42" fmla="*/ 636083 h 6819396"/>
              <a:gd name="connsiteX3-43" fmla="*/ 5216269 w 5216269"/>
              <a:gd name="connsiteY3-44" fmla="*/ 6819396 h 6819396"/>
              <a:gd name="connsiteX4-45" fmla="*/ 62346 w 5216269"/>
              <a:gd name="connsiteY4-46" fmla="*/ 6777834 h 6819396"/>
              <a:gd name="connsiteX5-47" fmla="*/ 0 w 5216269"/>
              <a:gd name="connsiteY5-48" fmla="*/ 0 h 6819396"/>
              <a:gd name="connsiteX0-49" fmla="*/ 0 w 5216269"/>
              <a:gd name="connsiteY0-50" fmla="*/ 0 h 6819396"/>
              <a:gd name="connsiteX1-51" fmla="*/ 3509922 w 5216269"/>
              <a:gd name="connsiteY1-52" fmla="*/ 0 h 6819396"/>
              <a:gd name="connsiteX2-53" fmla="*/ 4146005 w 5216269"/>
              <a:gd name="connsiteY2-54" fmla="*/ 636083 h 6819396"/>
              <a:gd name="connsiteX3-55" fmla="*/ 5216269 w 5216269"/>
              <a:gd name="connsiteY3-56" fmla="*/ 6819396 h 6819396"/>
              <a:gd name="connsiteX4-57" fmla="*/ 17585 w 5216269"/>
              <a:gd name="connsiteY4-58" fmla="*/ 6784228 h 6819396"/>
              <a:gd name="connsiteX5-59" fmla="*/ 0 w 5216269"/>
              <a:gd name="connsiteY5-60" fmla="*/ 0 h 6819396"/>
              <a:gd name="connsiteX0-61" fmla="*/ 0 w 5216269"/>
              <a:gd name="connsiteY0-62" fmla="*/ 0 h 6819396"/>
              <a:gd name="connsiteX1-63" fmla="*/ 3509922 w 5216269"/>
              <a:gd name="connsiteY1-64" fmla="*/ 0 h 6819396"/>
              <a:gd name="connsiteX2-65" fmla="*/ 4146005 w 5216269"/>
              <a:gd name="connsiteY2-66" fmla="*/ 636083 h 6819396"/>
              <a:gd name="connsiteX3-67" fmla="*/ 5216269 w 5216269"/>
              <a:gd name="connsiteY3-68" fmla="*/ 6819396 h 6819396"/>
              <a:gd name="connsiteX4-69" fmla="*/ 11191 w 5216269"/>
              <a:gd name="connsiteY4-70" fmla="*/ 6816200 h 6819396"/>
              <a:gd name="connsiteX5-71" fmla="*/ 0 w 5216269"/>
              <a:gd name="connsiteY5-72" fmla="*/ 0 h 6819396"/>
              <a:gd name="connsiteX0-73" fmla="*/ 0 w 5209874"/>
              <a:gd name="connsiteY0-74" fmla="*/ 0 h 6851368"/>
              <a:gd name="connsiteX1-75" fmla="*/ 3509922 w 5209874"/>
              <a:gd name="connsiteY1-76" fmla="*/ 0 h 6851368"/>
              <a:gd name="connsiteX2-77" fmla="*/ 4146005 w 5209874"/>
              <a:gd name="connsiteY2-78" fmla="*/ 636083 h 6851368"/>
              <a:gd name="connsiteX3-79" fmla="*/ 5209874 w 5209874"/>
              <a:gd name="connsiteY3-80" fmla="*/ 6851368 h 6851368"/>
              <a:gd name="connsiteX4-81" fmla="*/ 11191 w 5209874"/>
              <a:gd name="connsiteY4-82" fmla="*/ 6816200 h 6851368"/>
              <a:gd name="connsiteX5-83" fmla="*/ 0 w 5209874"/>
              <a:gd name="connsiteY5-84" fmla="*/ 0 h 6851368"/>
              <a:gd name="connsiteX0-85" fmla="*/ 0 w 6028071"/>
              <a:gd name="connsiteY0-86" fmla="*/ 0 h 6851368"/>
              <a:gd name="connsiteX1-87" fmla="*/ 3509922 w 6028071"/>
              <a:gd name="connsiteY1-88" fmla="*/ 0 h 6851368"/>
              <a:gd name="connsiteX2-89" fmla="*/ 6028071 w 6028071"/>
              <a:gd name="connsiteY2-90" fmla="*/ 4808588 h 6851368"/>
              <a:gd name="connsiteX3-91" fmla="*/ 5209874 w 6028071"/>
              <a:gd name="connsiteY3-92" fmla="*/ 6851368 h 6851368"/>
              <a:gd name="connsiteX4-93" fmla="*/ 11191 w 6028071"/>
              <a:gd name="connsiteY4-94" fmla="*/ 6816200 h 6851368"/>
              <a:gd name="connsiteX5-95" fmla="*/ 0 w 6028071"/>
              <a:gd name="connsiteY5-96" fmla="*/ 0 h 6851368"/>
              <a:gd name="connsiteX0-97" fmla="*/ 0 w 6028071"/>
              <a:gd name="connsiteY0-98" fmla="*/ 0 h 6851368"/>
              <a:gd name="connsiteX1-99" fmla="*/ 3509922 w 6028071"/>
              <a:gd name="connsiteY1-100" fmla="*/ 0 h 6851368"/>
              <a:gd name="connsiteX2-101" fmla="*/ 6028071 w 6028071"/>
              <a:gd name="connsiteY2-102" fmla="*/ 4808588 h 6851368"/>
              <a:gd name="connsiteX3-103" fmla="*/ 5209874 w 6028071"/>
              <a:gd name="connsiteY3-104" fmla="*/ 6851368 h 6851368"/>
              <a:gd name="connsiteX4-105" fmla="*/ 11191 w 6028071"/>
              <a:gd name="connsiteY4-106" fmla="*/ 6816200 h 6851368"/>
              <a:gd name="connsiteX5-107" fmla="*/ 0 w 6028071"/>
              <a:gd name="connsiteY5-108" fmla="*/ 0 h 6851368"/>
              <a:gd name="connsiteX0-109" fmla="*/ 0 w 6028071"/>
              <a:gd name="connsiteY0-110" fmla="*/ 0 h 6851368"/>
              <a:gd name="connsiteX1-111" fmla="*/ 3509922 w 6028071"/>
              <a:gd name="connsiteY1-112" fmla="*/ 0 h 6851368"/>
              <a:gd name="connsiteX2-113" fmla="*/ 6028071 w 6028071"/>
              <a:gd name="connsiteY2-114" fmla="*/ 4808588 h 6851368"/>
              <a:gd name="connsiteX3-115" fmla="*/ 5209874 w 6028071"/>
              <a:gd name="connsiteY3-116" fmla="*/ 6851368 h 6851368"/>
              <a:gd name="connsiteX4-117" fmla="*/ 11191 w 6028071"/>
              <a:gd name="connsiteY4-118" fmla="*/ 6816200 h 6851368"/>
              <a:gd name="connsiteX5-119" fmla="*/ 0 w 6028071"/>
              <a:gd name="connsiteY5-120" fmla="*/ 0 h 6851368"/>
              <a:gd name="connsiteX0-121" fmla="*/ 0 w 6028071"/>
              <a:gd name="connsiteY0-122" fmla="*/ 0 h 6851368"/>
              <a:gd name="connsiteX1-123" fmla="*/ 3625332 w 6028071"/>
              <a:gd name="connsiteY1-124" fmla="*/ 0 h 6851368"/>
              <a:gd name="connsiteX2-125" fmla="*/ 6028071 w 6028071"/>
              <a:gd name="connsiteY2-126" fmla="*/ 4808588 h 6851368"/>
              <a:gd name="connsiteX3-127" fmla="*/ 5209874 w 6028071"/>
              <a:gd name="connsiteY3-128" fmla="*/ 6851368 h 6851368"/>
              <a:gd name="connsiteX4-129" fmla="*/ 11191 w 6028071"/>
              <a:gd name="connsiteY4-130" fmla="*/ 6816200 h 6851368"/>
              <a:gd name="connsiteX5-131" fmla="*/ 0 w 6028071"/>
              <a:gd name="connsiteY5-132" fmla="*/ 0 h 6851368"/>
              <a:gd name="connsiteX0-133" fmla="*/ 0 w 6028071"/>
              <a:gd name="connsiteY0-134" fmla="*/ 0 h 6851368"/>
              <a:gd name="connsiteX1-135" fmla="*/ 3625332 w 6028071"/>
              <a:gd name="connsiteY1-136" fmla="*/ 0 h 6851368"/>
              <a:gd name="connsiteX2-137" fmla="*/ 6028071 w 6028071"/>
              <a:gd name="connsiteY2-138" fmla="*/ 4808588 h 6851368"/>
              <a:gd name="connsiteX3-139" fmla="*/ 5209874 w 6028071"/>
              <a:gd name="connsiteY3-140" fmla="*/ 6851368 h 6851368"/>
              <a:gd name="connsiteX4-141" fmla="*/ 11191 w 6028071"/>
              <a:gd name="connsiteY4-142" fmla="*/ 6816200 h 6851368"/>
              <a:gd name="connsiteX5-143" fmla="*/ 0 w 6028071"/>
              <a:gd name="connsiteY5-144" fmla="*/ 0 h 6851368"/>
              <a:gd name="connsiteX0-145" fmla="*/ 0 w 6028071"/>
              <a:gd name="connsiteY0-146" fmla="*/ 0 h 6851368"/>
              <a:gd name="connsiteX1-147" fmla="*/ 3625332 w 6028071"/>
              <a:gd name="connsiteY1-148" fmla="*/ 0 h 6851368"/>
              <a:gd name="connsiteX2-149" fmla="*/ 6028071 w 6028071"/>
              <a:gd name="connsiteY2-150" fmla="*/ 4808588 h 6851368"/>
              <a:gd name="connsiteX3-151" fmla="*/ 5209874 w 6028071"/>
              <a:gd name="connsiteY3-152" fmla="*/ 6851368 h 6851368"/>
              <a:gd name="connsiteX4-153" fmla="*/ 95857 w 6028071"/>
              <a:gd name="connsiteY4-154" fmla="*/ 6675089 h 6851368"/>
              <a:gd name="connsiteX5-155" fmla="*/ 0 w 6028071"/>
              <a:gd name="connsiteY5-156" fmla="*/ 0 h 6851368"/>
              <a:gd name="connsiteX0-157" fmla="*/ 0 w 6028071"/>
              <a:gd name="connsiteY0-158" fmla="*/ 0 h 6823145"/>
              <a:gd name="connsiteX1-159" fmla="*/ 3625332 w 6028071"/>
              <a:gd name="connsiteY1-160" fmla="*/ 0 h 6823145"/>
              <a:gd name="connsiteX2-161" fmla="*/ 6028071 w 6028071"/>
              <a:gd name="connsiteY2-162" fmla="*/ 4808588 h 6823145"/>
              <a:gd name="connsiteX3-163" fmla="*/ 5226808 w 6028071"/>
              <a:gd name="connsiteY3-164" fmla="*/ 6823145 h 6823145"/>
              <a:gd name="connsiteX4-165" fmla="*/ 95857 w 6028071"/>
              <a:gd name="connsiteY4-166" fmla="*/ 6675089 h 6823145"/>
              <a:gd name="connsiteX5-167" fmla="*/ 0 w 6028071"/>
              <a:gd name="connsiteY5-168" fmla="*/ 0 h 6823145"/>
              <a:gd name="connsiteX0-169" fmla="*/ 0 w 6028071"/>
              <a:gd name="connsiteY0-170" fmla="*/ 0 h 6823145"/>
              <a:gd name="connsiteX1-171" fmla="*/ 3625332 w 6028071"/>
              <a:gd name="connsiteY1-172" fmla="*/ 0 h 6823145"/>
              <a:gd name="connsiteX2-173" fmla="*/ 6028071 w 6028071"/>
              <a:gd name="connsiteY2-174" fmla="*/ 4808588 h 6823145"/>
              <a:gd name="connsiteX3-175" fmla="*/ 5226808 w 6028071"/>
              <a:gd name="connsiteY3-176" fmla="*/ 6823145 h 6823145"/>
              <a:gd name="connsiteX4-177" fmla="*/ 22479 w 6028071"/>
              <a:gd name="connsiteY4-178" fmla="*/ 6799267 h 6823145"/>
              <a:gd name="connsiteX5-179" fmla="*/ 0 w 6028071"/>
              <a:gd name="connsiteY5-180" fmla="*/ 0 h 6823145"/>
              <a:gd name="connsiteX0-181" fmla="*/ 0 w 6028071"/>
              <a:gd name="connsiteY0-182" fmla="*/ 0 h 6804930"/>
              <a:gd name="connsiteX1-183" fmla="*/ 3625332 w 6028071"/>
              <a:gd name="connsiteY1-184" fmla="*/ 0 h 6804930"/>
              <a:gd name="connsiteX2-185" fmla="*/ 6028071 w 6028071"/>
              <a:gd name="connsiteY2-186" fmla="*/ 4808588 h 6804930"/>
              <a:gd name="connsiteX3-187" fmla="*/ 5226808 w 6028071"/>
              <a:gd name="connsiteY3-188" fmla="*/ 6804930 h 6804930"/>
              <a:gd name="connsiteX4-189" fmla="*/ 22479 w 6028071"/>
              <a:gd name="connsiteY4-190" fmla="*/ 6799267 h 6804930"/>
              <a:gd name="connsiteX5-191" fmla="*/ 0 w 6028071"/>
              <a:gd name="connsiteY5-192" fmla="*/ 0 h 6804930"/>
              <a:gd name="connsiteX0-193" fmla="*/ 0 w 6028071"/>
              <a:gd name="connsiteY0-194" fmla="*/ 0 h 6804930"/>
              <a:gd name="connsiteX1-195" fmla="*/ 3893286 w 6028071"/>
              <a:gd name="connsiteY1-196" fmla="*/ 11071 h 6804930"/>
              <a:gd name="connsiteX2-197" fmla="*/ 6028071 w 6028071"/>
              <a:gd name="connsiteY2-198" fmla="*/ 4808588 h 6804930"/>
              <a:gd name="connsiteX3-199" fmla="*/ 5226808 w 6028071"/>
              <a:gd name="connsiteY3-200" fmla="*/ 6804930 h 6804930"/>
              <a:gd name="connsiteX4-201" fmla="*/ 22479 w 6028071"/>
              <a:gd name="connsiteY4-202" fmla="*/ 6799267 h 6804930"/>
              <a:gd name="connsiteX5-203" fmla="*/ 0 w 6028071"/>
              <a:gd name="connsiteY5-204" fmla="*/ 0 h 6804930"/>
              <a:gd name="connsiteX0-205" fmla="*/ 0 w 6028071"/>
              <a:gd name="connsiteY0-206" fmla="*/ 7710 h 6812640"/>
              <a:gd name="connsiteX1-207" fmla="*/ 3900502 w 6028071"/>
              <a:gd name="connsiteY1-208" fmla="*/ 0 h 6812640"/>
              <a:gd name="connsiteX2-209" fmla="*/ 6028071 w 6028071"/>
              <a:gd name="connsiteY2-210" fmla="*/ 4816298 h 6812640"/>
              <a:gd name="connsiteX3-211" fmla="*/ 5226808 w 6028071"/>
              <a:gd name="connsiteY3-212" fmla="*/ 6812640 h 6812640"/>
              <a:gd name="connsiteX4-213" fmla="*/ 22479 w 6028071"/>
              <a:gd name="connsiteY4-214" fmla="*/ 6806977 h 6812640"/>
              <a:gd name="connsiteX5-215" fmla="*/ 0 w 6028071"/>
              <a:gd name="connsiteY5-216" fmla="*/ 7710 h 68126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028071" h="6812640">
                <a:moveTo>
                  <a:pt x="0" y="7710"/>
                </a:moveTo>
                <a:lnTo>
                  <a:pt x="3900502" y="0"/>
                </a:lnTo>
                <a:cubicBezTo>
                  <a:pt x="4739885" y="1602863"/>
                  <a:pt x="5969923" y="3062514"/>
                  <a:pt x="6028071" y="4816298"/>
                </a:cubicBezTo>
                <a:cubicBezTo>
                  <a:pt x="5986158" y="5870087"/>
                  <a:pt x="5677093" y="6087324"/>
                  <a:pt x="5226808" y="6812640"/>
                </a:cubicBezTo>
                <a:lnTo>
                  <a:pt x="22479" y="6806977"/>
                </a:lnTo>
                <a:cubicBezTo>
                  <a:pt x="15552" y="4526917"/>
                  <a:pt x="6927" y="2287770"/>
                  <a:pt x="0" y="7710"/>
                </a:cubicBezTo>
                <a:close/>
              </a:path>
            </a:pathLst>
          </a:custGeom>
          <a:gradFill>
            <a:gsLst>
              <a:gs pos="6000">
                <a:srgbClr val="FFDE93"/>
              </a:gs>
              <a:gs pos="100000">
                <a:srgbClr val="C5A86E"/>
              </a:gs>
            </a:gsLst>
            <a:lin ang="7800000" scaled="0"/>
          </a:gradFill>
          <a:ln>
            <a:noFill/>
          </a:ln>
          <a:effectLst>
            <a:outerShdw blurRad="431955" dist="50800" dir="5400000" algn="c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35360" y="1561288"/>
            <a:ext cx="6096000" cy="499560"/>
          </a:xfrm>
          <a:prstGeom prst="rect">
            <a:avLst/>
          </a:prstGeom>
        </p:spPr>
        <p:txBody>
          <a:bodyPr>
            <a:spAutoFit/>
          </a:bodyPr>
          <a:lstStyle/>
          <a:p>
            <a:pPr>
              <a:lnSpc>
                <a:spcPct val="150000"/>
              </a:lnSpc>
            </a:pPr>
            <a:r>
              <a:rPr lang="zh-CN" altLang="en-US" sz="2000" b="1" noProof="0" dirty="0">
                <a:solidFill>
                  <a:schemeClr val="tx1">
                    <a:lumMod val="75000"/>
                    <a:lumOff val="25000"/>
                  </a:schemeClr>
                </a:solidFill>
                <a:uLnTx/>
                <a:latin typeface="微软雅黑" panose="020B0503020204020204" charset="-122"/>
                <a:ea typeface="微软雅黑" panose="020B0503020204020204" charset="-122"/>
                <a:cs typeface="微软雅黑" panose="020B0503020204020204" charset="-122"/>
                <a:sym typeface="Calibri" panose="020F0502020204030204"/>
              </a:rPr>
              <a:t>创新引领中国旅游新业态</a:t>
            </a:r>
          </a:p>
        </p:txBody>
      </p:sp>
      <p:sp>
        <p:nvSpPr>
          <p:cNvPr id="6" name="文本框 5"/>
          <p:cNvSpPr txBox="1"/>
          <p:nvPr/>
        </p:nvSpPr>
        <p:spPr>
          <a:xfrm>
            <a:off x="119336" y="2204864"/>
            <a:ext cx="5128073" cy="3332772"/>
          </a:xfrm>
          <a:prstGeom prst="rect">
            <a:avLst/>
          </a:prstGeom>
          <a:noFill/>
        </p:spPr>
        <p:txBody>
          <a:bodyPr wrap="square">
            <a:spAutoFit/>
          </a:bodyPr>
          <a:lstStyle/>
          <a:p>
            <a:pPr marL="448945" lvl="0" indent="-285750" algn="just" eaLnBrk="1">
              <a:lnSpc>
                <a:spcPct val="2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战略创新孵化</a:t>
            </a:r>
            <a:endParaRPr lang="en-US" altLang="zh-CN" b="1" dirty="0">
              <a:solidFill>
                <a:schemeClr val="tx1">
                  <a:lumMod val="65000"/>
                  <a:lumOff val="35000"/>
                </a:schemeClr>
              </a:solidFill>
              <a:latin typeface="微软雅黑" panose="020B0503020204020204" charset="-122"/>
              <a:ea typeface="微软雅黑" panose="020B0503020204020204" charset="-122"/>
              <a:cs typeface="+mn-ea"/>
              <a:sym typeface="+mn-ea"/>
            </a:endParaRPr>
          </a:p>
          <a:p>
            <a:pPr marL="448945" lvl="0" indent="-285750" algn="just" eaLnBrk="1">
              <a:lnSpc>
                <a:spcPct val="2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商业地产</a:t>
            </a:r>
          </a:p>
          <a:p>
            <a:pPr marL="448945" lvl="0" indent="-285750" algn="just" eaLnBrk="1">
              <a:lnSpc>
                <a:spcPct val="2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商贸综合体</a:t>
            </a:r>
          </a:p>
          <a:p>
            <a:pPr marL="448945" lvl="0" indent="-285750" algn="just" eaLnBrk="1">
              <a:lnSpc>
                <a:spcPct val="2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物业经营与管理</a:t>
            </a:r>
          </a:p>
          <a:p>
            <a:pPr marL="448945" lvl="0" indent="-285750" algn="just" eaLnBrk="1">
              <a:lnSpc>
                <a:spcPct val="2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旅游客运、自驾游、 房车资产经营和处置</a:t>
            </a:r>
          </a:p>
          <a:p>
            <a:pPr marL="448945" lvl="0" indent="-285750" algn="just" eaLnBrk="1">
              <a:lnSpc>
                <a:spcPct val="20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cs typeface="+mn-ea"/>
                <a:sym typeface="+mn-ea"/>
              </a:rPr>
              <a:t>旅游媒体</a:t>
            </a:r>
          </a:p>
        </p:txBody>
      </p:sp>
      <p:pic>
        <p:nvPicPr>
          <p:cNvPr id="9" name="图片 8"/>
          <p:cNvPicPr>
            <a:picLocks noChangeAspect="1"/>
          </p:cNvPicPr>
          <p:nvPr/>
        </p:nvPicPr>
        <p:blipFill rotWithShape="1">
          <a:blip r:embed="rId3" cstate="email"/>
          <a:srcRect/>
          <a:stretch>
            <a:fillRect/>
          </a:stretch>
        </p:blipFill>
        <p:spPr>
          <a:xfrm>
            <a:off x="335360" y="285044"/>
            <a:ext cx="1826095" cy="593179"/>
          </a:xfrm>
          <a:prstGeom prst="rect">
            <a:avLst/>
          </a:prstGeom>
        </p:spPr>
      </p:pic>
      <p:pic>
        <p:nvPicPr>
          <p:cNvPr id="11" name="图片 10"/>
          <p:cNvPicPr>
            <a:picLocks noChangeAspect="1"/>
          </p:cNvPicPr>
          <p:nvPr/>
        </p:nvPicPr>
        <p:blipFill>
          <a:blip r:embed="rId4" cstate="email"/>
          <a:stretch>
            <a:fillRect/>
          </a:stretch>
        </p:blipFill>
        <p:spPr>
          <a:xfrm>
            <a:off x="7769623" y="5342604"/>
            <a:ext cx="1487850" cy="469847"/>
          </a:xfrm>
          <a:prstGeom prst="rect">
            <a:avLst/>
          </a:prstGeom>
        </p:spPr>
      </p:pic>
      <p:pic>
        <p:nvPicPr>
          <p:cNvPr id="13" name="图片 12"/>
          <p:cNvPicPr>
            <a:picLocks noChangeAspect="1"/>
          </p:cNvPicPr>
          <p:nvPr/>
        </p:nvPicPr>
        <p:blipFill>
          <a:blip r:embed="rId5" cstate="email"/>
          <a:stretch>
            <a:fillRect/>
          </a:stretch>
        </p:blipFill>
        <p:spPr>
          <a:xfrm>
            <a:off x="8084067" y="5962058"/>
            <a:ext cx="1137558" cy="635488"/>
          </a:xfrm>
          <a:prstGeom prst="rect">
            <a:avLst/>
          </a:prstGeom>
        </p:spPr>
      </p:pic>
      <p:pic>
        <p:nvPicPr>
          <p:cNvPr id="15" name="图片 14"/>
          <p:cNvPicPr>
            <a:picLocks noChangeAspect="1"/>
          </p:cNvPicPr>
          <p:nvPr/>
        </p:nvPicPr>
        <p:blipFill>
          <a:blip r:embed="rId6" cstate="email"/>
          <a:stretch>
            <a:fillRect/>
          </a:stretch>
        </p:blipFill>
        <p:spPr>
          <a:xfrm>
            <a:off x="5565563" y="5330157"/>
            <a:ext cx="1464210" cy="494743"/>
          </a:xfrm>
          <a:prstGeom prst="rect">
            <a:avLst/>
          </a:prstGeom>
        </p:spPr>
      </p:pic>
      <p:grpSp>
        <p:nvGrpSpPr>
          <p:cNvPr id="3" name="组合 2"/>
          <p:cNvGrpSpPr/>
          <p:nvPr/>
        </p:nvGrpSpPr>
        <p:grpSpPr>
          <a:xfrm>
            <a:off x="9934829" y="5355053"/>
            <a:ext cx="1464332" cy="469847"/>
            <a:chOff x="10088045" y="2708920"/>
            <a:chExt cx="1797230" cy="576661"/>
          </a:xfrm>
        </p:grpSpPr>
        <p:pic>
          <p:nvPicPr>
            <p:cNvPr id="17" name="图片 16"/>
            <p:cNvPicPr>
              <a:picLocks noChangeAspect="1"/>
            </p:cNvPicPr>
            <p:nvPr/>
          </p:nvPicPr>
          <p:blipFill>
            <a:blip r:embed="rId7" cstate="email"/>
            <a:stretch>
              <a:fillRect/>
            </a:stretch>
          </p:blipFill>
          <p:spPr>
            <a:xfrm>
              <a:off x="10196995" y="2726908"/>
              <a:ext cx="1688280" cy="520684"/>
            </a:xfrm>
            <a:prstGeom prst="rect">
              <a:avLst/>
            </a:prstGeom>
          </p:spPr>
        </p:pic>
        <p:pic>
          <p:nvPicPr>
            <p:cNvPr id="19" name="图片 18"/>
            <p:cNvPicPr>
              <a:picLocks noChangeAspect="1"/>
            </p:cNvPicPr>
            <p:nvPr/>
          </p:nvPicPr>
          <p:blipFill rotWithShape="1">
            <a:blip r:embed="rId8" cstate="email"/>
            <a:srcRect/>
            <a:stretch>
              <a:fillRect/>
            </a:stretch>
          </p:blipFill>
          <p:spPr>
            <a:xfrm>
              <a:off x="10088045" y="2708920"/>
              <a:ext cx="688475" cy="576661"/>
            </a:xfrm>
            <a:prstGeom prst="rect">
              <a:avLst/>
            </a:prstGeom>
          </p:spPr>
        </p:pic>
      </p:grpSp>
      <p:sp>
        <p:nvSpPr>
          <p:cNvPr id="21" name="文本框 20"/>
          <p:cNvSpPr txBox="1"/>
          <p:nvPr/>
        </p:nvSpPr>
        <p:spPr>
          <a:xfrm>
            <a:off x="10884768" y="4534424"/>
            <a:ext cx="1005403" cy="338554"/>
          </a:xfrm>
          <a:prstGeom prst="rect">
            <a:avLst/>
          </a:prstGeom>
          <a:noFill/>
        </p:spPr>
        <p:txBody>
          <a:bodyPr wrap="none" rtlCol="0">
            <a:spAutoFit/>
          </a:bodyPr>
          <a:lstStyle/>
          <a:p>
            <a:pPr algn="r"/>
            <a:r>
              <a:rPr lang="zh-CN" altLang="en-US" sz="1600" b="0" i="0" dirty="0">
                <a:solidFill>
                  <a:schemeClr val="bg1"/>
                </a:solidFill>
                <a:effectLst/>
                <a:latin typeface="微软雅黑" panose="020B0503020204020204" charset="-122"/>
                <a:ea typeface="微软雅黑" panose="020B0503020204020204" charset="-122"/>
              </a:rPr>
              <a:t>中旅汽车</a:t>
            </a:r>
            <a:endParaRPr kumimoji="1" lang="zh-CN" altLang="en-US" sz="1600" dirty="0">
              <a:solidFill>
                <a:schemeClr val="bg1"/>
              </a:solidFill>
              <a:latin typeface="微软雅黑" panose="020B0503020204020204" charset="-122"/>
              <a:ea typeface="微软雅黑" panose="020B0503020204020204"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cstate="email"/>
          <a:srcRect l="-3057"/>
          <a:stretch>
            <a:fillRect/>
          </a:stretch>
        </p:blipFill>
        <p:spPr>
          <a:xfrm>
            <a:off x="2855640" y="0"/>
            <a:ext cx="9408368" cy="4988646"/>
          </a:xfrm>
          <a:prstGeom prst="rect">
            <a:avLst/>
          </a:prstGeom>
        </p:spPr>
      </p:pic>
      <p:sp>
        <p:nvSpPr>
          <p:cNvPr id="16" name="矩形 15"/>
          <p:cNvSpPr/>
          <p:nvPr/>
        </p:nvSpPr>
        <p:spPr>
          <a:xfrm>
            <a:off x="3291061" y="-10842"/>
            <a:ext cx="4248472" cy="5748927"/>
          </a:xfrm>
          <a:prstGeom prst="rect">
            <a:avLst/>
          </a:prstGeom>
          <a:gradFill>
            <a:gsLst>
              <a:gs pos="100000">
                <a:schemeClr val="accent1">
                  <a:lumMod val="5000"/>
                  <a:lumOff val="95000"/>
                  <a:alpha val="0"/>
                </a:schemeClr>
              </a:gs>
              <a:gs pos="18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p:cNvSpPr/>
          <p:nvPr/>
        </p:nvSpPr>
        <p:spPr>
          <a:xfrm>
            <a:off x="3431704" y="4988646"/>
            <a:ext cx="8832304" cy="1837835"/>
          </a:xfrm>
          <a:prstGeom prst="rect">
            <a:avLst/>
          </a:prstGeom>
          <a:solidFill>
            <a:schemeClr val="bg1">
              <a:alpha val="93742"/>
            </a:schemeClr>
          </a:solidFill>
          <a:ln>
            <a:no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剪去单角的矩形 5"/>
          <p:cNvSpPr/>
          <p:nvPr/>
        </p:nvSpPr>
        <p:spPr>
          <a:xfrm>
            <a:off x="-20736" y="-4452"/>
            <a:ext cx="5268145" cy="6862451"/>
          </a:xfrm>
          <a:custGeom>
            <a:avLst/>
            <a:gdLst>
              <a:gd name="connsiteX0" fmla="*/ 0 w 4146005"/>
              <a:gd name="connsiteY0" fmla="*/ 0 h 3816424"/>
              <a:gd name="connsiteX1" fmla="*/ 3509922 w 4146005"/>
              <a:gd name="connsiteY1" fmla="*/ 0 h 3816424"/>
              <a:gd name="connsiteX2" fmla="*/ 4146005 w 4146005"/>
              <a:gd name="connsiteY2" fmla="*/ 636083 h 3816424"/>
              <a:gd name="connsiteX3" fmla="*/ 4146005 w 4146005"/>
              <a:gd name="connsiteY3" fmla="*/ 3816424 h 3816424"/>
              <a:gd name="connsiteX4" fmla="*/ 0 w 4146005"/>
              <a:gd name="connsiteY4" fmla="*/ 3816424 h 3816424"/>
              <a:gd name="connsiteX5" fmla="*/ 0 w 4146005"/>
              <a:gd name="connsiteY5" fmla="*/ 0 h 3816424"/>
              <a:gd name="connsiteX0-1" fmla="*/ 0 w 4146005"/>
              <a:gd name="connsiteY0-2" fmla="*/ 0 h 6840179"/>
              <a:gd name="connsiteX1-3" fmla="*/ 3509922 w 4146005"/>
              <a:gd name="connsiteY1-4" fmla="*/ 0 h 6840179"/>
              <a:gd name="connsiteX2-5" fmla="*/ 4146005 w 4146005"/>
              <a:gd name="connsiteY2-6" fmla="*/ 636083 h 6840179"/>
              <a:gd name="connsiteX3-7" fmla="*/ 4146005 w 4146005"/>
              <a:gd name="connsiteY3-8" fmla="*/ 3816424 h 6840179"/>
              <a:gd name="connsiteX4-9" fmla="*/ 20782 w 4146005"/>
              <a:gd name="connsiteY4-10" fmla="*/ 6840179 h 6840179"/>
              <a:gd name="connsiteX5-11" fmla="*/ 0 w 4146005"/>
              <a:gd name="connsiteY5-12" fmla="*/ 0 h 6840179"/>
              <a:gd name="connsiteX0-13" fmla="*/ 0 w 5216269"/>
              <a:gd name="connsiteY0-14" fmla="*/ 0 h 6840179"/>
              <a:gd name="connsiteX1-15" fmla="*/ 3509922 w 5216269"/>
              <a:gd name="connsiteY1-16" fmla="*/ 0 h 6840179"/>
              <a:gd name="connsiteX2-17" fmla="*/ 4146005 w 5216269"/>
              <a:gd name="connsiteY2-18" fmla="*/ 636083 h 6840179"/>
              <a:gd name="connsiteX3-19" fmla="*/ 5216269 w 5216269"/>
              <a:gd name="connsiteY3-20" fmla="*/ 6819396 h 6840179"/>
              <a:gd name="connsiteX4-21" fmla="*/ 20782 w 5216269"/>
              <a:gd name="connsiteY4-22" fmla="*/ 6840179 h 6840179"/>
              <a:gd name="connsiteX5-23" fmla="*/ 0 w 5216269"/>
              <a:gd name="connsiteY5-24" fmla="*/ 0 h 6840179"/>
              <a:gd name="connsiteX0-25" fmla="*/ 11649 w 5227918"/>
              <a:gd name="connsiteY0-26" fmla="*/ 0 h 6819396"/>
              <a:gd name="connsiteX1-27" fmla="*/ 3521571 w 5227918"/>
              <a:gd name="connsiteY1-28" fmla="*/ 0 h 6819396"/>
              <a:gd name="connsiteX2-29" fmla="*/ 4157654 w 5227918"/>
              <a:gd name="connsiteY2-30" fmla="*/ 636083 h 6819396"/>
              <a:gd name="connsiteX3-31" fmla="*/ 5227918 w 5227918"/>
              <a:gd name="connsiteY3-32" fmla="*/ 6819396 h 6819396"/>
              <a:gd name="connsiteX4-33" fmla="*/ 1258 w 5227918"/>
              <a:gd name="connsiteY4-34" fmla="*/ 6777834 h 6819396"/>
              <a:gd name="connsiteX5-35" fmla="*/ 11649 w 5227918"/>
              <a:gd name="connsiteY5-36" fmla="*/ 0 h 6819396"/>
              <a:gd name="connsiteX0-37" fmla="*/ 0 w 5216269"/>
              <a:gd name="connsiteY0-38" fmla="*/ 0 h 6819396"/>
              <a:gd name="connsiteX1-39" fmla="*/ 3509922 w 5216269"/>
              <a:gd name="connsiteY1-40" fmla="*/ 0 h 6819396"/>
              <a:gd name="connsiteX2-41" fmla="*/ 4146005 w 5216269"/>
              <a:gd name="connsiteY2-42" fmla="*/ 636083 h 6819396"/>
              <a:gd name="connsiteX3-43" fmla="*/ 5216269 w 5216269"/>
              <a:gd name="connsiteY3-44" fmla="*/ 6819396 h 6819396"/>
              <a:gd name="connsiteX4-45" fmla="*/ 62346 w 5216269"/>
              <a:gd name="connsiteY4-46" fmla="*/ 6777834 h 6819396"/>
              <a:gd name="connsiteX5-47" fmla="*/ 0 w 5216269"/>
              <a:gd name="connsiteY5-48" fmla="*/ 0 h 6819396"/>
              <a:gd name="connsiteX0-49" fmla="*/ 0 w 5216269"/>
              <a:gd name="connsiteY0-50" fmla="*/ 0 h 6819396"/>
              <a:gd name="connsiteX1-51" fmla="*/ 3509922 w 5216269"/>
              <a:gd name="connsiteY1-52" fmla="*/ 0 h 6819396"/>
              <a:gd name="connsiteX2-53" fmla="*/ 4146005 w 5216269"/>
              <a:gd name="connsiteY2-54" fmla="*/ 636083 h 6819396"/>
              <a:gd name="connsiteX3-55" fmla="*/ 5216269 w 5216269"/>
              <a:gd name="connsiteY3-56" fmla="*/ 6819396 h 6819396"/>
              <a:gd name="connsiteX4-57" fmla="*/ 17585 w 5216269"/>
              <a:gd name="connsiteY4-58" fmla="*/ 6784228 h 6819396"/>
              <a:gd name="connsiteX5-59" fmla="*/ 0 w 5216269"/>
              <a:gd name="connsiteY5-60" fmla="*/ 0 h 6819396"/>
              <a:gd name="connsiteX0-61" fmla="*/ 0 w 5216269"/>
              <a:gd name="connsiteY0-62" fmla="*/ 0 h 6819396"/>
              <a:gd name="connsiteX1-63" fmla="*/ 3509922 w 5216269"/>
              <a:gd name="connsiteY1-64" fmla="*/ 0 h 6819396"/>
              <a:gd name="connsiteX2-65" fmla="*/ 4146005 w 5216269"/>
              <a:gd name="connsiteY2-66" fmla="*/ 636083 h 6819396"/>
              <a:gd name="connsiteX3-67" fmla="*/ 5216269 w 5216269"/>
              <a:gd name="connsiteY3-68" fmla="*/ 6819396 h 6819396"/>
              <a:gd name="connsiteX4-69" fmla="*/ 11191 w 5216269"/>
              <a:gd name="connsiteY4-70" fmla="*/ 6816200 h 6819396"/>
              <a:gd name="connsiteX5-71" fmla="*/ 0 w 5216269"/>
              <a:gd name="connsiteY5-72" fmla="*/ 0 h 6819396"/>
              <a:gd name="connsiteX0-73" fmla="*/ 0 w 5209874"/>
              <a:gd name="connsiteY0-74" fmla="*/ 0 h 6851368"/>
              <a:gd name="connsiteX1-75" fmla="*/ 3509922 w 5209874"/>
              <a:gd name="connsiteY1-76" fmla="*/ 0 h 6851368"/>
              <a:gd name="connsiteX2-77" fmla="*/ 4146005 w 5209874"/>
              <a:gd name="connsiteY2-78" fmla="*/ 636083 h 6851368"/>
              <a:gd name="connsiteX3-79" fmla="*/ 5209874 w 5209874"/>
              <a:gd name="connsiteY3-80" fmla="*/ 6851368 h 6851368"/>
              <a:gd name="connsiteX4-81" fmla="*/ 11191 w 5209874"/>
              <a:gd name="connsiteY4-82" fmla="*/ 6816200 h 6851368"/>
              <a:gd name="connsiteX5-83" fmla="*/ 0 w 5209874"/>
              <a:gd name="connsiteY5-84" fmla="*/ 0 h 6851368"/>
              <a:gd name="connsiteX0-85" fmla="*/ 0 w 6028071"/>
              <a:gd name="connsiteY0-86" fmla="*/ 0 h 6851368"/>
              <a:gd name="connsiteX1-87" fmla="*/ 3509922 w 6028071"/>
              <a:gd name="connsiteY1-88" fmla="*/ 0 h 6851368"/>
              <a:gd name="connsiteX2-89" fmla="*/ 6028071 w 6028071"/>
              <a:gd name="connsiteY2-90" fmla="*/ 4808588 h 6851368"/>
              <a:gd name="connsiteX3-91" fmla="*/ 5209874 w 6028071"/>
              <a:gd name="connsiteY3-92" fmla="*/ 6851368 h 6851368"/>
              <a:gd name="connsiteX4-93" fmla="*/ 11191 w 6028071"/>
              <a:gd name="connsiteY4-94" fmla="*/ 6816200 h 6851368"/>
              <a:gd name="connsiteX5-95" fmla="*/ 0 w 6028071"/>
              <a:gd name="connsiteY5-96" fmla="*/ 0 h 6851368"/>
              <a:gd name="connsiteX0-97" fmla="*/ 0 w 6028071"/>
              <a:gd name="connsiteY0-98" fmla="*/ 0 h 6851368"/>
              <a:gd name="connsiteX1-99" fmla="*/ 3509922 w 6028071"/>
              <a:gd name="connsiteY1-100" fmla="*/ 0 h 6851368"/>
              <a:gd name="connsiteX2-101" fmla="*/ 6028071 w 6028071"/>
              <a:gd name="connsiteY2-102" fmla="*/ 4808588 h 6851368"/>
              <a:gd name="connsiteX3-103" fmla="*/ 5209874 w 6028071"/>
              <a:gd name="connsiteY3-104" fmla="*/ 6851368 h 6851368"/>
              <a:gd name="connsiteX4-105" fmla="*/ 11191 w 6028071"/>
              <a:gd name="connsiteY4-106" fmla="*/ 6816200 h 6851368"/>
              <a:gd name="connsiteX5-107" fmla="*/ 0 w 6028071"/>
              <a:gd name="connsiteY5-108" fmla="*/ 0 h 6851368"/>
              <a:gd name="connsiteX0-109" fmla="*/ 0 w 6028071"/>
              <a:gd name="connsiteY0-110" fmla="*/ 0 h 6851368"/>
              <a:gd name="connsiteX1-111" fmla="*/ 3509922 w 6028071"/>
              <a:gd name="connsiteY1-112" fmla="*/ 0 h 6851368"/>
              <a:gd name="connsiteX2-113" fmla="*/ 6028071 w 6028071"/>
              <a:gd name="connsiteY2-114" fmla="*/ 4808588 h 6851368"/>
              <a:gd name="connsiteX3-115" fmla="*/ 5209874 w 6028071"/>
              <a:gd name="connsiteY3-116" fmla="*/ 6851368 h 6851368"/>
              <a:gd name="connsiteX4-117" fmla="*/ 11191 w 6028071"/>
              <a:gd name="connsiteY4-118" fmla="*/ 6816200 h 6851368"/>
              <a:gd name="connsiteX5-119" fmla="*/ 0 w 6028071"/>
              <a:gd name="connsiteY5-120" fmla="*/ 0 h 6851368"/>
              <a:gd name="connsiteX0-121" fmla="*/ 0 w 6028071"/>
              <a:gd name="connsiteY0-122" fmla="*/ 0 h 6851368"/>
              <a:gd name="connsiteX1-123" fmla="*/ 3625332 w 6028071"/>
              <a:gd name="connsiteY1-124" fmla="*/ 0 h 6851368"/>
              <a:gd name="connsiteX2-125" fmla="*/ 6028071 w 6028071"/>
              <a:gd name="connsiteY2-126" fmla="*/ 4808588 h 6851368"/>
              <a:gd name="connsiteX3-127" fmla="*/ 5209874 w 6028071"/>
              <a:gd name="connsiteY3-128" fmla="*/ 6851368 h 6851368"/>
              <a:gd name="connsiteX4-129" fmla="*/ 11191 w 6028071"/>
              <a:gd name="connsiteY4-130" fmla="*/ 6816200 h 6851368"/>
              <a:gd name="connsiteX5-131" fmla="*/ 0 w 6028071"/>
              <a:gd name="connsiteY5-132" fmla="*/ 0 h 6851368"/>
              <a:gd name="connsiteX0-133" fmla="*/ 0 w 6028071"/>
              <a:gd name="connsiteY0-134" fmla="*/ 0 h 6851368"/>
              <a:gd name="connsiteX1-135" fmla="*/ 3625332 w 6028071"/>
              <a:gd name="connsiteY1-136" fmla="*/ 0 h 6851368"/>
              <a:gd name="connsiteX2-137" fmla="*/ 6028071 w 6028071"/>
              <a:gd name="connsiteY2-138" fmla="*/ 4808588 h 6851368"/>
              <a:gd name="connsiteX3-139" fmla="*/ 5209874 w 6028071"/>
              <a:gd name="connsiteY3-140" fmla="*/ 6851368 h 6851368"/>
              <a:gd name="connsiteX4-141" fmla="*/ 11191 w 6028071"/>
              <a:gd name="connsiteY4-142" fmla="*/ 6816200 h 6851368"/>
              <a:gd name="connsiteX5-143" fmla="*/ 0 w 6028071"/>
              <a:gd name="connsiteY5-144" fmla="*/ 0 h 6851368"/>
              <a:gd name="connsiteX0-145" fmla="*/ 0 w 6028071"/>
              <a:gd name="connsiteY0-146" fmla="*/ 0 h 6851368"/>
              <a:gd name="connsiteX1-147" fmla="*/ 3625332 w 6028071"/>
              <a:gd name="connsiteY1-148" fmla="*/ 0 h 6851368"/>
              <a:gd name="connsiteX2-149" fmla="*/ 6028071 w 6028071"/>
              <a:gd name="connsiteY2-150" fmla="*/ 4808588 h 6851368"/>
              <a:gd name="connsiteX3-151" fmla="*/ 5209874 w 6028071"/>
              <a:gd name="connsiteY3-152" fmla="*/ 6851368 h 6851368"/>
              <a:gd name="connsiteX4-153" fmla="*/ 95857 w 6028071"/>
              <a:gd name="connsiteY4-154" fmla="*/ 6675089 h 6851368"/>
              <a:gd name="connsiteX5-155" fmla="*/ 0 w 6028071"/>
              <a:gd name="connsiteY5-156" fmla="*/ 0 h 6851368"/>
              <a:gd name="connsiteX0-157" fmla="*/ 0 w 6028071"/>
              <a:gd name="connsiteY0-158" fmla="*/ 0 h 6823145"/>
              <a:gd name="connsiteX1-159" fmla="*/ 3625332 w 6028071"/>
              <a:gd name="connsiteY1-160" fmla="*/ 0 h 6823145"/>
              <a:gd name="connsiteX2-161" fmla="*/ 6028071 w 6028071"/>
              <a:gd name="connsiteY2-162" fmla="*/ 4808588 h 6823145"/>
              <a:gd name="connsiteX3-163" fmla="*/ 5226808 w 6028071"/>
              <a:gd name="connsiteY3-164" fmla="*/ 6823145 h 6823145"/>
              <a:gd name="connsiteX4-165" fmla="*/ 95857 w 6028071"/>
              <a:gd name="connsiteY4-166" fmla="*/ 6675089 h 6823145"/>
              <a:gd name="connsiteX5-167" fmla="*/ 0 w 6028071"/>
              <a:gd name="connsiteY5-168" fmla="*/ 0 h 6823145"/>
              <a:gd name="connsiteX0-169" fmla="*/ 0 w 6028071"/>
              <a:gd name="connsiteY0-170" fmla="*/ 0 h 6823145"/>
              <a:gd name="connsiteX1-171" fmla="*/ 3625332 w 6028071"/>
              <a:gd name="connsiteY1-172" fmla="*/ 0 h 6823145"/>
              <a:gd name="connsiteX2-173" fmla="*/ 6028071 w 6028071"/>
              <a:gd name="connsiteY2-174" fmla="*/ 4808588 h 6823145"/>
              <a:gd name="connsiteX3-175" fmla="*/ 5226808 w 6028071"/>
              <a:gd name="connsiteY3-176" fmla="*/ 6823145 h 6823145"/>
              <a:gd name="connsiteX4-177" fmla="*/ 22479 w 6028071"/>
              <a:gd name="connsiteY4-178" fmla="*/ 6799267 h 6823145"/>
              <a:gd name="connsiteX5-179" fmla="*/ 0 w 6028071"/>
              <a:gd name="connsiteY5-180" fmla="*/ 0 h 6823145"/>
              <a:gd name="connsiteX0-181" fmla="*/ 0 w 6028071"/>
              <a:gd name="connsiteY0-182" fmla="*/ 0 h 6804930"/>
              <a:gd name="connsiteX1-183" fmla="*/ 3625332 w 6028071"/>
              <a:gd name="connsiteY1-184" fmla="*/ 0 h 6804930"/>
              <a:gd name="connsiteX2-185" fmla="*/ 6028071 w 6028071"/>
              <a:gd name="connsiteY2-186" fmla="*/ 4808588 h 6804930"/>
              <a:gd name="connsiteX3-187" fmla="*/ 5226808 w 6028071"/>
              <a:gd name="connsiteY3-188" fmla="*/ 6804930 h 6804930"/>
              <a:gd name="connsiteX4-189" fmla="*/ 22479 w 6028071"/>
              <a:gd name="connsiteY4-190" fmla="*/ 6799267 h 6804930"/>
              <a:gd name="connsiteX5-191" fmla="*/ 0 w 6028071"/>
              <a:gd name="connsiteY5-192" fmla="*/ 0 h 6804930"/>
              <a:gd name="connsiteX0-193" fmla="*/ 0 w 6028071"/>
              <a:gd name="connsiteY0-194" fmla="*/ 0 h 6804930"/>
              <a:gd name="connsiteX1-195" fmla="*/ 3893286 w 6028071"/>
              <a:gd name="connsiteY1-196" fmla="*/ 11071 h 6804930"/>
              <a:gd name="connsiteX2-197" fmla="*/ 6028071 w 6028071"/>
              <a:gd name="connsiteY2-198" fmla="*/ 4808588 h 6804930"/>
              <a:gd name="connsiteX3-199" fmla="*/ 5226808 w 6028071"/>
              <a:gd name="connsiteY3-200" fmla="*/ 6804930 h 6804930"/>
              <a:gd name="connsiteX4-201" fmla="*/ 22479 w 6028071"/>
              <a:gd name="connsiteY4-202" fmla="*/ 6799267 h 6804930"/>
              <a:gd name="connsiteX5-203" fmla="*/ 0 w 6028071"/>
              <a:gd name="connsiteY5-204" fmla="*/ 0 h 6804930"/>
              <a:gd name="connsiteX0-205" fmla="*/ 0 w 6028071"/>
              <a:gd name="connsiteY0-206" fmla="*/ 7710 h 6812640"/>
              <a:gd name="connsiteX1-207" fmla="*/ 3900502 w 6028071"/>
              <a:gd name="connsiteY1-208" fmla="*/ 0 h 6812640"/>
              <a:gd name="connsiteX2-209" fmla="*/ 6028071 w 6028071"/>
              <a:gd name="connsiteY2-210" fmla="*/ 4816298 h 6812640"/>
              <a:gd name="connsiteX3-211" fmla="*/ 5226808 w 6028071"/>
              <a:gd name="connsiteY3-212" fmla="*/ 6812640 h 6812640"/>
              <a:gd name="connsiteX4-213" fmla="*/ 22479 w 6028071"/>
              <a:gd name="connsiteY4-214" fmla="*/ 6806977 h 6812640"/>
              <a:gd name="connsiteX5-215" fmla="*/ 0 w 6028071"/>
              <a:gd name="connsiteY5-216" fmla="*/ 7710 h 68126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028071" h="6812640">
                <a:moveTo>
                  <a:pt x="0" y="7710"/>
                </a:moveTo>
                <a:lnTo>
                  <a:pt x="3900502" y="0"/>
                </a:lnTo>
                <a:cubicBezTo>
                  <a:pt x="4739885" y="1602863"/>
                  <a:pt x="5969923" y="3062514"/>
                  <a:pt x="6028071" y="4816298"/>
                </a:cubicBezTo>
                <a:cubicBezTo>
                  <a:pt x="5986158" y="5870087"/>
                  <a:pt x="5677093" y="6087324"/>
                  <a:pt x="5226808" y="6812640"/>
                </a:cubicBezTo>
                <a:lnTo>
                  <a:pt x="22479" y="6806977"/>
                </a:lnTo>
                <a:cubicBezTo>
                  <a:pt x="15552" y="4526917"/>
                  <a:pt x="6927" y="2287770"/>
                  <a:pt x="0" y="7710"/>
                </a:cubicBezTo>
                <a:close/>
              </a:path>
            </a:pathLst>
          </a:custGeom>
          <a:gradFill>
            <a:gsLst>
              <a:gs pos="6000">
                <a:srgbClr val="FFDE93"/>
              </a:gs>
              <a:gs pos="100000">
                <a:srgbClr val="C5A86E"/>
              </a:gs>
            </a:gsLst>
            <a:lin ang="7800000" scaled="0"/>
          </a:gradFill>
          <a:ln>
            <a:noFill/>
          </a:ln>
          <a:effectLst>
            <a:outerShdw blurRad="431955" dist="50800" dir="5400000" algn="c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p:cNvSpPr/>
          <p:nvPr/>
        </p:nvSpPr>
        <p:spPr>
          <a:xfrm>
            <a:off x="335995" y="1556157"/>
            <a:ext cx="6096000" cy="499560"/>
          </a:xfrm>
          <a:prstGeom prst="rect">
            <a:avLst/>
          </a:prstGeom>
        </p:spPr>
        <p:txBody>
          <a:bodyPr>
            <a:spAutoFit/>
          </a:bodyPr>
          <a:lstStyle/>
          <a:p>
            <a:pPr lvl="0">
              <a:lnSpc>
                <a:spcPct val="150000"/>
              </a:lnSpc>
            </a:pPr>
            <a:r>
              <a:rPr lang="zh-CN" altLang="en-US" sz="2000" b="1" noProof="0" dirty="0">
                <a:solidFill>
                  <a:schemeClr val="tx1">
                    <a:lumMod val="75000"/>
                    <a:lumOff val="25000"/>
                  </a:schemeClr>
                </a:solidFill>
                <a:uLnTx/>
                <a:latin typeface="微软雅黑" panose="020B0503020204020204" charset="-122"/>
                <a:ea typeface="微软雅黑" panose="020B0503020204020204" charset="-122"/>
                <a:cs typeface="微软雅黑" panose="020B0503020204020204" charset="-122"/>
                <a:sym typeface="Calibri" panose="020F0502020204030204"/>
              </a:rPr>
              <a:t>致力创建中国邮轮民族品牌</a:t>
            </a:r>
          </a:p>
        </p:txBody>
      </p:sp>
      <p:sp>
        <p:nvSpPr>
          <p:cNvPr id="6" name="文本框 5"/>
          <p:cNvSpPr txBox="1"/>
          <p:nvPr/>
        </p:nvSpPr>
        <p:spPr>
          <a:xfrm>
            <a:off x="335360" y="2132856"/>
            <a:ext cx="4497572" cy="4092575"/>
          </a:xfrm>
          <a:prstGeom prst="rect">
            <a:avLst/>
          </a:prstGeom>
          <a:noFill/>
        </p:spPr>
        <p:txBody>
          <a:bodyPr wrap="square">
            <a:spAutoFit/>
          </a:bodyPr>
          <a:lstStyle/>
          <a:p>
            <a:pPr indent="0">
              <a:lnSpc>
                <a:spcPct val="250000"/>
              </a:lnSpc>
              <a:buFont typeface="Wingdings" panose="05000000000000000000" charset="0"/>
              <a:buNone/>
            </a:pPr>
            <a:r>
              <a:rPr lang="zh-CN" altLang="en-US" b="1" dirty="0">
                <a:solidFill>
                  <a:schemeClr val="tx1">
                    <a:lumMod val="65000"/>
                    <a:lumOff val="35000"/>
                  </a:schemeClr>
                </a:solidFill>
                <a:latin typeface="微软雅黑" panose="020B0503020204020204" charset="-122"/>
                <a:ea typeface="微软雅黑" panose="020B0503020204020204" charset="-122"/>
                <a:sym typeface="+mn-ea"/>
              </a:rPr>
              <a:t>中国邮轮产业的引领者</a:t>
            </a:r>
            <a:endParaRPr lang="zh-CN" altLang="en-US" b="1" dirty="0">
              <a:solidFill>
                <a:schemeClr val="tx1">
                  <a:lumMod val="65000"/>
                  <a:lumOff val="35000"/>
                </a:schemeClr>
              </a:solidFill>
              <a:latin typeface="微软雅黑" panose="020B0503020204020204" charset="-122"/>
              <a:ea typeface="微软雅黑" panose="020B0503020204020204" charset="-122"/>
            </a:endParaRPr>
          </a:p>
          <a:p>
            <a:pPr marL="285750" indent="-285750">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rPr>
              <a:t>“爱达</a:t>
            </a:r>
            <a:r>
              <a:rPr lang="en-US" altLang="zh-CN" b="1" dirty="0">
                <a:solidFill>
                  <a:schemeClr val="tx1">
                    <a:lumMod val="65000"/>
                    <a:lumOff val="35000"/>
                  </a:schemeClr>
                </a:solidFill>
                <a:latin typeface="微软雅黑" panose="020B0503020204020204" charset="-122"/>
                <a:ea typeface="微软雅黑" panose="020B0503020204020204" charset="-122"/>
              </a:rPr>
              <a:t>·</a:t>
            </a:r>
            <a:r>
              <a:rPr lang="zh-CN" altLang="en-US" b="1" dirty="0">
                <a:solidFill>
                  <a:schemeClr val="tx1">
                    <a:lumMod val="65000"/>
                    <a:lumOff val="35000"/>
                  </a:schemeClr>
                </a:solidFill>
                <a:latin typeface="微软雅黑" panose="020B0503020204020204" charset="-122"/>
                <a:ea typeface="微软雅黑" panose="020B0503020204020204" charset="-122"/>
              </a:rPr>
              <a:t>魔都号”</a:t>
            </a:r>
          </a:p>
          <a:p>
            <a:pPr marL="285750" indent="-285750">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rPr>
              <a:t>  华夏国际邮轮</a:t>
            </a:r>
          </a:p>
          <a:p>
            <a:pPr marL="285750" indent="-285750">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rPr>
              <a:t>“南海之梦号”</a:t>
            </a:r>
          </a:p>
          <a:p>
            <a:pPr marL="285750" indent="-285750">
              <a:lnSpc>
                <a:spcPct val="250000"/>
              </a:lnSpc>
              <a:buFont typeface="Wingdings" panose="05000000000000000000" charset="0"/>
              <a:buChar char="l"/>
            </a:pPr>
            <a:r>
              <a:rPr lang="zh-CN" altLang="en-US" b="1" dirty="0">
                <a:solidFill>
                  <a:schemeClr val="tx1">
                    <a:lumMod val="65000"/>
                    <a:lumOff val="35000"/>
                  </a:schemeClr>
                </a:solidFill>
                <a:latin typeface="微软雅黑" panose="020B0503020204020204" charset="-122"/>
                <a:ea typeface="微软雅黑" panose="020B0503020204020204" charset="-122"/>
              </a:rPr>
              <a:t>“鼓浪屿号” </a:t>
            </a:r>
            <a:endParaRPr lang="en-US" altLang="zh-CN" b="1" dirty="0">
              <a:solidFill>
                <a:schemeClr val="tx1">
                  <a:lumMod val="65000"/>
                  <a:lumOff val="35000"/>
                </a:schemeClr>
              </a:solidFill>
              <a:latin typeface="微软雅黑" panose="020B0503020204020204" charset="-122"/>
              <a:ea typeface="微软雅黑" panose="020B0503020204020204" charset="-122"/>
            </a:endParaRPr>
          </a:p>
          <a:p>
            <a:pPr indent="0">
              <a:lnSpc>
                <a:spcPct val="250000"/>
              </a:lnSpc>
              <a:buFont typeface="+mj-lt"/>
              <a:buNone/>
            </a:pPr>
            <a:endParaRPr lang="en-US" altLang="zh-CN" sz="14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3" cstate="email"/>
          <a:stretch>
            <a:fillRect/>
          </a:stretch>
        </p:blipFill>
        <p:spPr>
          <a:xfrm>
            <a:off x="263352" y="260648"/>
            <a:ext cx="1990511" cy="663046"/>
          </a:xfrm>
          <a:prstGeom prst="rect">
            <a:avLst/>
          </a:prstGeom>
        </p:spPr>
      </p:pic>
      <p:pic>
        <p:nvPicPr>
          <p:cNvPr id="11" name="图片 10"/>
          <p:cNvPicPr>
            <a:picLocks noChangeAspect="1"/>
          </p:cNvPicPr>
          <p:nvPr/>
        </p:nvPicPr>
        <p:blipFill>
          <a:blip r:embed="rId4" cstate="email"/>
          <a:stretch>
            <a:fillRect/>
          </a:stretch>
        </p:blipFill>
        <p:spPr>
          <a:xfrm>
            <a:off x="8825470" y="5100441"/>
            <a:ext cx="2000997" cy="727064"/>
          </a:xfrm>
          <a:prstGeom prst="rect">
            <a:avLst/>
          </a:prstGeom>
        </p:spPr>
      </p:pic>
      <p:pic>
        <p:nvPicPr>
          <p:cNvPr id="13" name="图片 12"/>
          <p:cNvPicPr>
            <a:picLocks noChangeAspect="1"/>
          </p:cNvPicPr>
          <p:nvPr/>
        </p:nvPicPr>
        <p:blipFill>
          <a:blip r:embed="rId5" cstate="email"/>
          <a:stretch>
            <a:fillRect/>
          </a:stretch>
        </p:blipFill>
        <p:spPr>
          <a:xfrm>
            <a:off x="8825470" y="5939300"/>
            <a:ext cx="2000997" cy="737881"/>
          </a:xfrm>
          <a:prstGeom prst="rect">
            <a:avLst/>
          </a:prstGeom>
        </p:spPr>
      </p:pic>
      <p:pic>
        <p:nvPicPr>
          <p:cNvPr id="2050" name="Picture 2"/>
          <p:cNvPicPr>
            <a:picLocks noChangeAspect="1" noChangeArrowheads="1"/>
          </p:cNvPicPr>
          <p:nvPr/>
        </p:nvPicPr>
        <p:blipFill rotWithShape="1">
          <a:blip r:embed="rId6" cstate="email"/>
          <a:srcRect/>
          <a:stretch>
            <a:fillRect/>
          </a:stretch>
        </p:blipFill>
        <p:spPr bwMode="auto">
          <a:xfrm>
            <a:off x="6600056" y="5100441"/>
            <a:ext cx="1812388" cy="1587177"/>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p:cNvSpPr txBox="1"/>
          <p:nvPr/>
        </p:nvSpPr>
        <p:spPr>
          <a:xfrm>
            <a:off x="8927501" y="4534424"/>
            <a:ext cx="2962670" cy="338554"/>
          </a:xfrm>
          <a:prstGeom prst="rect">
            <a:avLst/>
          </a:prstGeom>
          <a:noFill/>
        </p:spPr>
        <p:txBody>
          <a:bodyPr wrap="none" rtlCol="0">
            <a:spAutoFit/>
          </a:bodyPr>
          <a:lstStyle/>
          <a:p>
            <a:pPr algn="r"/>
            <a:r>
              <a:rPr lang="zh-CN" altLang="en-US" sz="1600" dirty="0">
                <a:solidFill>
                  <a:schemeClr val="bg1"/>
                </a:solidFill>
                <a:latin typeface="微软雅黑" panose="020B0503020204020204" charset="-122"/>
                <a:ea typeface="微软雅黑" panose="020B0503020204020204" charset="-122"/>
              </a:rPr>
              <a:t>国产首艘大型邮轮 爱达</a:t>
            </a:r>
            <a:r>
              <a:rPr lang="en-US" altLang="zh-CN" sz="1600" dirty="0">
                <a:solidFill>
                  <a:schemeClr val="bg1"/>
                </a:solidFill>
                <a:latin typeface="微软雅黑" panose="020B0503020204020204" charset="-122"/>
                <a:ea typeface="微软雅黑" panose="020B0503020204020204" charset="-122"/>
              </a:rPr>
              <a:t>·</a:t>
            </a:r>
            <a:r>
              <a:rPr lang="zh-CN" altLang="en-US" sz="1600" b="0" i="0" dirty="0">
                <a:solidFill>
                  <a:schemeClr val="bg1"/>
                </a:solidFill>
                <a:effectLst/>
                <a:latin typeface="微软雅黑" panose="020B0503020204020204" charset="-122"/>
                <a:ea typeface="微软雅黑" panose="020B0503020204020204" charset="-122"/>
              </a:rPr>
              <a:t>魔都号</a:t>
            </a:r>
            <a:endParaRPr kumimoji="1" lang="zh-CN" altLang="en-US" sz="1600" dirty="0">
              <a:solidFill>
                <a:schemeClr val="bg1"/>
              </a:solidFill>
              <a:latin typeface="微软雅黑" panose="020B0503020204020204" charset="-122"/>
              <a:ea typeface="微软雅黑" panose="020B0503020204020204"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361951" y="1878088"/>
            <a:ext cx="11495087" cy="3537625"/>
          </a:xfrm>
          <a:prstGeom prst="rect">
            <a:avLst/>
          </a:prstGeom>
          <a:noFill/>
          <a:ln w="28575" cap="flat" cmpd="sng" algn="ctr">
            <a:solidFill>
              <a:srgbClr val="10334A"/>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a:ea typeface="微软雅黑" panose="020B0503020204020204" charset="-122"/>
              <a:sym typeface="Arial" panose="020B0604020202020204"/>
            </a:endParaRPr>
          </a:p>
        </p:txBody>
      </p:sp>
      <p:pic>
        <p:nvPicPr>
          <p:cNvPr id="26" name="图片 25"/>
          <p:cNvPicPr>
            <a:picLocks noChangeAspect="1"/>
          </p:cNvPicPr>
          <p:nvPr/>
        </p:nvPicPr>
        <p:blipFill>
          <a:blip r:embed="rId2" cstate="email">
            <a:alphaModFix amt="14000"/>
          </a:blip>
          <a:stretch>
            <a:fillRect/>
          </a:stretch>
        </p:blipFill>
        <p:spPr>
          <a:xfrm>
            <a:off x="327613" y="-8964"/>
            <a:ext cx="5784441" cy="6858000"/>
          </a:xfrm>
          <a:prstGeom prst="rect">
            <a:avLst/>
          </a:prstGeom>
        </p:spPr>
      </p:pic>
      <p:pic>
        <p:nvPicPr>
          <p:cNvPr id="25" name="图片 24"/>
          <p:cNvPicPr>
            <a:picLocks noChangeAspect="1"/>
          </p:cNvPicPr>
          <p:nvPr/>
        </p:nvPicPr>
        <p:blipFill>
          <a:blip r:embed="rId2" cstate="email">
            <a:alphaModFix amt="14000"/>
          </a:blip>
          <a:stretch>
            <a:fillRect/>
          </a:stretch>
        </p:blipFill>
        <p:spPr>
          <a:xfrm>
            <a:off x="167543" y="8964"/>
            <a:ext cx="5784441" cy="6858000"/>
          </a:xfrm>
          <a:prstGeom prst="rect">
            <a:avLst/>
          </a:prstGeom>
        </p:spPr>
      </p:pic>
      <p:pic>
        <p:nvPicPr>
          <p:cNvPr id="3" name="图片 2"/>
          <p:cNvPicPr>
            <a:picLocks noChangeAspect="1"/>
          </p:cNvPicPr>
          <p:nvPr/>
        </p:nvPicPr>
        <p:blipFill>
          <a:blip r:embed="rId3" cstate="email"/>
          <a:stretch>
            <a:fillRect/>
          </a:stretch>
        </p:blipFill>
        <p:spPr>
          <a:xfrm>
            <a:off x="-24680" y="0"/>
            <a:ext cx="5784441" cy="6813550"/>
          </a:xfrm>
          <a:prstGeom prst="rect">
            <a:avLst/>
          </a:prstGeom>
        </p:spPr>
      </p:pic>
      <p:sp>
        <p:nvSpPr>
          <p:cNvPr id="7" name="文本框 6"/>
          <p:cNvSpPr txBox="1"/>
          <p:nvPr/>
        </p:nvSpPr>
        <p:spPr>
          <a:xfrm>
            <a:off x="6203909" y="2186586"/>
            <a:ext cx="2883440" cy="1015663"/>
          </a:xfrm>
          <a:prstGeom prst="rect">
            <a:avLst/>
          </a:prstGeom>
          <a:noFill/>
        </p:spPr>
        <p:txBody>
          <a:bodyPr wrap="square" rtlCol="0">
            <a:spAutoFit/>
          </a:bodyPr>
          <a:lstStyle/>
          <a:p>
            <a:r>
              <a:rPr lang="en-US" altLang="zh-CN" sz="6000" b="1" dirty="0">
                <a:solidFill>
                  <a:srgbClr val="0A1833"/>
                </a:solidFill>
                <a:latin typeface="Arial" panose="020B0604020202020204"/>
                <a:ea typeface="微软雅黑" panose="020B0503020204020204" charset="-122"/>
                <a:sym typeface="Arial" panose="020B0604020202020204"/>
              </a:rPr>
              <a:t>2</a:t>
            </a:r>
            <a:endParaRPr lang="zh-CN" altLang="en-US" sz="6000" b="1" dirty="0">
              <a:solidFill>
                <a:srgbClr val="0A1833"/>
              </a:solidFill>
              <a:latin typeface="Arial" panose="020B0604020202020204"/>
              <a:ea typeface="微软雅黑" panose="020B0503020204020204" charset="-122"/>
              <a:sym typeface="Arial" panose="020B0604020202020204"/>
            </a:endParaRPr>
          </a:p>
        </p:txBody>
      </p:sp>
      <p:cxnSp>
        <p:nvCxnSpPr>
          <p:cNvPr id="9" name="直接连接符 28"/>
          <p:cNvCxnSpPr/>
          <p:nvPr/>
        </p:nvCxnSpPr>
        <p:spPr bwMode="auto">
          <a:xfrm>
            <a:off x="6330909" y="3386915"/>
            <a:ext cx="1156240" cy="0"/>
          </a:xfrm>
          <a:prstGeom prst="line">
            <a:avLst/>
          </a:prstGeom>
          <a:solidFill>
            <a:schemeClr val="accent1"/>
          </a:solidFill>
          <a:ln w="38100" cap="flat" cmpd="sng" algn="ctr">
            <a:solidFill>
              <a:srgbClr val="10334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9"/>
          <p:cNvSpPr txBox="1"/>
          <p:nvPr/>
        </p:nvSpPr>
        <p:spPr>
          <a:xfrm>
            <a:off x="6203908" y="3481987"/>
            <a:ext cx="5220683" cy="830996"/>
          </a:xfrm>
          <a:prstGeom prst="rect">
            <a:avLst/>
          </a:prstGeom>
          <a:noFill/>
        </p:spPr>
        <p:txBody>
          <a:bodyPr wrap="square" rtlCol="0">
            <a:spAutoFit/>
          </a:bodyPr>
          <a:lstStyle/>
          <a:p>
            <a:pPr algn="dist"/>
            <a:r>
              <a:rPr lang="zh-CN" altLang="en-US" sz="4800" b="1" dirty="0">
                <a:solidFill>
                  <a:srgbClr val="0A1833"/>
                </a:solidFill>
                <a:latin typeface="Arial" panose="020B0604020202020204"/>
                <a:ea typeface="微软雅黑" panose="020B0503020204020204" charset="-122"/>
                <a:sym typeface="Arial" panose="020B0604020202020204"/>
              </a:rPr>
              <a:t>中旅酒店介绍</a:t>
            </a:r>
          </a:p>
        </p:txBody>
      </p:sp>
      <p:sp>
        <p:nvSpPr>
          <p:cNvPr id="11" name="文本框 10"/>
          <p:cNvSpPr txBox="1"/>
          <p:nvPr/>
        </p:nvSpPr>
        <p:spPr>
          <a:xfrm>
            <a:off x="6203910" y="4331257"/>
            <a:ext cx="5148303" cy="400110"/>
          </a:xfrm>
          <a:prstGeom prst="rect">
            <a:avLst/>
          </a:prstGeom>
          <a:noFill/>
        </p:spPr>
        <p:txBody>
          <a:bodyPr wrap="square">
            <a:spAutoFit/>
          </a:bodyPr>
          <a:lstStyle/>
          <a:p>
            <a:pPr algn="dist">
              <a:defRPr/>
            </a:pPr>
            <a:r>
              <a:rPr lang="en-US" altLang="zh-CN" sz="2000" dirty="0">
                <a:solidFill>
                  <a:srgbClr val="0A1833"/>
                </a:solidFill>
                <a:latin typeface="Arial" panose="020B0604020202020204"/>
                <a:ea typeface="微软雅黑" panose="020B0503020204020204" charset="-122"/>
                <a:sym typeface="+mn-lt"/>
              </a:rPr>
              <a:t>ABOUT CTG HOTELS &amp; RESORTS</a:t>
            </a:r>
          </a:p>
        </p:txBody>
      </p:sp>
      <p:pic>
        <p:nvPicPr>
          <p:cNvPr id="19" name="图片 18"/>
          <p:cNvPicPr>
            <a:picLocks noChangeAspect="1"/>
          </p:cNvPicPr>
          <p:nvPr/>
        </p:nvPicPr>
        <p:blipFill>
          <a:blip r:embed="rId4" cstate="email"/>
          <a:stretch>
            <a:fillRect/>
          </a:stretch>
        </p:blipFill>
        <p:spPr>
          <a:xfrm>
            <a:off x="9984432" y="252139"/>
            <a:ext cx="1954772" cy="683357"/>
          </a:xfrm>
          <a:prstGeom prst="rect">
            <a:avLst/>
          </a:prstGeom>
        </p:spPr>
      </p:pic>
      <p:pic>
        <p:nvPicPr>
          <p:cNvPr id="20" name="图片 4" descr="图片 4"/>
          <p:cNvPicPr>
            <a:picLocks noChangeAspect="1"/>
          </p:cNvPicPr>
          <p:nvPr/>
        </p:nvPicPr>
        <p:blipFill>
          <a:blip r:embed="rId5" cstate="email"/>
          <a:stretch>
            <a:fillRect/>
          </a:stretch>
        </p:blipFill>
        <p:spPr>
          <a:xfrm>
            <a:off x="361951" y="6041642"/>
            <a:ext cx="2762000" cy="267083"/>
          </a:xfrm>
          <a:prstGeom prst="rect">
            <a:avLst/>
          </a:prstGeom>
          <a:ln w="12700">
            <a:miter lim="400000"/>
            <a:headEnd/>
            <a:tailEnd/>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4" cstate="email"/>
          <a:srcRect/>
          <a:stretch>
            <a:fillRect/>
          </a:stretch>
        </p:blipFill>
        <p:spPr>
          <a:xfrm flipH="1">
            <a:off x="0" y="0"/>
            <a:ext cx="12191999" cy="6813376"/>
          </a:xfrm>
          <a:prstGeom prst="rect">
            <a:avLst/>
          </a:prstGeom>
        </p:spPr>
      </p:pic>
      <p:pic>
        <p:nvPicPr>
          <p:cNvPr id="14" name="图片 13"/>
          <p:cNvPicPr>
            <a:picLocks noChangeAspect="1"/>
          </p:cNvPicPr>
          <p:nvPr/>
        </p:nvPicPr>
        <p:blipFill>
          <a:blip r:embed="rId5">
            <a:alphaModFix amt="27000"/>
            <a:lum bright="-36000" contrast="-24000"/>
          </a:blip>
          <a:stretch>
            <a:fillRect/>
          </a:stretch>
        </p:blipFill>
        <p:spPr>
          <a:xfrm>
            <a:off x="-19843" y="0"/>
            <a:ext cx="12178508" cy="6811953"/>
          </a:xfrm>
          <a:prstGeom prst="rect">
            <a:avLst/>
          </a:prstGeom>
        </p:spPr>
      </p:pic>
      <p:pic>
        <p:nvPicPr>
          <p:cNvPr id="10" name="图片 9"/>
          <p:cNvPicPr>
            <a:picLocks noChangeAspect="1"/>
          </p:cNvPicPr>
          <p:nvPr/>
        </p:nvPicPr>
        <p:blipFill>
          <a:blip r:embed="rId6" cstate="email"/>
          <a:stretch>
            <a:fillRect/>
          </a:stretch>
        </p:blipFill>
        <p:spPr>
          <a:xfrm>
            <a:off x="9984432" y="225364"/>
            <a:ext cx="1954772" cy="683356"/>
          </a:xfrm>
          <a:prstGeom prst="rect">
            <a:avLst/>
          </a:prstGeom>
        </p:spPr>
      </p:pic>
      <p:cxnSp>
        <p:nvCxnSpPr>
          <p:cNvPr id="5" name="图形"/>
          <p:cNvCxnSpPr/>
          <p:nvPr>
            <p:custDataLst>
              <p:tags r:id="rId1"/>
            </p:custDataLst>
          </p:nvPr>
        </p:nvCxnSpPr>
        <p:spPr>
          <a:xfrm>
            <a:off x="934720" y="4318635"/>
            <a:ext cx="6155690" cy="0"/>
          </a:xfrm>
          <a:prstGeom prst="line">
            <a:avLst/>
          </a:prstGeom>
          <a:ln w="15875">
            <a:gradFill>
              <a:gsLst>
                <a:gs pos="0">
                  <a:schemeClr val="bg2">
                    <a:lumMod val="85000"/>
                    <a:alpha val="0"/>
                  </a:schemeClr>
                </a:gs>
                <a:gs pos="100000">
                  <a:srgbClr val="9B9B9B"/>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nvPicPr>
        <p:blipFill>
          <a:blip r:embed="rId7" cstate="email"/>
          <a:stretch>
            <a:fillRect/>
          </a:stretch>
        </p:blipFill>
        <p:spPr>
          <a:xfrm>
            <a:off x="409925" y="395613"/>
            <a:ext cx="368828" cy="458763"/>
          </a:xfrm>
          <a:prstGeom prst="rect">
            <a:avLst/>
          </a:prstGeom>
        </p:spPr>
      </p:pic>
      <p:sp>
        <p:nvSpPr>
          <p:cNvPr id="19" name="文本框 18"/>
          <p:cNvSpPr txBox="1"/>
          <p:nvPr/>
        </p:nvSpPr>
        <p:spPr>
          <a:xfrm>
            <a:off x="811568" y="387983"/>
            <a:ext cx="6796599" cy="461665"/>
          </a:xfrm>
          <a:prstGeom prst="rect">
            <a:avLst/>
          </a:prstGeom>
          <a:noFill/>
        </p:spPr>
        <p:txBody>
          <a:bodyPr wrap="square" rtlCol="0">
            <a:spAutoFit/>
          </a:bodyPr>
          <a:lstStyle/>
          <a:p>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战略愿景 </a:t>
            </a:r>
            <a:r>
              <a:rPr lang="en-GB"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Strategic Vision</a:t>
            </a:r>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p>
        </p:txBody>
      </p:sp>
      <p:sp>
        <p:nvSpPr>
          <p:cNvPr id="6" name="图形"/>
          <p:cNvSpPr txBox="1"/>
          <p:nvPr>
            <p:custDataLst>
              <p:tags r:id="rId2"/>
            </p:custDataLst>
          </p:nvPr>
        </p:nvSpPr>
        <p:spPr>
          <a:xfrm>
            <a:off x="-19843" y="2671644"/>
            <a:ext cx="12136735" cy="1198880"/>
          </a:xfrm>
          <a:prstGeom prst="rect">
            <a:avLst/>
          </a:prstGeom>
          <a:noFill/>
          <a:effectLst>
            <a:outerShdw blurRad="50800" dist="50800" dir="5400000" algn="ctr" rotWithShape="0">
              <a:srgbClr val="000000">
                <a:alpha val="10000"/>
              </a:srgbClr>
            </a:outerShdw>
          </a:effectLst>
        </p:spPr>
        <p:txBody>
          <a:bodyPr wrap="square" rtlCol="0">
            <a:spAutoFit/>
          </a:bodyPr>
          <a:lstStyle/>
          <a:p>
            <a:pPr indent="0" algn="ctr" fontAlgn="auto">
              <a:lnSpc>
                <a:spcPct val="150000"/>
              </a:lnSpc>
              <a:spcBef>
                <a:spcPct val="0"/>
              </a:spcBef>
              <a:buClr>
                <a:srgbClr val="CB9638"/>
              </a:buClr>
              <a:buFont typeface="Wingdings" panose="05000000000000000000" charset="0"/>
            </a:pPr>
            <a:r>
              <a:rPr lang="zh-CN" altLang="en-US" sz="2200" b="1" noProof="0" dirty="0">
                <a:solidFill>
                  <a:schemeClr val="bg1"/>
                </a:solidFill>
                <a:uLnTx/>
                <a:latin typeface="微软雅黑" panose="020B0503020204020204" charset="-122"/>
                <a:ea typeface="微软雅黑" panose="020B0503020204020204" charset="-122"/>
                <a:cs typeface="微软雅黑" panose="020B0503020204020204" charset="-122"/>
                <a:sym typeface="+mn-ea"/>
              </a:rPr>
              <a:t>坚持高质量发展，成为向广大客户提供</a:t>
            </a:r>
            <a:r>
              <a:rPr lang="zh-CN" altLang="en-US" sz="3200" b="1" noProof="0" dirty="0">
                <a:solidFill>
                  <a:srgbClr val="DBB33C"/>
                </a:solidFill>
                <a:effectLst>
                  <a:outerShdw blurRad="38100" dist="38100" dir="2700000" algn="tl">
                    <a:srgbClr val="000000">
                      <a:alpha val="43137"/>
                    </a:srgbClr>
                  </a:outerShdw>
                </a:effectLst>
                <a:uLnTx/>
                <a:latin typeface="微软雅黑" panose="020B0503020204020204" charset="-122"/>
                <a:ea typeface="微软雅黑" panose="020B0503020204020204" charset="-122"/>
                <a:cs typeface="微软雅黑" panose="020B0503020204020204" charset="-122"/>
                <a:sym typeface="+mn-ea"/>
              </a:rPr>
              <a:t>全球高品质</a:t>
            </a:r>
            <a:r>
              <a:rPr lang="zh-CN" altLang="en-US" sz="2200" b="1" noProof="0" dirty="0">
                <a:solidFill>
                  <a:schemeClr val="bg1"/>
                </a:solidFill>
                <a:uLnTx/>
                <a:latin typeface="微软雅黑" panose="020B0503020204020204" charset="-122"/>
                <a:ea typeface="微软雅黑" panose="020B0503020204020204" charset="-122"/>
                <a:cs typeface="微软雅黑" panose="020B0503020204020204" charset="-122"/>
                <a:sym typeface="+mn-ea"/>
              </a:rPr>
              <a:t>服务和产品的</a:t>
            </a:r>
            <a:r>
              <a:rPr lang="zh-CN" altLang="en-US" sz="3200" b="1" noProof="0" dirty="0">
                <a:solidFill>
                  <a:srgbClr val="DBB33C"/>
                </a:solidFill>
                <a:effectLst>
                  <a:outerShdw blurRad="38100" dist="38100" dir="2700000" algn="tl">
                    <a:srgbClr val="000000">
                      <a:alpha val="43137"/>
                    </a:srgbClr>
                  </a:outerShdw>
                </a:effectLst>
                <a:uLnTx/>
                <a:latin typeface="微软雅黑" panose="020B0503020204020204" charset="-122"/>
                <a:ea typeface="微软雅黑" panose="020B0503020204020204" charset="-122"/>
                <a:cs typeface="微软雅黑" panose="020B0503020204020204" charset="-122"/>
                <a:sym typeface="+mn-ea"/>
              </a:rPr>
              <a:t>世界一流</a:t>
            </a:r>
            <a:r>
              <a:rPr lang="zh-CN" altLang="en-US" sz="2200" b="1" noProof="0" dirty="0">
                <a:solidFill>
                  <a:schemeClr val="bg1"/>
                </a:solidFill>
                <a:uLnTx/>
                <a:latin typeface="微软雅黑" panose="020B0503020204020204" charset="-122"/>
                <a:ea typeface="微软雅黑" panose="020B0503020204020204" charset="-122"/>
                <a:cs typeface="微软雅黑" panose="020B0503020204020204" charset="-122"/>
                <a:sym typeface="+mn-ea"/>
              </a:rPr>
              <a:t>酒店集团</a:t>
            </a:r>
            <a:endParaRPr lang="en-US" altLang="zh-CN" sz="2200" b="1" noProof="0" dirty="0">
              <a:solidFill>
                <a:schemeClr val="bg1"/>
              </a:solidFill>
              <a:uLnTx/>
              <a:latin typeface="微软雅黑" panose="020B0503020204020204" charset="-122"/>
              <a:ea typeface="微软雅黑" panose="020B0503020204020204" charset="-122"/>
              <a:cs typeface="微软雅黑" panose="020B0503020204020204" charset="-122"/>
              <a:sym typeface="+mn-ea"/>
            </a:endParaRPr>
          </a:p>
          <a:p>
            <a:pPr indent="0" algn="ctr" fontAlgn="auto">
              <a:lnSpc>
                <a:spcPct val="150000"/>
              </a:lnSpc>
              <a:spcBef>
                <a:spcPct val="0"/>
              </a:spcBef>
              <a:buClr>
                <a:srgbClr val="CB9638"/>
              </a:buClr>
              <a:buFont typeface="Wingdings" panose="05000000000000000000" charset="0"/>
            </a:pPr>
            <a:r>
              <a:rPr lang="en-GB" altLang="zh-CN" sz="1600" spc="60" noProof="0" dirty="0">
                <a:solidFill>
                  <a:schemeClr val="bg1"/>
                </a:solidFill>
                <a:uLnTx/>
                <a:latin typeface="微软雅黑" panose="020B0503020204020204" charset="-122"/>
                <a:ea typeface="微软雅黑" panose="020B0503020204020204" charset="-122"/>
                <a:cs typeface="微软雅黑" panose="020B0503020204020204" charset="-122"/>
                <a:sym typeface="+mn-ea"/>
              </a:rPr>
              <a:t>TO Be A World-Class Hotel Group That Provides </a:t>
            </a:r>
            <a:r>
              <a:rPr lang="zh-CN" altLang="en-US" sz="1600" spc="60" noProof="0" dirty="0">
                <a:solidFill>
                  <a:schemeClr val="bg1"/>
                </a:solidFill>
                <a:uLnTx/>
                <a:latin typeface="微软雅黑" panose="020B0503020204020204" charset="-122"/>
                <a:ea typeface="微软雅黑" panose="020B0503020204020204" charset="-122"/>
                <a:cs typeface="微软雅黑" panose="020B0503020204020204" charset="-122"/>
                <a:sym typeface="+mn-ea"/>
              </a:rPr>
              <a:t> </a:t>
            </a:r>
            <a:r>
              <a:rPr lang="en-GB" altLang="zh-CN" sz="1600" spc="60" noProof="0" dirty="0">
                <a:solidFill>
                  <a:schemeClr val="bg1"/>
                </a:solidFill>
                <a:uLnTx/>
                <a:latin typeface="微软雅黑" panose="020B0503020204020204" charset="-122"/>
                <a:ea typeface="微软雅黑" panose="020B0503020204020204" charset="-122"/>
                <a:cs typeface="微软雅黑" panose="020B0503020204020204" charset="-122"/>
                <a:sym typeface="+mn-ea"/>
              </a:rPr>
              <a:t>Global High Quality Service and Products to Customers</a:t>
            </a:r>
            <a:endParaRPr lang="zh-CN" altLang="en-US" sz="1600" spc="60" noProof="0" dirty="0">
              <a:solidFill>
                <a:schemeClr val="bg1"/>
              </a:solidFill>
              <a:uLn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p:cNvPicPr>
            <a:picLocks noChangeAspect="1"/>
          </p:cNvPicPr>
          <p:nvPr/>
        </p:nvPicPr>
        <p:blipFill>
          <a:blip r:embed="rId3" cstate="email">
            <a:alphaModFix amt="75000"/>
          </a:blip>
          <a:srcRect/>
          <a:stretch>
            <a:fillRect/>
          </a:stretch>
        </p:blipFill>
        <p:spPr>
          <a:xfrm>
            <a:off x="6019" y="1"/>
            <a:ext cx="12185981" cy="6813550"/>
          </a:xfrm>
          <a:prstGeom prst="rect">
            <a:avLst/>
          </a:prstGeom>
        </p:spPr>
      </p:pic>
      <p:sp>
        <p:nvSpPr>
          <p:cNvPr id="43" name="矩形 42"/>
          <p:cNvSpPr/>
          <p:nvPr>
            <p:custDataLst>
              <p:tags r:id="rId1"/>
            </p:custDataLst>
          </p:nvPr>
        </p:nvSpPr>
        <p:spPr>
          <a:xfrm>
            <a:off x="0" y="-72486"/>
            <a:ext cx="12192000" cy="6886035"/>
          </a:xfrm>
          <a:prstGeom prst="rect">
            <a:avLst/>
          </a:prstGeom>
          <a:gradFill>
            <a:gsLst>
              <a:gs pos="0">
                <a:schemeClr val="accent1">
                  <a:lumMod val="5000"/>
                  <a:lumOff val="95000"/>
                  <a:alpha val="0"/>
                </a:schemeClr>
              </a:gs>
              <a:gs pos="27000">
                <a:schemeClr val="tx1">
                  <a:alpha val="13000"/>
                </a:schemeClr>
              </a:gs>
              <a:gs pos="53000">
                <a:schemeClr val="tx1">
                  <a:alpha val="55000"/>
                </a:schemeClr>
              </a:gs>
              <a:gs pos="78000">
                <a:srgbClr val="000000">
                  <a:alpha val="69000"/>
                </a:srgbClr>
              </a:gs>
              <a:gs pos="100000">
                <a:srgbClr val="000000">
                  <a:alpha val="73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rgbClr val="DBB33C"/>
              </a:solidFill>
            </a:endParaRPr>
          </a:p>
        </p:txBody>
      </p:sp>
      <p:pic>
        <p:nvPicPr>
          <p:cNvPr id="2" name="图片 1"/>
          <p:cNvPicPr>
            <a:picLocks noChangeAspect="1"/>
          </p:cNvPicPr>
          <p:nvPr/>
        </p:nvPicPr>
        <p:blipFill>
          <a:blip r:embed="rId4" cstate="email"/>
          <a:stretch>
            <a:fillRect/>
          </a:stretch>
        </p:blipFill>
        <p:spPr>
          <a:xfrm>
            <a:off x="409925" y="395613"/>
            <a:ext cx="368828" cy="458763"/>
          </a:xfrm>
          <a:prstGeom prst="rect">
            <a:avLst/>
          </a:prstGeom>
        </p:spPr>
      </p:pic>
      <p:sp>
        <p:nvSpPr>
          <p:cNvPr id="3" name="文本框 2"/>
          <p:cNvSpPr txBox="1"/>
          <p:nvPr/>
        </p:nvSpPr>
        <p:spPr>
          <a:xfrm>
            <a:off x="811568" y="387983"/>
            <a:ext cx="6796599" cy="461665"/>
          </a:xfrm>
          <a:prstGeom prst="rect">
            <a:avLst/>
          </a:prstGeom>
          <a:noFill/>
        </p:spPr>
        <p:txBody>
          <a:bodyPr wrap="square" rtlCol="0">
            <a:spAutoFit/>
          </a:bodyPr>
          <a:lstStyle/>
          <a:p>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综合实力 </a:t>
            </a:r>
            <a:r>
              <a:rPr lang="en-GB"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Comprehensive Strength</a:t>
            </a:r>
          </a:p>
        </p:txBody>
      </p:sp>
      <p:sp>
        <p:nvSpPr>
          <p:cNvPr id="8" name="中旅集团全资公司"/>
          <p:cNvSpPr txBox="1"/>
          <p:nvPr/>
        </p:nvSpPr>
        <p:spPr>
          <a:xfrm>
            <a:off x="1131133" y="2882718"/>
            <a:ext cx="2043451" cy="323215"/>
          </a:xfrm>
          <a:prstGeom prst="rect">
            <a:avLst/>
          </a:prstGeom>
          <a:noFill/>
          <a:ln w="12700" cap="flat">
            <a:noFill/>
            <a:miter lim="400000"/>
          </a:ln>
          <a:effectLst/>
        </p:spPr>
        <p:txBody>
          <a:bodyPr wrap="square" lIns="38738" tIns="38738" rIns="38738" bIns="38738" numCol="1" anchor="ctr">
            <a:spAutoFit/>
          </a:bodyPr>
          <a:lstStyle>
            <a:lvl1pPr algn="ctr" defTabSz="1079500">
              <a:lnSpc>
                <a:spcPts val="3500"/>
              </a:lnSpc>
              <a:defRPr sz="2100"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nSpc>
                <a:spcPct val="100000"/>
              </a:lnSpc>
              <a:defRPr>
                <a:latin typeface="Arial" panose="020B0604020202020204"/>
                <a:ea typeface="Arial" panose="020B0604020202020204"/>
                <a:cs typeface="Arial" panose="020B0604020202020204"/>
                <a:sym typeface="Arial" panose="020B0604020202020204"/>
              </a:defRPr>
            </a:pPr>
            <a:r>
              <a:rPr sz="1600" dirty="0" err="1">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中旅集团全资公司</a:t>
            </a:r>
            <a:endParaRPr lang="en-US" sz="1600" dirty="0" err="1">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矩形"/>
          <p:cNvSpPr/>
          <p:nvPr/>
        </p:nvSpPr>
        <p:spPr>
          <a:xfrm>
            <a:off x="1090247" y="2638217"/>
            <a:ext cx="2153211" cy="714597"/>
          </a:xfrm>
          <a:prstGeom prst="rect">
            <a:avLst/>
          </a:prstGeom>
          <a:noFill/>
          <a:ln w="38100" cap="flat">
            <a:solidFill>
              <a:srgbClr val="DBB33C"/>
            </a:solidFill>
            <a:prstDash val="solid"/>
            <a:miter lim="800000"/>
          </a:ln>
          <a:effectLst/>
        </p:spPr>
        <p:txBody>
          <a:bodyPr wrap="square" lIns="38738" tIns="38738" rIns="38738" bIns="38738" numCol="1" anchor="ctr">
            <a:noAutofit/>
          </a:bodyPr>
          <a:lstStyle/>
          <a:p>
            <a:pPr algn="ctr" defTabSz="1079500">
              <a:lnSpc>
                <a:spcPts val="3500"/>
              </a:lnSpc>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dirty="0">
              <a:solidFill>
                <a:srgbClr val="DBB33C"/>
              </a:solidFill>
            </a:endParaRPr>
          </a:p>
        </p:txBody>
      </p:sp>
      <p:sp>
        <p:nvSpPr>
          <p:cNvPr id="9" name="矩形 16"/>
          <p:cNvSpPr txBox="1"/>
          <p:nvPr/>
        </p:nvSpPr>
        <p:spPr>
          <a:xfrm>
            <a:off x="811568" y="2053039"/>
            <a:ext cx="2710227" cy="475615"/>
          </a:xfrm>
          <a:prstGeom prst="rect">
            <a:avLst/>
          </a:prstGeom>
          <a:ln w="12700">
            <a:miter lim="400000"/>
          </a:ln>
          <a:effectLst>
            <a:outerShdw blurRad="50800" dist="50800" dir="5400000" algn="ctr" rotWithShape="0">
              <a:srgbClr val="000000">
                <a:alpha val="10000"/>
              </a:srgbClr>
            </a:outerShdw>
          </a:effectLst>
        </p:spPr>
        <p:txBody>
          <a:bodyPr wrap="square" lIns="38738" rIns="38738" anchor="ctr">
            <a:spAutoFit/>
          </a:bodyPr>
          <a:lstStyle>
            <a:lvl1pPr algn="ctr" defTabSz="1079500">
              <a:defRPr sz="3300" b="1">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defRPr>
                <a:latin typeface="Arial" panose="020B0604020202020204"/>
                <a:ea typeface="Arial" panose="020B0604020202020204"/>
                <a:cs typeface="Arial" panose="020B0604020202020204"/>
                <a:sym typeface="Arial" panose="020B0604020202020204"/>
              </a:defRPr>
            </a:pPr>
            <a:r>
              <a:rPr lang="zh-CN" altLang="en-US" sz="2500" dirty="0">
                <a:solidFill>
                  <a:srgbClr val="DBB33C"/>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mn-ea"/>
                <a:sym typeface="微软雅黑" panose="020B0503020204020204" charset="-122"/>
              </a:rPr>
              <a:t>百年央企</a:t>
            </a:r>
          </a:p>
        </p:txBody>
      </p:sp>
      <p:sp>
        <p:nvSpPr>
          <p:cNvPr id="10" name="矩形 17"/>
          <p:cNvSpPr txBox="1"/>
          <p:nvPr/>
        </p:nvSpPr>
        <p:spPr>
          <a:xfrm>
            <a:off x="4343673" y="2054405"/>
            <a:ext cx="894551" cy="477054"/>
          </a:xfrm>
          <a:prstGeom prst="rect">
            <a:avLst/>
          </a:prstGeom>
          <a:ln w="12700">
            <a:miter lim="400000"/>
          </a:ln>
          <a:effectLst>
            <a:outerShdw blurRad="50800" dist="50800" dir="5400000" algn="ctr" rotWithShape="0">
              <a:srgbClr val="000000">
                <a:alpha val="10000"/>
              </a:srgbClr>
            </a:outerShdw>
          </a:effectLst>
        </p:spPr>
        <p:txBody>
          <a:bodyPr wrap="square" lIns="38738" rIns="38738" anchor="ctr">
            <a:spAutoFit/>
          </a:bodyPr>
          <a:lstStyle>
            <a:lvl1pPr algn="ctr" defTabSz="1079500">
              <a:defRPr sz="3300" b="1">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a:latin typeface="Arial" panose="020B0604020202020204"/>
                <a:ea typeface="Arial" panose="020B0604020202020204"/>
                <a:cs typeface="Arial" panose="020B0604020202020204"/>
                <a:sym typeface="Arial" panose="020B0604020202020204"/>
              </a:defRPr>
            </a:pPr>
            <a:r>
              <a:rPr lang="en-US" altLang="zh-CN" sz="2500" dirty="0">
                <a:solidFill>
                  <a:srgbClr val="DBB33C"/>
                </a:solidFill>
                <a:sym typeface="+mn-ea"/>
              </a:rPr>
              <a:t>40</a:t>
            </a:r>
            <a:r>
              <a:rPr lang="zh-CN" sz="2500" dirty="0">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p>
        </p:txBody>
      </p:sp>
      <p:sp>
        <p:nvSpPr>
          <p:cNvPr id="11" name="矩形 18"/>
          <p:cNvSpPr txBox="1"/>
          <p:nvPr/>
        </p:nvSpPr>
        <p:spPr>
          <a:xfrm>
            <a:off x="6393320" y="2036012"/>
            <a:ext cx="2043451" cy="477054"/>
          </a:xfrm>
          <a:prstGeom prst="rect">
            <a:avLst/>
          </a:prstGeom>
          <a:ln w="12700">
            <a:miter lim="400000"/>
          </a:ln>
          <a:effectLst>
            <a:outerShdw blurRad="50800" dist="50800" dir="5400000" algn="ctr" rotWithShape="0">
              <a:srgbClr val="000000">
                <a:alpha val="10000"/>
              </a:srgbClr>
            </a:outerShdw>
          </a:effectLst>
        </p:spPr>
        <p:txBody>
          <a:bodyPr wrap="square" lIns="38738" rIns="38738" anchor="ctr">
            <a:spAutoFit/>
          </a:bodyPr>
          <a:lstStyle>
            <a:lvl1pPr algn="ctr" defTabSz="1079500">
              <a:defRPr sz="3300" b="1">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a:latin typeface="Arial" panose="020B0604020202020204"/>
                <a:ea typeface="Arial" panose="020B0604020202020204"/>
                <a:cs typeface="Arial" panose="020B0604020202020204"/>
                <a:sym typeface="Arial" panose="020B0604020202020204"/>
              </a:defRPr>
            </a:pPr>
            <a:r>
              <a:rPr lang="en-US" altLang="zh-CN" sz="25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45</a:t>
            </a:r>
            <a:r>
              <a:rPr lang="zh-CN" sz="25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,000</a:t>
            </a:r>
            <a:r>
              <a:rPr lang="en-US" altLang="zh-CN" sz="25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a:t>
            </a:r>
            <a:r>
              <a:rPr lang="zh-CN" sz="25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名</a:t>
            </a:r>
          </a:p>
        </p:txBody>
      </p:sp>
      <p:sp>
        <p:nvSpPr>
          <p:cNvPr id="12" name="矩形 19"/>
          <p:cNvSpPr txBox="1"/>
          <p:nvPr/>
        </p:nvSpPr>
        <p:spPr>
          <a:xfrm>
            <a:off x="9258649" y="2023999"/>
            <a:ext cx="1560986" cy="477054"/>
          </a:xfrm>
          <a:prstGeom prst="rect">
            <a:avLst/>
          </a:prstGeom>
          <a:ln w="12700">
            <a:miter lim="400000"/>
          </a:ln>
          <a:effectLst>
            <a:outerShdw blurRad="50800" dist="50800" dir="5400000" algn="ctr" rotWithShape="0">
              <a:srgbClr val="000000">
                <a:alpha val="10000"/>
              </a:srgbClr>
            </a:outerShdw>
          </a:effectLst>
        </p:spPr>
        <p:txBody>
          <a:bodyPr wrap="square" lIns="38738" rIns="38738" anchor="ctr">
            <a:spAutoFit/>
          </a:bodyPr>
          <a:lstStyle>
            <a:lvl1pPr algn="ctr" defTabSz="1079500">
              <a:defRPr sz="3300" b="1">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a:latin typeface="Arial" panose="020B0604020202020204"/>
                <a:ea typeface="Arial" panose="020B0604020202020204"/>
                <a:cs typeface="Arial" panose="020B0604020202020204"/>
                <a:sym typeface="Arial" panose="020B0604020202020204"/>
              </a:defRPr>
            </a:pPr>
            <a:r>
              <a:rPr lang="zh-CN" sz="25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6</a:t>
            </a:r>
            <a:r>
              <a:rPr lang="zh-CN" sz="25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大</a:t>
            </a:r>
          </a:p>
        </p:txBody>
      </p:sp>
      <p:sp>
        <p:nvSpPr>
          <p:cNvPr id="14" name="矩形"/>
          <p:cNvSpPr/>
          <p:nvPr/>
        </p:nvSpPr>
        <p:spPr>
          <a:xfrm>
            <a:off x="3714343" y="2640306"/>
            <a:ext cx="2153211" cy="714596"/>
          </a:xfrm>
          <a:prstGeom prst="rect">
            <a:avLst/>
          </a:prstGeom>
          <a:noFill/>
          <a:ln w="38100" cap="flat">
            <a:solidFill>
              <a:srgbClr val="DBB33C"/>
            </a:solidFill>
            <a:prstDash val="solid"/>
            <a:miter lim="800000"/>
          </a:ln>
          <a:effectLst>
            <a:outerShdw blurRad="50800" dist="50800" dir="5400000" algn="ctr" rotWithShape="0">
              <a:srgbClr val="000000">
                <a:alpha val="10000"/>
              </a:srgbClr>
            </a:outerShdw>
          </a:effectLst>
        </p:spPr>
        <p:txBody>
          <a:bodyPr wrap="square" lIns="38738" tIns="38738" rIns="38738" bIns="38738" numCol="1" anchor="ctr">
            <a:noAutofit/>
          </a:bodyPr>
          <a:lstStyle/>
          <a:p>
            <a:pPr algn="ctr" defTabSz="1079500">
              <a:lnSpc>
                <a:spcPts val="3500"/>
              </a:lnSpc>
              <a:defRPr sz="2100" b="1">
                <a:solidFill>
                  <a:srgbClr val="004083"/>
                </a:solidFill>
                <a:latin typeface="Arial" panose="020B0604020202020204"/>
                <a:ea typeface="Arial" panose="020B0604020202020204"/>
                <a:cs typeface="Arial" panose="020B0604020202020204"/>
                <a:sym typeface="Arial" panose="020B0604020202020204"/>
              </a:defRPr>
            </a:pPr>
            <a:endParaRPr sz="1780" dirty="0">
              <a:solidFill>
                <a:srgbClr val="DBB33C"/>
              </a:solidFill>
            </a:endParaRPr>
          </a:p>
        </p:txBody>
      </p:sp>
      <p:sp>
        <p:nvSpPr>
          <p:cNvPr id="15" name="酒店运营管理经验"/>
          <p:cNvSpPr txBox="1"/>
          <p:nvPr/>
        </p:nvSpPr>
        <p:spPr>
          <a:xfrm>
            <a:off x="3863838" y="2926460"/>
            <a:ext cx="2043451" cy="485140"/>
          </a:xfrm>
          <a:prstGeom prst="rect">
            <a:avLst/>
          </a:prstGeom>
          <a:noFill/>
          <a:ln w="12700" cap="flat">
            <a:noFill/>
            <a:miter lim="400000"/>
          </a:ln>
          <a:effectLst>
            <a:outerShdw blurRad="50800" dist="50800" dir="5400000" algn="ctr" rotWithShape="0">
              <a:srgbClr val="000000">
                <a:alpha val="10000"/>
              </a:srgbClr>
            </a:outerShdw>
          </a:effectLst>
        </p:spPr>
        <p:txBody>
          <a:bodyPr wrap="square" lIns="38738" tIns="38738" rIns="38738" bIns="38738" numCol="1" anchor="ctr">
            <a:spAutoFit/>
          </a:bodyPr>
          <a:lstStyle>
            <a:lvl1pPr algn="ctr" defTabSz="1079500">
              <a:lnSpc>
                <a:spcPts val="3500"/>
              </a:lnSpc>
              <a:defRPr sz="2100"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nSpc>
                <a:spcPct val="100000"/>
              </a:lnSpc>
              <a:defRPr>
                <a:latin typeface="Arial" panose="020B0604020202020204"/>
                <a:ea typeface="Arial" panose="020B0604020202020204"/>
                <a:cs typeface="Arial" panose="020B0604020202020204"/>
                <a:sym typeface="Arial" panose="020B0604020202020204"/>
              </a:defRPr>
            </a:pPr>
            <a:r>
              <a:rPr sz="1600" dirty="0" err="1">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酒店运营管理经验</a:t>
            </a:r>
            <a:endParaRPr lang="en-US" sz="1600" dirty="0">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nSpc>
                <a:spcPct val="100000"/>
              </a:lnSpc>
              <a:defRPr>
                <a:latin typeface="Arial" panose="020B0604020202020204"/>
                <a:ea typeface="Arial" panose="020B0604020202020204"/>
                <a:cs typeface="Arial" panose="020B0604020202020204"/>
                <a:sym typeface="Arial" panose="020B0604020202020204"/>
              </a:defRPr>
            </a:pPr>
            <a:endParaRPr lang="en-US" sz="1600" dirty="0">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矩形"/>
          <p:cNvSpPr/>
          <p:nvPr/>
        </p:nvSpPr>
        <p:spPr>
          <a:xfrm>
            <a:off x="6338440" y="2642396"/>
            <a:ext cx="2153211" cy="714596"/>
          </a:xfrm>
          <a:prstGeom prst="rect">
            <a:avLst/>
          </a:prstGeom>
          <a:noFill/>
          <a:ln w="38100" cap="flat">
            <a:solidFill>
              <a:srgbClr val="DBB33C"/>
            </a:solidFill>
            <a:prstDash val="solid"/>
            <a:miter lim="800000"/>
          </a:ln>
          <a:effectLst>
            <a:outerShdw blurRad="50800" dist="50800" dir="5400000" algn="ctr" rotWithShape="0">
              <a:srgbClr val="000000">
                <a:alpha val="10000"/>
              </a:srgbClr>
            </a:outerShdw>
          </a:effectLst>
        </p:spPr>
        <p:txBody>
          <a:bodyPr wrap="square" lIns="38738" tIns="38738" rIns="38738" bIns="38738" numCol="1" anchor="ctr">
            <a:noAutofit/>
          </a:bodyPr>
          <a:lstStyle/>
          <a:p>
            <a:pPr algn="ctr" defTabSz="1079500">
              <a:lnSpc>
                <a:spcPts val="3500"/>
              </a:lnSpc>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dirty="0">
              <a:solidFill>
                <a:srgbClr val="DBB33C"/>
              </a:solidFill>
            </a:endParaRPr>
          </a:p>
        </p:txBody>
      </p:sp>
      <p:sp>
        <p:nvSpPr>
          <p:cNvPr id="18" name="专业化管理团队"/>
          <p:cNvSpPr txBox="1"/>
          <p:nvPr/>
        </p:nvSpPr>
        <p:spPr>
          <a:xfrm>
            <a:off x="6312135" y="2925112"/>
            <a:ext cx="2361694" cy="485140"/>
          </a:xfrm>
          <a:prstGeom prst="rect">
            <a:avLst/>
          </a:prstGeom>
          <a:noFill/>
          <a:ln w="12700" cap="flat">
            <a:noFill/>
            <a:miter lim="400000"/>
          </a:ln>
          <a:effectLst>
            <a:outerShdw blurRad="50800" dist="50800" dir="5400000" algn="ctr" rotWithShape="0">
              <a:srgbClr val="000000">
                <a:alpha val="10000"/>
              </a:srgbClr>
            </a:outerShdw>
          </a:effectLst>
        </p:spPr>
        <p:txBody>
          <a:bodyPr wrap="square" lIns="38738" tIns="38738" rIns="38738" bIns="38738" numCol="1" anchor="ctr">
            <a:spAutoFit/>
          </a:bodyPr>
          <a:lstStyle>
            <a:lvl1pPr algn="ctr" defTabSz="1079500">
              <a:lnSpc>
                <a:spcPts val="3500"/>
              </a:lnSpc>
              <a:defRPr sz="2100"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nSpc>
                <a:spcPct val="100000"/>
              </a:lnSpc>
              <a:defRPr>
                <a:latin typeface="Arial" panose="020B0604020202020204"/>
                <a:ea typeface="Arial" panose="020B0604020202020204"/>
                <a:cs typeface="Arial" panose="020B0604020202020204"/>
                <a:sym typeface="Arial" panose="020B0604020202020204"/>
              </a:defRPr>
            </a:pPr>
            <a:r>
              <a:rPr sz="1600" dirty="0" err="1">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专业化管理团队</a:t>
            </a:r>
            <a:endParaRPr lang="en-US" sz="1600" dirty="0">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nSpc>
                <a:spcPct val="100000"/>
              </a:lnSpc>
              <a:defRPr>
                <a:latin typeface="Arial" panose="020B0604020202020204"/>
                <a:ea typeface="Arial" panose="020B0604020202020204"/>
                <a:cs typeface="Arial" panose="020B0604020202020204"/>
                <a:sym typeface="Arial" panose="020B0604020202020204"/>
              </a:defRPr>
            </a:pPr>
            <a:endParaRPr lang="en-US" sz="1600" dirty="0">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矩形"/>
          <p:cNvSpPr/>
          <p:nvPr/>
        </p:nvSpPr>
        <p:spPr>
          <a:xfrm>
            <a:off x="8962537" y="2640306"/>
            <a:ext cx="2153211" cy="714596"/>
          </a:xfrm>
          <a:prstGeom prst="rect">
            <a:avLst/>
          </a:prstGeom>
          <a:noFill/>
          <a:ln w="38100" cap="flat">
            <a:solidFill>
              <a:srgbClr val="DBB33C"/>
            </a:solidFill>
            <a:prstDash val="solid"/>
            <a:miter lim="800000"/>
          </a:ln>
          <a:effectLst>
            <a:outerShdw blurRad="50800" dist="50800" dir="5400000" algn="ctr" rotWithShape="0">
              <a:srgbClr val="000000">
                <a:alpha val="10000"/>
              </a:srgbClr>
            </a:outerShdw>
          </a:effectLst>
        </p:spPr>
        <p:txBody>
          <a:bodyPr wrap="square" lIns="38738" tIns="38738" rIns="38738" bIns="38738" numCol="1" anchor="ctr">
            <a:noAutofit/>
          </a:bodyPr>
          <a:lstStyle/>
          <a:p>
            <a:pPr algn="ctr" defTabSz="1079500">
              <a:lnSpc>
                <a:spcPct val="130000"/>
              </a:lnSpc>
              <a:spcBef>
                <a:spcPts val="1400"/>
              </a:spcBef>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solidFill>
                <a:srgbClr val="DBB33C"/>
              </a:solidFill>
            </a:endParaRPr>
          </a:p>
        </p:txBody>
      </p:sp>
      <p:sp>
        <p:nvSpPr>
          <p:cNvPr id="21" name="集约化运营中心"/>
          <p:cNvSpPr txBox="1"/>
          <p:nvPr/>
        </p:nvSpPr>
        <p:spPr>
          <a:xfrm>
            <a:off x="9017416" y="2871861"/>
            <a:ext cx="2043451" cy="323215"/>
          </a:xfrm>
          <a:prstGeom prst="rect">
            <a:avLst/>
          </a:prstGeom>
          <a:noFill/>
          <a:ln w="12700" cap="flat">
            <a:noFill/>
            <a:miter lim="400000"/>
          </a:ln>
          <a:effectLst>
            <a:outerShdw blurRad="50800" dist="50800" dir="5400000" algn="ctr" rotWithShape="0">
              <a:srgbClr val="000000">
                <a:alpha val="10000"/>
              </a:srgbClr>
            </a:outerShdw>
          </a:effectLst>
        </p:spPr>
        <p:txBody>
          <a:bodyPr wrap="square" lIns="38738" tIns="38738" rIns="38738" bIns="38738" numCol="1" anchor="ctr">
            <a:spAutoFit/>
          </a:bodyPr>
          <a:lstStyle>
            <a:lvl1pPr algn="ctr" defTabSz="1079500">
              <a:lnSpc>
                <a:spcPct val="130000"/>
              </a:lnSpc>
              <a:spcBef>
                <a:spcPts val="1400"/>
              </a:spcBef>
              <a:defRPr sz="2100"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nSpc>
                <a:spcPct val="100000"/>
              </a:lnSpc>
              <a:defRPr>
                <a:latin typeface="Arial" panose="020B0604020202020204"/>
                <a:ea typeface="Arial" panose="020B0604020202020204"/>
                <a:cs typeface="Arial" panose="020B0604020202020204"/>
                <a:sym typeface="Arial" panose="020B0604020202020204"/>
              </a:defRPr>
            </a:pPr>
            <a:r>
              <a:rPr sz="1600" dirty="0" err="1">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集约化运营中心</a:t>
            </a:r>
            <a:endParaRPr sz="1600" dirty="0" err="1">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 name="矩形"/>
          <p:cNvSpPr/>
          <p:nvPr/>
        </p:nvSpPr>
        <p:spPr>
          <a:xfrm>
            <a:off x="1090247" y="4902737"/>
            <a:ext cx="2153211" cy="714596"/>
          </a:xfrm>
          <a:prstGeom prst="rect">
            <a:avLst/>
          </a:prstGeom>
          <a:noFill/>
          <a:ln w="38100" cap="flat">
            <a:solidFill>
              <a:srgbClr val="DBB33C"/>
            </a:solidFill>
            <a:prstDash val="solid"/>
            <a:miter lim="800000"/>
          </a:ln>
          <a:effectLst>
            <a:outerShdw blurRad="50800" dist="50800" dir="5400000" algn="ctr" rotWithShape="0">
              <a:srgbClr val="000000">
                <a:alpha val="10000"/>
              </a:srgbClr>
            </a:outerShdw>
          </a:effectLst>
        </p:spPr>
        <p:txBody>
          <a:bodyPr wrap="square" lIns="38738" tIns="38738" rIns="38738" bIns="38738" numCol="1" anchor="ctr">
            <a:noAutofit/>
          </a:bodyPr>
          <a:lstStyle/>
          <a:p>
            <a:pPr algn="ctr" defTabSz="1079500">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dirty="0">
              <a:solidFill>
                <a:srgbClr val="DBB33C"/>
              </a:solidFill>
            </a:endParaRPr>
          </a:p>
        </p:txBody>
      </p:sp>
      <p:sp>
        <p:nvSpPr>
          <p:cNvPr id="25" name="全球运营及签约酒店"/>
          <p:cNvSpPr txBox="1"/>
          <p:nvPr/>
        </p:nvSpPr>
        <p:spPr>
          <a:xfrm>
            <a:off x="1145127" y="5098428"/>
            <a:ext cx="2043451" cy="323215"/>
          </a:xfrm>
          <a:prstGeom prst="rect">
            <a:avLst/>
          </a:prstGeom>
          <a:noFill/>
          <a:ln w="12700" cap="flat">
            <a:noFill/>
            <a:miter lim="400000"/>
          </a:ln>
          <a:effectLst>
            <a:outerShdw blurRad="50800" dist="50800" dir="5400000" algn="ctr" rotWithShape="0">
              <a:srgbClr val="000000">
                <a:alpha val="10000"/>
              </a:srgbClr>
            </a:outerShdw>
          </a:effectLst>
        </p:spPr>
        <p:txBody>
          <a:bodyPr wrap="square" lIns="38738" tIns="38738" rIns="38738" bIns="38738" numCol="1" anchor="ctr">
            <a:spAutoFit/>
          </a:bodyPr>
          <a:lstStyle>
            <a:lvl1pPr algn="ctr" defTabSz="1079500">
              <a:defRPr sz="2000"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defRPr>
                <a:latin typeface="Arial" panose="020B0604020202020204"/>
                <a:ea typeface="Arial" panose="020B0604020202020204"/>
                <a:cs typeface="Arial" panose="020B0604020202020204"/>
                <a:sym typeface="Arial" panose="020B0604020202020204"/>
              </a:defRPr>
            </a:pPr>
            <a:r>
              <a:rPr sz="1600" dirty="0" err="1">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全球运营及签约酒店</a:t>
            </a:r>
          </a:p>
        </p:txBody>
      </p:sp>
      <p:sp>
        <p:nvSpPr>
          <p:cNvPr id="26" name="矩形 34"/>
          <p:cNvSpPr txBox="1"/>
          <p:nvPr/>
        </p:nvSpPr>
        <p:spPr>
          <a:xfrm>
            <a:off x="1463199" y="4306852"/>
            <a:ext cx="1558244" cy="475615"/>
          </a:xfrm>
          <a:prstGeom prst="rect">
            <a:avLst/>
          </a:prstGeom>
          <a:ln w="12700">
            <a:miter lim="400000"/>
          </a:ln>
          <a:effectLst>
            <a:outerShdw blurRad="50800" dist="50800" dir="5400000" algn="ctr" rotWithShape="0">
              <a:srgbClr val="000000">
                <a:alpha val="10000"/>
              </a:srgbClr>
            </a:outerShdw>
          </a:effectLst>
        </p:spPr>
        <p:txBody>
          <a:bodyPr wrap="square" lIns="38738" rIns="38738" anchor="ctr">
            <a:spAutoFit/>
          </a:bodyPr>
          <a:lstStyle>
            <a:lvl1pPr algn="ctr" defTabSz="1079500">
              <a:defRPr sz="3300" b="1">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a:latin typeface="Arial" panose="020B0604020202020204"/>
                <a:ea typeface="Arial" panose="020B0604020202020204"/>
                <a:cs typeface="Arial" panose="020B0604020202020204"/>
                <a:sym typeface="Arial" panose="020B0604020202020204"/>
              </a:defRPr>
            </a:pPr>
            <a:r>
              <a:rPr lang="en-US" sz="2500" dirty="0">
                <a:solidFill>
                  <a:srgbClr val="DBB33C"/>
                </a:solidFill>
                <a:effectLst>
                  <a:outerShdw blurRad="38100" dist="38100" dir="2700000" algn="tl">
                    <a:srgbClr val="000000">
                      <a:alpha val="43137"/>
                    </a:srgbClr>
                  </a:outerShdw>
                </a:effectLst>
                <a:sym typeface="+mn-ea"/>
              </a:rPr>
              <a:t>400</a:t>
            </a:r>
            <a:r>
              <a:rPr lang="en-US" altLang="zh-CN" sz="25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a:t>
            </a:r>
            <a:r>
              <a:rPr lang="zh-CN" sz="25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家</a:t>
            </a:r>
          </a:p>
        </p:txBody>
      </p:sp>
      <p:sp>
        <p:nvSpPr>
          <p:cNvPr id="27" name="矩形 35"/>
          <p:cNvSpPr txBox="1"/>
          <p:nvPr/>
        </p:nvSpPr>
        <p:spPr>
          <a:xfrm>
            <a:off x="3848057" y="4303248"/>
            <a:ext cx="2080895" cy="475615"/>
          </a:xfrm>
          <a:prstGeom prst="rect">
            <a:avLst/>
          </a:prstGeom>
          <a:ln w="12700">
            <a:miter lim="400000"/>
          </a:ln>
          <a:effectLst>
            <a:outerShdw blurRad="50800" dist="50800" dir="5400000" algn="ctr" rotWithShape="0">
              <a:srgbClr val="000000">
                <a:alpha val="10000"/>
              </a:srgbClr>
            </a:outerShdw>
          </a:effectLst>
        </p:spPr>
        <p:txBody>
          <a:bodyPr wrap="square" lIns="38738" rIns="38738" anchor="ctr">
            <a:spAutoFit/>
          </a:bodyPr>
          <a:lstStyle>
            <a:lvl1pPr algn="ctr" defTabSz="1079500">
              <a:defRPr sz="3300" b="1">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a:latin typeface="Arial" panose="020B0604020202020204"/>
                <a:ea typeface="Arial" panose="020B0604020202020204"/>
                <a:cs typeface="Arial" panose="020B0604020202020204"/>
                <a:sym typeface="Arial" panose="020B0604020202020204"/>
              </a:defRPr>
            </a:pPr>
            <a:r>
              <a:rPr lang="en-US" altLang="zh-CN" sz="2500" dirty="0">
                <a:solidFill>
                  <a:srgbClr val="DBB33C"/>
                </a:solidFill>
                <a:latin typeface="微软雅黑" panose="020B0503020204020204" charset="-122"/>
                <a:ea typeface="微软雅黑" panose="020B0503020204020204" charset="-122"/>
                <a:cs typeface="微软雅黑" panose="020B0503020204020204" charset="-122"/>
                <a:sym typeface="+mn-ea"/>
              </a:rPr>
              <a:t>84</a:t>
            </a:r>
            <a:r>
              <a:rPr lang="zh-CN" sz="2500" dirty="0">
                <a:solidFill>
                  <a:srgbClr val="DBB33C"/>
                </a:solidFill>
                <a:latin typeface="微软雅黑" panose="020B0503020204020204" charset="-122"/>
                <a:ea typeface="微软雅黑" panose="020B0503020204020204" charset="-122"/>
                <a:cs typeface="微软雅黑" panose="020B0503020204020204" charset="-122"/>
                <a:sym typeface="+mn-ea"/>
              </a:rPr>
              <a:t>,000</a:t>
            </a:r>
            <a:r>
              <a:rPr lang="en-US" altLang="zh-CN" sz="2500" dirty="0">
                <a:solidFill>
                  <a:srgbClr val="DBB33C"/>
                </a:solidFill>
                <a:latin typeface="微软雅黑" panose="020B0503020204020204" charset="-122"/>
                <a:ea typeface="微软雅黑" panose="020B0503020204020204" charset="-122"/>
                <a:cs typeface="微软雅黑" panose="020B0503020204020204" charset="-122"/>
                <a:sym typeface="+mn-ea"/>
              </a:rPr>
              <a:t>+</a:t>
            </a:r>
            <a:r>
              <a:rPr lang="zh-CN" sz="2500" dirty="0">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间</a:t>
            </a:r>
          </a:p>
        </p:txBody>
      </p:sp>
      <p:sp>
        <p:nvSpPr>
          <p:cNvPr id="28" name="矩形 36"/>
          <p:cNvSpPr txBox="1"/>
          <p:nvPr/>
        </p:nvSpPr>
        <p:spPr>
          <a:xfrm>
            <a:off x="6384032" y="4301372"/>
            <a:ext cx="2080895" cy="475615"/>
          </a:xfrm>
          <a:prstGeom prst="rect">
            <a:avLst/>
          </a:prstGeom>
          <a:ln w="12700">
            <a:miter lim="400000"/>
          </a:ln>
          <a:effectLst>
            <a:outerShdw blurRad="50800" dist="50800" dir="5400000" algn="ctr" rotWithShape="0">
              <a:srgbClr val="000000">
                <a:alpha val="10000"/>
              </a:srgbClr>
            </a:outerShdw>
          </a:effectLst>
        </p:spPr>
        <p:txBody>
          <a:bodyPr wrap="square" lIns="38738" rIns="38738" anchor="ctr">
            <a:spAutoFit/>
          </a:bodyPr>
          <a:lstStyle>
            <a:lvl1pPr algn="ctr" defTabSz="1079500">
              <a:defRPr sz="3300" b="1">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a:latin typeface="Arial" panose="020B0604020202020204"/>
                <a:ea typeface="Arial" panose="020B0604020202020204"/>
                <a:cs typeface="Arial" panose="020B0604020202020204"/>
                <a:sym typeface="Arial" panose="020B0604020202020204"/>
              </a:defRPr>
            </a:pPr>
            <a:r>
              <a:rPr lang="en-US" sz="2500" dirty="0">
                <a:solidFill>
                  <a:srgbClr val="DBB33C"/>
                </a:solidFill>
                <a:latin typeface="微软雅黑" panose="020B0503020204020204" charset="-122"/>
                <a:ea typeface="微软雅黑" panose="020B0503020204020204" charset="-122"/>
                <a:cs typeface="微软雅黑" panose="020B0503020204020204" charset="-122"/>
                <a:sym typeface="+mn-ea"/>
              </a:rPr>
              <a:t>1</a:t>
            </a:r>
            <a:r>
              <a:rPr lang="en-US" altLang="zh-CN" sz="2500" dirty="0">
                <a:solidFill>
                  <a:srgbClr val="DBB33C"/>
                </a:solidFill>
                <a:latin typeface="微软雅黑" panose="020B0503020204020204" charset="-122"/>
                <a:ea typeface="微软雅黑" panose="020B0503020204020204" charset="-122"/>
                <a:cs typeface="微软雅黑" panose="020B0503020204020204" charset="-122"/>
                <a:sym typeface="+mn-ea"/>
              </a:rPr>
              <a:t>6,</a:t>
            </a:r>
            <a:r>
              <a:rPr lang="zh-CN" sz="2500" dirty="0">
                <a:solidFill>
                  <a:srgbClr val="DBB33C"/>
                </a:solidFill>
                <a:latin typeface="微软雅黑" panose="020B0503020204020204" charset="-122"/>
                <a:ea typeface="微软雅黑" panose="020B0503020204020204" charset="-122"/>
                <a:cs typeface="微软雅黑" panose="020B0503020204020204" charset="-122"/>
                <a:sym typeface="+mn-ea"/>
              </a:rPr>
              <a:t>000</a:t>
            </a:r>
            <a:r>
              <a:rPr lang="en-US" altLang="zh-CN" sz="2500" dirty="0">
                <a:solidFill>
                  <a:srgbClr val="DBB33C"/>
                </a:solidFill>
                <a:latin typeface="微软雅黑" panose="020B0503020204020204" charset="-122"/>
                <a:ea typeface="微软雅黑" panose="020B0503020204020204" charset="-122"/>
                <a:cs typeface="微软雅黑" panose="020B0503020204020204" charset="-122"/>
                <a:sym typeface="+mn-ea"/>
              </a:rPr>
              <a:t>,</a:t>
            </a:r>
            <a:r>
              <a:rPr lang="en-US" altLang="zh-CN" sz="2500" dirty="0">
                <a:solidFill>
                  <a:srgbClr val="DBB33C"/>
                </a:solidFill>
              </a:rPr>
              <a:t>000</a:t>
            </a:r>
            <a:r>
              <a:rPr lang="zh-CN" sz="2500" dirty="0">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p>
        </p:txBody>
      </p:sp>
      <p:sp>
        <p:nvSpPr>
          <p:cNvPr id="29" name="矩形 37"/>
          <p:cNvSpPr txBox="1"/>
          <p:nvPr/>
        </p:nvSpPr>
        <p:spPr>
          <a:xfrm>
            <a:off x="9302818" y="4288998"/>
            <a:ext cx="1706665" cy="475615"/>
          </a:xfrm>
          <a:prstGeom prst="rect">
            <a:avLst/>
          </a:prstGeom>
          <a:ln w="12700">
            <a:miter lim="400000"/>
          </a:ln>
          <a:effectLst>
            <a:outerShdw blurRad="50800" dist="50800" dir="5400000" algn="ctr" rotWithShape="0">
              <a:srgbClr val="000000">
                <a:alpha val="10000"/>
              </a:srgbClr>
            </a:outerShdw>
          </a:effectLst>
        </p:spPr>
        <p:txBody>
          <a:bodyPr wrap="square" lIns="38738" rIns="38738" anchor="ctr">
            <a:spAutoFit/>
          </a:bodyPr>
          <a:lstStyle>
            <a:lvl1pPr algn="ctr" defTabSz="1079500">
              <a:defRPr sz="3300" b="1">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a:latin typeface="Arial" panose="020B0604020202020204"/>
                <a:ea typeface="Arial" panose="020B0604020202020204"/>
                <a:cs typeface="Arial" panose="020B0604020202020204"/>
                <a:sym typeface="Arial" panose="020B0604020202020204"/>
              </a:defRPr>
            </a:pPr>
            <a:r>
              <a:rPr lang="en-US" altLang="zh-CN" sz="2500" dirty="0">
                <a:solidFill>
                  <a:srgbClr val="DBB33C"/>
                </a:solidFill>
                <a:latin typeface="微软雅黑" panose="020B0503020204020204" charset="-122"/>
                <a:ea typeface="微软雅黑" panose="020B0503020204020204" charset="-122"/>
                <a:cs typeface="微软雅黑" panose="020B0503020204020204" charset="-122"/>
                <a:sym typeface="+mn-ea"/>
              </a:rPr>
              <a:t>5</a:t>
            </a:r>
            <a:r>
              <a:rPr lang="zh-CN" sz="2500" dirty="0">
                <a:solidFill>
                  <a:srgbClr val="DBB33C"/>
                </a:solidFill>
                <a:latin typeface="微软雅黑" panose="020B0503020204020204" charset="-122"/>
                <a:ea typeface="微软雅黑" panose="020B0503020204020204" charset="-122"/>
                <a:cs typeface="微软雅黑" panose="020B0503020204020204" charset="-122"/>
                <a:sym typeface="+mn-ea"/>
              </a:rPr>
              <a:t>,</a:t>
            </a:r>
            <a:r>
              <a:rPr lang="en-US" altLang="zh-CN" sz="2500" dirty="0">
                <a:solidFill>
                  <a:srgbClr val="DBB33C"/>
                </a:solidFill>
                <a:sym typeface="+mn-ea"/>
              </a:rPr>
              <a:t>5</a:t>
            </a:r>
            <a:r>
              <a:rPr lang="zh-CN" sz="2500" dirty="0">
                <a:solidFill>
                  <a:srgbClr val="DBB33C"/>
                </a:solidFill>
                <a:latin typeface="微软雅黑" panose="020B0503020204020204" charset="-122"/>
                <a:ea typeface="微软雅黑" panose="020B0503020204020204" charset="-122"/>
                <a:cs typeface="微软雅黑" panose="020B0503020204020204" charset="-122"/>
                <a:sym typeface="+mn-ea"/>
              </a:rPr>
              <a:t>00+</a:t>
            </a:r>
            <a:endParaRPr lang="zh-CN" altLang="zh-CN" sz="2500" dirty="0">
              <a:solidFill>
                <a:srgbClr val="DBB33C"/>
              </a:solidFill>
              <a:latin typeface="微软雅黑" panose="020B0503020204020204" charset="-122"/>
              <a:ea typeface="微软雅黑" panose="020B0503020204020204" charset="-122"/>
              <a:cs typeface="微软雅黑" panose="020B0503020204020204" charset="-122"/>
              <a:sym typeface="+mn-ea"/>
            </a:endParaRPr>
          </a:p>
        </p:txBody>
      </p:sp>
      <p:sp>
        <p:nvSpPr>
          <p:cNvPr id="31" name="矩形"/>
          <p:cNvSpPr/>
          <p:nvPr/>
        </p:nvSpPr>
        <p:spPr>
          <a:xfrm>
            <a:off x="3716432" y="4904827"/>
            <a:ext cx="2153211" cy="714596"/>
          </a:xfrm>
          <a:prstGeom prst="rect">
            <a:avLst/>
          </a:prstGeom>
          <a:noFill/>
          <a:ln w="38100" cap="flat">
            <a:solidFill>
              <a:srgbClr val="DBB33C"/>
            </a:solidFill>
            <a:prstDash val="solid"/>
            <a:miter lim="800000"/>
          </a:ln>
          <a:effectLst>
            <a:outerShdw blurRad="50800" dist="50800" dir="5400000" algn="ctr" rotWithShape="0">
              <a:srgbClr val="000000">
                <a:alpha val="10000"/>
              </a:srgbClr>
            </a:outerShdw>
          </a:effectLst>
        </p:spPr>
        <p:txBody>
          <a:bodyPr wrap="square" lIns="38738" tIns="38738" rIns="38738" bIns="38738" numCol="1" anchor="ctr">
            <a:noAutofit/>
          </a:bodyPr>
          <a:lstStyle/>
          <a:p>
            <a:pPr algn="ctr" defTabSz="1079500">
              <a:lnSpc>
                <a:spcPts val="3500"/>
              </a:lnSpc>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solidFill>
                <a:srgbClr val="DBB33C"/>
              </a:solidFill>
            </a:endParaRPr>
          </a:p>
        </p:txBody>
      </p:sp>
      <p:sp>
        <p:nvSpPr>
          <p:cNvPr id="32" name="中高端酒店客房"/>
          <p:cNvSpPr txBox="1"/>
          <p:nvPr/>
        </p:nvSpPr>
        <p:spPr>
          <a:xfrm>
            <a:off x="3771312" y="5103370"/>
            <a:ext cx="2043451" cy="323215"/>
          </a:xfrm>
          <a:prstGeom prst="rect">
            <a:avLst/>
          </a:prstGeom>
          <a:noFill/>
          <a:ln w="12700" cap="flat">
            <a:noFill/>
            <a:miter lim="400000"/>
          </a:ln>
          <a:effectLst>
            <a:outerShdw blurRad="50800" dist="50800" dir="5400000" algn="ctr" rotWithShape="0">
              <a:srgbClr val="000000">
                <a:alpha val="10000"/>
              </a:srgbClr>
            </a:outerShdw>
          </a:effectLst>
        </p:spPr>
        <p:txBody>
          <a:bodyPr wrap="square" lIns="38738" tIns="38738" rIns="38738" bIns="38738" numCol="1" anchor="ctr">
            <a:spAutoFit/>
          </a:bodyPr>
          <a:lstStyle>
            <a:lvl1pPr algn="ctr" defTabSz="1079500">
              <a:lnSpc>
                <a:spcPts val="3500"/>
              </a:lnSpc>
              <a:defRPr sz="2100"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nSpc>
                <a:spcPct val="100000"/>
              </a:lnSpc>
              <a:defRPr>
                <a:latin typeface="Arial" panose="020B0604020202020204"/>
                <a:ea typeface="Arial" panose="020B0604020202020204"/>
                <a:cs typeface="Arial" panose="020B0604020202020204"/>
                <a:sym typeface="Arial" panose="020B0604020202020204"/>
              </a:defRPr>
            </a:pPr>
            <a:r>
              <a:rPr sz="1600" dirty="0" err="1">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中高端酒店客房</a:t>
            </a:r>
          </a:p>
        </p:txBody>
      </p:sp>
      <p:sp>
        <p:nvSpPr>
          <p:cNvPr id="34" name="矩形"/>
          <p:cNvSpPr/>
          <p:nvPr/>
        </p:nvSpPr>
        <p:spPr>
          <a:xfrm>
            <a:off x="6340529" y="4906916"/>
            <a:ext cx="2153211" cy="714595"/>
          </a:xfrm>
          <a:prstGeom prst="rect">
            <a:avLst/>
          </a:prstGeom>
          <a:noFill/>
          <a:ln w="38100" cap="flat">
            <a:solidFill>
              <a:srgbClr val="DBB33C"/>
            </a:solidFill>
            <a:prstDash val="solid"/>
            <a:miter lim="800000"/>
          </a:ln>
          <a:effectLst>
            <a:outerShdw blurRad="50800" dist="50800" dir="5400000" algn="ctr" rotWithShape="0">
              <a:srgbClr val="000000">
                <a:alpha val="10000"/>
              </a:srgbClr>
            </a:outerShdw>
          </a:effectLst>
        </p:spPr>
        <p:txBody>
          <a:bodyPr wrap="square" lIns="38738" tIns="38738" rIns="38738" bIns="38738" numCol="1" anchor="ctr">
            <a:noAutofit/>
          </a:bodyPr>
          <a:lstStyle/>
          <a:p>
            <a:pPr algn="ctr" defTabSz="1079500">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solidFill>
                <a:srgbClr val="DBB33C"/>
              </a:solidFill>
            </a:endParaRPr>
          </a:p>
        </p:txBody>
      </p:sp>
      <p:sp>
        <p:nvSpPr>
          <p:cNvPr id="35" name="中旅心享会会员"/>
          <p:cNvSpPr txBox="1"/>
          <p:nvPr/>
        </p:nvSpPr>
        <p:spPr>
          <a:xfrm>
            <a:off x="6338440" y="5102606"/>
            <a:ext cx="2165415" cy="323215"/>
          </a:xfrm>
          <a:prstGeom prst="rect">
            <a:avLst/>
          </a:prstGeom>
          <a:noFill/>
          <a:ln w="12700" cap="flat">
            <a:noFill/>
            <a:miter lim="400000"/>
          </a:ln>
          <a:effectLst>
            <a:outerShdw blurRad="50800" dist="50800" dir="5400000" algn="ctr" rotWithShape="0">
              <a:srgbClr val="000000">
                <a:alpha val="10000"/>
              </a:srgbClr>
            </a:outerShdw>
          </a:effectLst>
        </p:spPr>
        <p:txBody>
          <a:bodyPr wrap="square" lIns="38738" tIns="38738" rIns="38738" bIns="38738" numCol="1" anchor="ctr">
            <a:spAutoFit/>
          </a:bodyPr>
          <a:lstStyle>
            <a:lvl1pPr algn="ctr" defTabSz="1079500">
              <a:defRPr sz="2100"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defRPr>
                <a:latin typeface="Arial" panose="020B0604020202020204"/>
                <a:ea typeface="Arial" panose="020B0604020202020204"/>
                <a:cs typeface="Arial" panose="020B0604020202020204"/>
                <a:sym typeface="Arial" panose="020B0604020202020204"/>
              </a:defRPr>
            </a:pPr>
            <a:r>
              <a:rPr lang="zh-CN" sz="1600" dirty="0">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中旅</a:t>
            </a:r>
            <a:r>
              <a:rPr lang="zh-CN" altLang="en-US" sz="1600" dirty="0">
                <a:solidFill>
                  <a:srgbClr val="DBB33C"/>
                </a:solidFill>
                <a:latin typeface="微软雅黑" panose="020B0503020204020204" charset="-122"/>
                <a:ea typeface="微软雅黑" panose="020B0503020204020204" charset="-122"/>
              </a:rPr>
              <a:t>酒店生态</a:t>
            </a:r>
            <a:r>
              <a:rPr sz="1600" dirty="0" err="1">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会员</a:t>
            </a:r>
            <a:endParaRPr sz="1600" spc="10" dirty="0">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7" name="矩形"/>
          <p:cNvSpPr/>
          <p:nvPr/>
        </p:nvSpPr>
        <p:spPr>
          <a:xfrm>
            <a:off x="8964625" y="4904827"/>
            <a:ext cx="2153211" cy="714596"/>
          </a:xfrm>
          <a:prstGeom prst="rect">
            <a:avLst/>
          </a:prstGeom>
          <a:noFill/>
          <a:ln w="38100" cap="flat">
            <a:solidFill>
              <a:srgbClr val="DBB33C"/>
            </a:solidFill>
            <a:prstDash val="solid"/>
            <a:miter lim="800000"/>
          </a:ln>
          <a:effectLst>
            <a:outerShdw blurRad="50800" dist="50800" dir="5400000" algn="ctr" rotWithShape="0">
              <a:srgbClr val="000000">
                <a:alpha val="10000"/>
              </a:srgbClr>
            </a:outerShdw>
          </a:effectLst>
        </p:spPr>
        <p:txBody>
          <a:bodyPr wrap="square" lIns="38738" tIns="38738" rIns="38738" bIns="38738" numCol="1" anchor="ctr">
            <a:noAutofit/>
          </a:bodyPr>
          <a:lstStyle/>
          <a:p>
            <a:pPr algn="ctr" defTabSz="1079500">
              <a:lnSpc>
                <a:spcPts val="3500"/>
              </a:lnSpc>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solidFill>
                <a:srgbClr val="DBB33C"/>
              </a:solidFill>
            </a:endParaRPr>
          </a:p>
        </p:txBody>
      </p:sp>
      <p:sp>
        <p:nvSpPr>
          <p:cNvPr id="38" name="集团签约客户"/>
          <p:cNvSpPr txBox="1"/>
          <p:nvPr/>
        </p:nvSpPr>
        <p:spPr>
          <a:xfrm>
            <a:off x="9017415" y="5120555"/>
            <a:ext cx="2043451" cy="323215"/>
          </a:xfrm>
          <a:prstGeom prst="rect">
            <a:avLst/>
          </a:prstGeom>
          <a:noFill/>
          <a:ln w="12700" cap="flat">
            <a:noFill/>
            <a:miter lim="400000"/>
          </a:ln>
          <a:effectLst>
            <a:outerShdw blurRad="50800" dist="50800" dir="5400000" algn="ctr" rotWithShape="0">
              <a:srgbClr val="000000">
                <a:alpha val="10000"/>
              </a:srgbClr>
            </a:outerShdw>
          </a:effectLst>
        </p:spPr>
        <p:txBody>
          <a:bodyPr wrap="square" lIns="38738" tIns="38738" rIns="38738" bIns="38738" numCol="1" anchor="ctr">
            <a:spAutoFit/>
          </a:bodyPr>
          <a:lstStyle>
            <a:lvl1pPr algn="ctr" defTabSz="1079500">
              <a:lnSpc>
                <a:spcPts val="3500"/>
              </a:lnSpc>
              <a:defRPr sz="2100"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nSpc>
                <a:spcPct val="100000"/>
              </a:lnSpc>
              <a:defRPr>
                <a:latin typeface="Arial" panose="020B0604020202020204"/>
                <a:ea typeface="Arial" panose="020B0604020202020204"/>
                <a:cs typeface="Arial" panose="020B0604020202020204"/>
                <a:sym typeface="Arial" panose="020B0604020202020204"/>
              </a:defRPr>
            </a:pPr>
            <a:r>
              <a:rPr sz="1600" dirty="0" err="1">
                <a:solidFill>
                  <a:srgbClr val="DBB33C"/>
                </a:solidFill>
                <a:latin typeface="微软雅黑" panose="020B0503020204020204" charset="-122"/>
                <a:ea typeface="微软雅黑" panose="020B0503020204020204" charset="-122"/>
                <a:cs typeface="微软雅黑" panose="020B0503020204020204" charset="-122"/>
                <a:sym typeface="微软雅黑" panose="020B0503020204020204" charset="-122"/>
              </a:rPr>
              <a:t>集团签约客户</a:t>
            </a:r>
          </a:p>
        </p:txBody>
      </p:sp>
      <p:sp>
        <p:nvSpPr>
          <p:cNvPr id="67" name="任意形状 66"/>
          <p:cNvSpPr/>
          <p:nvPr/>
        </p:nvSpPr>
        <p:spPr>
          <a:xfrm>
            <a:off x="640973" y="1667548"/>
            <a:ext cx="10937632" cy="1256508"/>
          </a:xfrm>
          <a:custGeom>
            <a:avLst/>
            <a:gdLst>
              <a:gd name="connsiteX0" fmla="*/ 0 w 10937632"/>
              <a:gd name="connsiteY0" fmla="*/ 0 h 1256508"/>
              <a:gd name="connsiteX1" fmla="*/ 10937632 w 10937632"/>
              <a:gd name="connsiteY1" fmla="*/ 0 h 1256508"/>
              <a:gd name="connsiteX2" fmla="*/ 10937632 w 10937632"/>
              <a:gd name="connsiteY2" fmla="*/ 1256508 h 1256508"/>
              <a:gd name="connsiteX3" fmla="*/ 10474775 w 10937632"/>
              <a:gd name="connsiteY3" fmla="*/ 1256508 h 1256508"/>
              <a:gd name="connsiteX4" fmla="*/ 10474775 w 10937632"/>
              <a:gd name="connsiteY4" fmla="*/ 972611 h 1256508"/>
              <a:gd name="connsiteX5" fmla="*/ 8321564 w 10937632"/>
              <a:gd name="connsiteY5" fmla="*/ 972611 h 1256508"/>
              <a:gd name="connsiteX6" fmla="*/ 8321564 w 10937632"/>
              <a:gd name="connsiteY6" fmla="*/ 1256508 h 1256508"/>
              <a:gd name="connsiteX7" fmla="*/ 7850677 w 10937632"/>
              <a:gd name="connsiteY7" fmla="*/ 1256508 h 1256508"/>
              <a:gd name="connsiteX8" fmla="*/ 7850677 w 10937632"/>
              <a:gd name="connsiteY8" fmla="*/ 972611 h 1256508"/>
              <a:gd name="connsiteX9" fmla="*/ 5697466 w 10937632"/>
              <a:gd name="connsiteY9" fmla="*/ 972611 h 1256508"/>
              <a:gd name="connsiteX10" fmla="*/ 5697466 w 10937632"/>
              <a:gd name="connsiteY10" fmla="*/ 1256508 h 1256508"/>
              <a:gd name="connsiteX11" fmla="*/ 5226579 w 10937632"/>
              <a:gd name="connsiteY11" fmla="*/ 1256508 h 1256508"/>
              <a:gd name="connsiteX12" fmla="*/ 5226579 w 10937632"/>
              <a:gd name="connsiteY12" fmla="*/ 970669 h 1256508"/>
              <a:gd name="connsiteX13" fmla="*/ 3073368 w 10937632"/>
              <a:gd name="connsiteY13" fmla="*/ 970669 h 1256508"/>
              <a:gd name="connsiteX14" fmla="*/ 3073368 w 10937632"/>
              <a:gd name="connsiteY14" fmla="*/ 1256508 h 1256508"/>
              <a:gd name="connsiteX15" fmla="*/ 2602482 w 10937632"/>
              <a:gd name="connsiteY15" fmla="*/ 1256508 h 1256508"/>
              <a:gd name="connsiteX16" fmla="*/ 2602482 w 10937632"/>
              <a:gd name="connsiteY16" fmla="*/ 958269 h 1256508"/>
              <a:gd name="connsiteX17" fmla="*/ 449271 w 10937632"/>
              <a:gd name="connsiteY17" fmla="*/ 958269 h 1256508"/>
              <a:gd name="connsiteX18" fmla="*/ 449271 w 10937632"/>
              <a:gd name="connsiteY18" fmla="*/ 1256508 h 1256508"/>
              <a:gd name="connsiteX19" fmla="*/ 0 w 10937632"/>
              <a:gd name="connsiteY19" fmla="*/ 1256508 h 1256508"/>
              <a:gd name="connsiteX20" fmla="*/ 0 w 10937632"/>
              <a:gd name="connsiteY20" fmla="*/ 0 h 1256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937632" h="1256508">
                <a:moveTo>
                  <a:pt x="0" y="0"/>
                </a:moveTo>
                <a:lnTo>
                  <a:pt x="10937632" y="0"/>
                </a:lnTo>
                <a:lnTo>
                  <a:pt x="10937632" y="1256508"/>
                </a:lnTo>
                <a:lnTo>
                  <a:pt x="10474775" y="1256508"/>
                </a:lnTo>
                <a:lnTo>
                  <a:pt x="10474775" y="972611"/>
                </a:lnTo>
                <a:lnTo>
                  <a:pt x="8321564" y="972611"/>
                </a:lnTo>
                <a:lnTo>
                  <a:pt x="8321564" y="1256508"/>
                </a:lnTo>
                <a:lnTo>
                  <a:pt x="7850677" y="1256508"/>
                </a:lnTo>
                <a:lnTo>
                  <a:pt x="7850677" y="972611"/>
                </a:lnTo>
                <a:lnTo>
                  <a:pt x="5697466" y="972611"/>
                </a:lnTo>
                <a:lnTo>
                  <a:pt x="5697466" y="1256508"/>
                </a:lnTo>
                <a:lnTo>
                  <a:pt x="5226579" y="1256508"/>
                </a:lnTo>
                <a:lnTo>
                  <a:pt x="5226579" y="970669"/>
                </a:lnTo>
                <a:lnTo>
                  <a:pt x="3073368" y="970669"/>
                </a:lnTo>
                <a:lnTo>
                  <a:pt x="3073368" y="1256508"/>
                </a:lnTo>
                <a:lnTo>
                  <a:pt x="2602482" y="1256508"/>
                </a:lnTo>
                <a:lnTo>
                  <a:pt x="2602482" y="958269"/>
                </a:lnTo>
                <a:lnTo>
                  <a:pt x="449271" y="958269"/>
                </a:lnTo>
                <a:lnTo>
                  <a:pt x="449271" y="1256508"/>
                </a:lnTo>
                <a:lnTo>
                  <a:pt x="0" y="1256508"/>
                </a:lnTo>
                <a:lnTo>
                  <a:pt x="0" y="0"/>
                </a:lnTo>
                <a:close/>
              </a:path>
            </a:pathLst>
          </a:custGeom>
          <a:noFill/>
          <a:ln w="15875">
            <a:solidFill>
              <a:srgbClr val="DBB33C"/>
            </a:solidFill>
          </a:ln>
          <a:effectLst>
            <a:outerShdw blurRad="50800" dist="508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solidFill>
                <a:srgbClr val="DBB33C"/>
              </a:solidFill>
            </a:endParaRPr>
          </a:p>
        </p:txBody>
      </p:sp>
      <p:sp>
        <p:nvSpPr>
          <p:cNvPr id="69" name="任意形状 68"/>
          <p:cNvSpPr/>
          <p:nvPr/>
        </p:nvSpPr>
        <p:spPr>
          <a:xfrm>
            <a:off x="640973" y="3933056"/>
            <a:ext cx="10937632" cy="1256508"/>
          </a:xfrm>
          <a:custGeom>
            <a:avLst/>
            <a:gdLst>
              <a:gd name="connsiteX0" fmla="*/ 0 w 10937632"/>
              <a:gd name="connsiteY0" fmla="*/ 0 h 1256508"/>
              <a:gd name="connsiteX1" fmla="*/ 10937632 w 10937632"/>
              <a:gd name="connsiteY1" fmla="*/ 0 h 1256508"/>
              <a:gd name="connsiteX2" fmla="*/ 10937632 w 10937632"/>
              <a:gd name="connsiteY2" fmla="*/ 1256508 h 1256508"/>
              <a:gd name="connsiteX3" fmla="*/ 10474775 w 10937632"/>
              <a:gd name="connsiteY3" fmla="*/ 1256508 h 1256508"/>
              <a:gd name="connsiteX4" fmla="*/ 10474775 w 10937632"/>
              <a:gd name="connsiteY4" fmla="*/ 972611 h 1256508"/>
              <a:gd name="connsiteX5" fmla="*/ 8321564 w 10937632"/>
              <a:gd name="connsiteY5" fmla="*/ 972611 h 1256508"/>
              <a:gd name="connsiteX6" fmla="*/ 8321564 w 10937632"/>
              <a:gd name="connsiteY6" fmla="*/ 1256508 h 1256508"/>
              <a:gd name="connsiteX7" fmla="*/ 7850677 w 10937632"/>
              <a:gd name="connsiteY7" fmla="*/ 1256508 h 1256508"/>
              <a:gd name="connsiteX8" fmla="*/ 7850677 w 10937632"/>
              <a:gd name="connsiteY8" fmla="*/ 972611 h 1256508"/>
              <a:gd name="connsiteX9" fmla="*/ 5697466 w 10937632"/>
              <a:gd name="connsiteY9" fmla="*/ 972611 h 1256508"/>
              <a:gd name="connsiteX10" fmla="*/ 5697466 w 10937632"/>
              <a:gd name="connsiteY10" fmla="*/ 1256508 h 1256508"/>
              <a:gd name="connsiteX11" fmla="*/ 5226579 w 10937632"/>
              <a:gd name="connsiteY11" fmla="*/ 1256508 h 1256508"/>
              <a:gd name="connsiteX12" fmla="*/ 5226579 w 10937632"/>
              <a:gd name="connsiteY12" fmla="*/ 970669 h 1256508"/>
              <a:gd name="connsiteX13" fmla="*/ 3073368 w 10937632"/>
              <a:gd name="connsiteY13" fmla="*/ 970669 h 1256508"/>
              <a:gd name="connsiteX14" fmla="*/ 3073368 w 10937632"/>
              <a:gd name="connsiteY14" fmla="*/ 1256508 h 1256508"/>
              <a:gd name="connsiteX15" fmla="*/ 2602482 w 10937632"/>
              <a:gd name="connsiteY15" fmla="*/ 1256508 h 1256508"/>
              <a:gd name="connsiteX16" fmla="*/ 2602482 w 10937632"/>
              <a:gd name="connsiteY16" fmla="*/ 958269 h 1256508"/>
              <a:gd name="connsiteX17" fmla="*/ 449271 w 10937632"/>
              <a:gd name="connsiteY17" fmla="*/ 958269 h 1256508"/>
              <a:gd name="connsiteX18" fmla="*/ 449271 w 10937632"/>
              <a:gd name="connsiteY18" fmla="*/ 1256508 h 1256508"/>
              <a:gd name="connsiteX19" fmla="*/ 0 w 10937632"/>
              <a:gd name="connsiteY19" fmla="*/ 1256508 h 1256508"/>
              <a:gd name="connsiteX20" fmla="*/ 0 w 10937632"/>
              <a:gd name="connsiteY20" fmla="*/ 0 h 1256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937632" h="1256508">
                <a:moveTo>
                  <a:pt x="0" y="0"/>
                </a:moveTo>
                <a:lnTo>
                  <a:pt x="10937632" y="0"/>
                </a:lnTo>
                <a:lnTo>
                  <a:pt x="10937632" y="1256508"/>
                </a:lnTo>
                <a:lnTo>
                  <a:pt x="10474775" y="1256508"/>
                </a:lnTo>
                <a:lnTo>
                  <a:pt x="10474775" y="972611"/>
                </a:lnTo>
                <a:lnTo>
                  <a:pt x="8321564" y="972611"/>
                </a:lnTo>
                <a:lnTo>
                  <a:pt x="8321564" y="1256508"/>
                </a:lnTo>
                <a:lnTo>
                  <a:pt x="7850677" y="1256508"/>
                </a:lnTo>
                <a:lnTo>
                  <a:pt x="7850677" y="972611"/>
                </a:lnTo>
                <a:lnTo>
                  <a:pt x="5697466" y="972611"/>
                </a:lnTo>
                <a:lnTo>
                  <a:pt x="5697466" y="1256508"/>
                </a:lnTo>
                <a:lnTo>
                  <a:pt x="5226579" y="1256508"/>
                </a:lnTo>
                <a:lnTo>
                  <a:pt x="5226579" y="970669"/>
                </a:lnTo>
                <a:lnTo>
                  <a:pt x="3073368" y="970669"/>
                </a:lnTo>
                <a:lnTo>
                  <a:pt x="3073368" y="1256508"/>
                </a:lnTo>
                <a:lnTo>
                  <a:pt x="2602482" y="1256508"/>
                </a:lnTo>
                <a:lnTo>
                  <a:pt x="2602482" y="958269"/>
                </a:lnTo>
                <a:lnTo>
                  <a:pt x="449271" y="958269"/>
                </a:lnTo>
                <a:lnTo>
                  <a:pt x="449271" y="1256508"/>
                </a:lnTo>
                <a:lnTo>
                  <a:pt x="0" y="1256508"/>
                </a:lnTo>
                <a:lnTo>
                  <a:pt x="0" y="0"/>
                </a:lnTo>
                <a:close/>
              </a:path>
            </a:pathLst>
          </a:custGeom>
          <a:noFill/>
          <a:ln w="15875">
            <a:solidFill>
              <a:srgbClr val="DBB33C"/>
            </a:solidFill>
          </a:ln>
          <a:effectLst>
            <a:outerShdw blurRad="50800" dist="508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solidFill>
                <a:srgbClr val="DBB33C"/>
              </a:solidFill>
            </a:endParaRPr>
          </a:p>
        </p:txBody>
      </p:sp>
      <p:pic>
        <p:nvPicPr>
          <p:cNvPr id="70" name="图片 69"/>
          <p:cNvPicPr>
            <a:picLocks noChangeAspect="1"/>
          </p:cNvPicPr>
          <p:nvPr/>
        </p:nvPicPr>
        <p:blipFill>
          <a:blip r:embed="rId5" cstate="email"/>
          <a:stretch>
            <a:fillRect/>
          </a:stretch>
        </p:blipFill>
        <p:spPr>
          <a:xfrm>
            <a:off x="9984432" y="225364"/>
            <a:ext cx="1954772" cy="683356"/>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cstate="email"/>
          <a:stretch>
            <a:fillRect/>
          </a:stretch>
        </p:blipFill>
        <p:spPr>
          <a:xfrm>
            <a:off x="1" y="0"/>
            <a:ext cx="12191998" cy="6813550"/>
          </a:xfrm>
          <a:prstGeom prst="rect">
            <a:avLst/>
          </a:prstGeom>
        </p:spPr>
      </p:pic>
      <p:sp>
        <p:nvSpPr>
          <p:cNvPr id="78" name="矩形 77"/>
          <p:cNvSpPr/>
          <p:nvPr/>
        </p:nvSpPr>
        <p:spPr>
          <a:xfrm>
            <a:off x="0" y="8564"/>
            <a:ext cx="12191999" cy="6804986"/>
          </a:xfrm>
          <a:prstGeom prst="rect">
            <a:avLst/>
          </a:prstGeom>
          <a:solidFill>
            <a:srgbClr val="002060">
              <a:alpha val="803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 name="图片 1"/>
          <p:cNvPicPr>
            <a:picLocks noChangeAspect="1"/>
          </p:cNvPicPr>
          <p:nvPr/>
        </p:nvPicPr>
        <p:blipFill>
          <a:blip r:embed="rId3" cstate="email"/>
          <a:stretch>
            <a:fillRect/>
          </a:stretch>
        </p:blipFill>
        <p:spPr>
          <a:xfrm>
            <a:off x="409925" y="395613"/>
            <a:ext cx="368828" cy="458763"/>
          </a:xfrm>
          <a:prstGeom prst="rect">
            <a:avLst/>
          </a:prstGeom>
        </p:spPr>
      </p:pic>
      <p:sp>
        <p:nvSpPr>
          <p:cNvPr id="3" name="文本框 2"/>
          <p:cNvSpPr txBox="1"/>
          <p:nvPr/>
        </p:nvSpPr>
        <p:spPr>
          <a:xfrm>
            <a:off x="811569" y="387983"/>
            <a:ext cx="5830572" cy="461665"/>
          </a:xfrm>
          <a:prstGeom prst="rect">
            <a:avLst/>
          </a:prstGeom>
          <a:noFill/>
        </p:spPr>
        <p:txBody>
          <a:bodyPr wrap="square" rtlCol="0">
            <a:spAutoFit/>
          </a:bodyPr>
          <a:lstStyle/>
          <a:p>
            <a:r>
              <a:rPr lang="zh-CN" altLang="en-US" sz="2400" b="1" dirty="0">
                <a:solidFill>
                  <a:srgbClr val="DBB33C"/>
                </a:solidFill>
                <a:latin typeface="微软雅黑" panose="020B0503020204020204" charset="-122"/>
                <a:ea typeface="微软雅黑" panose="020B0503020204020204" charset="-122"/>
                <a:cs typeface="+mn-ea"/>
                <a:sym typeface="+mn-lt"/>
              </a:rPr>
              <a:t>全球业务布局 </a:t>
            </a:r>
            <a:r>
              <a:rPr lang="en-GB" altLang="zh-CN" sz="2400" b="1" dirty="0">
                <a:solidFill>
                  <a:srgbClr val="DBB33C"/>
                </a:solidFill>
                <a:latin typeface="微软雅黑" panose="020B0503020204020204" charset="-122"/>
                <a:ea typeface="微软雅黑" panose="020B0503020204020204" charset="-122"/>
                <a:cs typeface="+mn-ea"/>
                <a:sym typeface="+mn-lt"/>
              </a:rPr>
              <a:t>Global Hotel Layout</a:t>
            </a:r>
          </a:p>
        </p:txBody>
      </p:sp>
      <p:pic>
        <p:nvPicPr>
          <p:cNvPr id="81" name="图片 80"/>
          <p:cNvPicPr>
            <a:picLocks noChangeAspect="1"/>
          </p:cNvPicPr>
          <p:nvPr/>
        </p:nvPicPr>
        <p:blipFill>
          <a:blip r:embed="rId4" cstate="email"/>
          <a:stretch>
            <a:fillRect/>
          </a:stretch>
        </p:blipFill>
        <p:spPr>
          <a:xfrm>
            <a:off x="9984432" y="225364"/>
            <a:ext cx="1954772" cy="683356"/>
          </a:xfrm>
          <a:prstGeom prst="rect">
            <a:avLst/>
          </a:prstGeom>
        </p:spPr>
      </p:pic>
      <p:grpSp>
        <p:nvGrpSpPr>
          <p:cNvPr id="82" name="组合 81"/>
          <p:cNvGrpSpPr/>
          <p:nvPr/>
        </p:nvGrpSpPr>
        <p:grpSpPr>
          <a:xfrm>
            <a:off x="252796" y="827302"/>
            <a:ext cx="6539568" cy="5412601"/>
            <a:chOff x="555624" y="285750"/>
            <a:chExt cx="7940675" cy="6572251"/>
          </a:xfrm>
          <a:solidFill>
            <a:schemeClr val="bg1"/>
          </a:solidFill>
          <a:effectLst>
            <a:outerShdw blurRad="177800" dist="63500" dir="5040000" sx="101000" sy="101000" algn="t" rotWithShape="0">
              <a:prstClr val="black">
                <a:alpha val="40000"/>
              </a:prstClr>
            </a:outerShdw>
          </a:effectLst>
          <a:scene3d>
            <a:camera prst="perspectiveFront" fov="3000000">
              <a:rot lat="19499991" lon="0" rev="0"/>
            </a:camera>
            <a:lightRig rig="threePt" dir="t">
              <a:rot lat="0" lon="0" rev="18000000"/>
            </a:lightRig>
          </a:scene3d>
        </p:grpSpPr>
        <p:sp>
          <p:nvSpPr>
            <p:cNvPr id="88" name="Freeform 7"/>
            <p:cNvSpPr/>
            <p:nvPr/>
          </p:nvSpPr>
          <p:spPr bwMode="auto">
            <a:xfrm>
              <a:off x="5489575" y="6505576"/>
              <a:ext cx="422275" cy="352425"/>
            </a:xfrm>
            <a:custGeom>
              <a:avLst/>
              <a:gdLst>
                <a:gd name="T0" fmla="*/ 88 w 266"/>
                <a:gd name="T1" fmla="*/ 222 h 222"/>
                <a:gd name="T2" fmla="*/ 88 w 266"/>
                <a:gd name="T3" fmla="*/ 222 h 222"/>
                <a:gd name="T4" fmla="*/ 62 w 266"/>
                <a:gd name="T5" fmla="*/ 212 h 222"/>
                <a:gd name="T6" fmla="*/ 40 w 266"/>
                <a:gd name="T7" fmla="*/ 206 h 222"/>
                <a:gd name="T8" fmla="*/ 20 w 266"/>
                <a:gd name="T9" fmla="*/ 196 h 222"/>
                <a:gd name="T10" fmla="*/ 12 w 266"/>
                <a:gd name="T11" fmla="*/ 190 h 222"/>
                <a:gd name="T12" fmla="*/ 6 w 266"/>
                <a:gd name="T13" fmla="*/ 184 h 222"/>
                <a:gd name="T14" fmla="*/ 6 w 266"/>
                <a:gd name="T15" fmla="*/ 184 h 222"/>
                <a:gd name="T16" fmla="*/ 2 w 266"/>
                <a:gd name="T17" fmla="*/ 160 h 222"/>
                <a:gd name="T18" fmla="*/ 0 w 266"/>
                <a:gd name="T19" fmla="*/ 132 h 222"/>
                <a:gd name="T20" fmla="*/ 2 w 266"/>
                <a:gd name="T21" fmla="*/ 108 h 222"/>
                <a:gd name="T22" fmla="*/ 4 w 266"/>
                <a:gd name="T23" fmla="*/ 98 h 222"/>
                <a:gd name="T24" fmla="*/ 8 w 266"/>
                <a:gd name="T25" fmla="*/ 88 h 222"/>
                <a:gd name="T26" fmla="*/ 8 w 266"/>
                <a:gd name="T27" fmla="*/ 88 h 222"/>
                <a:gd name="T28" fmla="*/ 26 w 266"/>
                <a:gd name="T29" fmla="*/ 82 h 222"/>
                <a:gd name="T30" fmla="*/ 36 w 266"/>
                <a:gd name="T31" fmla="*/ 78 h 222"/>
                <a:gd name="T32" fmla="*/ 44 w 266"/>
                <a:gd name="T33" fmla="*/ 74 h 222"/>
                <a:gd name="T34" fmla="*/ 44 w 266"/>
                <a:gd name="T35" fmla="*/ 74 h 222"/>
                <a:gd name="T36" fmla="*/ 46 w 266"/>
                <a:gd name="T37" fmla="*/ 36 h 222"/>
                <a:gd name="T38" fmla="*/ 46 w 266"/>
                <a:gd name="T39" fmla="*/ 36 h 222"/>
                <a:gd name="T40" fmla="*/ 52 w 266"/>
                <a:gd name="T41" fmla="*/ 32 h 222"/>
                <a:gd name="T42" fmla="*/ 56 w 266"/>
                <a:gd name="T43" fmla="*/ 30 h 222"/>
                <a:gd name="T44" fmla="*/ 66 w 266"/>
                <a:gd name="T45" fmla="*/ 32 h 222"/>
                <a:gd name="T46" fmla="*/ 76 w 266"/>
                <a:gd name="T47" fmla="*/ 34 h 222"/>
                <a:gd name="T48" fmla="*/ 84 w 266"/>
                <a:gd name="T49" fmla="*/ 34 h 222"/>
                <a:gd name="T50" fmla="*/ 90 w 266"/>
                <a:gd name="T51" fmla="*/ 34 h 222"/>
                <a:gd name="T52" fmla="*/ 90 w 266"/>
                <a:gd name="T53" fmla="*/ 34 h 222"/>
                <a:gd name="T54" fmla="*/ 142 w 266"/>
                <a:gd name="T55" fmla="*/ 6 h 222"/>
                <a:gd name="T56" fmla="*/ 142 w 266"/>
                <a:gd name="T57" fmla="*/ 6 h 222"/>
                <a:gd name="T58" fmla="*/ 234 w 266"/>
                <a:gd name="T59" fmla="*/ 0 h 222"/>
                <a:gd name="T60" fmla="*/ 234 w 266"/>
                <a:gd name="T61" fmla="*/ 0 h 222"/>
                <a:gd name="T62" fmla="*/ 242 w 266"/>
                <a:gd name="T63" fmla="*/ 4 h 222"/>
                <a:gd name="T64" fmla="*/ 250 w 266"/>
                <a:gd name="T65" fmla="*/ 10 h 222"/>
                <a:gd name="T66" fmla="*/ 258 w 266"/>
                <a:gd name="T67" fmla="*/ 20 h 222"/>
                <a:gd name="T68" fmla="*/ 266 w 266"/>
                <a:gd name="T69" fmla="*/ 32 h 222"/>
                <a:gd name="T70" fmla="*/ 266 w 266"/>
                <a:gd name="T71" fmla="*/ 32 h 222"/>
                <a:gd name="T72" fmla="*/ 266 w 266"/>
                <a:gd name="T73" fmla="*/ 52 h 222"/>
                <a:gd name="T74" fmla="*/ 266 w 266"/>
                <a:gd name="T75" fmla="*/ 52 h 222"/>
                <a:gd name="T76" fmla="*/ 262 w 266"/>
                <a:gd name="T77" fmla="*/ 60 h 222"/>
                <a:gd name="T78" fmla="*/ 258 w 266"/>
                <a:gd name="T79" fmla="*/ 68 h 222"/>
                <a:gd name="T80" fmla="*/ 258 w 266"/>
                <a:gd name="T81" fmla="*/ 68 h 222"/>
                <a:gd name="T82" fmla="*/ 236 w 266"/>
                <a:gd name="T83" fmla="*/ 100 h 222"/>
                <a:gd name="T84" fmla="*/ 226 w 266"/>
                <a:gd name="T85" fmla="*/ 116 h 222"/>
                <a:gd name="T86" fmla="*/ 218 w 266"/>
                <a:gd name="T87" fmla="*/ 134 h 222"/>
                <a:gd name="T88" fmla="*/ 218 w 266"/>
                <a:gd name="T89" fmla="*/ 134 h 222"/>
                <a:gd name="T90" fmla="*/ 212 w 266"/>
                <a:gd name="T91" fmla="*/ 148 h 222"/>
                <a:gd name="T92" fmla="*/ 208 w 266"/>
                <a:gd name="T93" fmla="*/ 158 h 222"/>
                <a:gd name="T94" fmla="*/ 202 w 266"/>
                <a:gd name="T95" fmla="*/ 166 h 222"/>
                <a:gd name="T96" fmla="*/ 202 w 266"/>
                <a:gd name="T97" fmla="*/ 166 h 222"/>
                <a:gd name="T98" fmla="*/ 178 w 266"/>
                <a:gd name="T99" fmla="*/ 178 h 222"/>
                <a:gd name="T100" fmla="*/ 156 w 266"/>
                <a:gd name="T101" fmla="*/ 192 h 222"/>
                <a:gd name="T102" fmla="*/ 116 w 266"/>
                <a:gd name="T103" fmla="*/ 218 h 222"/>
                <a:gd name="T104" fmla="*/ 116 w 266"/>
                <a:gd name="T105" fmla="*/ 218 h 222"/>
                <a:gd name="T106" fmla="*/ 88 w 266"/>
                <a:gd name="T107" fmla="*/ 222 h 222"/>
                <a:gd name="T108" fmla="*/ 88 w 266"/>
                <a:gd name="T109" fmla="*/ 222 h 2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66" h="222">
                  <a:moveTo>
                    <a:pt x="88" y="222"/>
                  </a:moveTo>
                  <a:lnTo>
                    <a:pt x="88" y="222"/>
                  </a:lnTo>
                  <a:lnTo>
                    <a:pt x="62" y="212"/>
                  </a:lnTo>
                  <a:lnTo>
                    <a:pt x="40" y="206"/>
                  </a:lnTo>
                  <a:lnTo>
                    <a:pt x="20" y="196"/>
                  </a:lnTo>
                  <a:lnTo>
                    <a:pt x="12" y="190"/>
                  </a:lnTo>
                  <a:lnTo>
                    <a:pt x="6" y="184"/>
                  </a:lnTo>
                  <a:lnTo>
                    <a:pt x="2" y="160"/>
                  </a:lnTo>
                  <a:lnTo>
                    <a:pt x="0" y="132"/>
                  </a:lnTo>
                  <a:lnTo>
                    <a:pt x="2" y="108"/>
                  </a:lnTo>
                  <a:lnTo>
                    <a:pt x="4" y="98"/>
                  </a:lnTo>
                  <a:lnTo>
                    <a:pt x="8" y="88"/>
                  </a:lnTo>
                  <a:lnTo>
                    <a:pt x="26" y="82"/>
                  </a:lnTo>
                  <a:lnTo>
                    <a:pt x="36" y="78"/>
                  </a:lnTo>
                  <a:lnTo>
                    <a:pt x="44" y="74"/>
                  </a:lnTo>
                  <a:lnTo>
                    <a:pt x="46" y="36"/>
                  </a:lnTo>
                  <a:lnTo>
                    <a:pt x="52" y="32"/>
                  </a:lnTo>
                  <a:lnTo>
                    <a:pt x="56" y="30"/>
                  </a:lnTo>
                  <a:lnTo>
                    <a:pt x="66" y="32"/>
                  </a:lnTo>
                  <a:lnTo>
                    <a:pt x="76" y="34"/>
                  </a:lnTo>
                  <a:lnTo>
                    <a:pt x="84" y="34"/>
                  </a:lnTo>
                  <a:lnTo>
                    <a:pt x="90" y="34"/>
                  </a:lnTo>
                  <a:lnTo>
                    <a:pt x="142" y="6"/>
                  </a:lnTo>
                  <a:lnTo>
                    <a:pt x="234" y="0"/>
                  </a:lnTo>
                  <a:lnTo>
                    <a:pt x="242" y="4"/>
                  </a:lnTo>
                  <a:lnTo>
                    <a:pt x="250" y="10"/>
                  </a:lnTo>
                  <a:lnTo>
                    <a:pt x="258" y="20"/>
                  </a:lnTo>
                  <a:lnTo>
                    <a:pt x="266" y="32"/>
                  </a:lnTo>
                  <a:lnTo>
                    <a:pt x="266" y="52"/>
                  </a:lnTo>
                  <a:lnTo>
                    <a:pt x="262" y="60"/>
                  </a:lnTo>
                  <a:lnTo>
                    <a:pt x="258" y="68"/>
                  </a:lnTo>
                  <a:lnTo>
                    <a:pt x="236" y="100"/>
                  </a:lnTo>
                  <a:lnTo>
                    <a:pt x="226" y="116"/>
                  </a:lnTo>
                  <a:lnTo>
                    <a:pt x="218" y="134"/>
                  </a:lnTo>
                  <a:lnTo>
                    <a:pt x="212" y="148"/>
                  </a:lnTo>
                  <a:lnTo>
                    <a:pt x="208" y="158"/>
                  </a:lnTo>
                  <a:lnTo>
                    <a:pt x="202" y="166"/>
                  </a:lnTo>
                  <a:lnTo>
                    <a:pt x="178" y="178"/>
                  </a:lnTo>
                  <a:lnTo>
                    <a:pt x="156" y="192"/>
                  </a:lnTo>
                  <a:lnTo>
                    <a:pt x="116" y="218"/>
                  </a:lnTo>
                  <a:lnTo>
                    <a:pt x="88" y="222"/>
                  </a:lnTo>
                  <a:close/>
                </a:path>
              </a:pathLst>
            </a:custGeom>
            <a:gradFill>
              <a:gsLst>
                <a:gs pos="100000">
                  <a:srgbClr val="202022"/>
                </a:gs>
                <a:gs pos="0">
                  <a:schemeClr val="tx1">
                    <a:lumMod val="50000"/>
                    <a:lumOff val="50000"/>
                  </a:schemeClr>
                </a:gs>
              </a:gsLst>
              <a:path path="circle">
                <a:fillToRect l="50000" t="50000" r="50000" b="50000"/>
              </a:path>
            </a:gradFill>
            <a:ln w="0">
              <a:solidFill>
                <a:schemeClr val="bg1"/>
              </a:solidFill>
              <a:prstDash val="solid"/>
              <a:round/>
            </a:ln>
            <a:sp3d extrusionH="254000">
              <a:bevelT w="6350" h="6350" prst="hardEdge"/>
            </a:sp3d>
          </p:spPr>
          <p:txBody>
            <a:bodyPr/>
            <a:lstStyle/>
            <a:p>
              <a:endParaRPr lang="zh-CN" altLang="en-US"/>
            </a:p>
          </p:txBody>
        </p:sp>
        <p:sp>
          <p:nvSpPr>
            <p:cNvPr id="89" name="Freeform 8"/>
            <p:cNvSpPr/>
            <p:nvPr/>
          </p:nvSpPr>
          <p:spPr bwMode="auto">
            <a:xfrm>
              <a:off x="5508625" y="6521451"/>
              <a:ext cx="387350" cy="320675"/>
            </a:xfrm>
            <a:custGeom>
              <a:avLst/>
              <a:gdLst>
                <a:gd name="T0" fmla="*/ 82 w 244"/>
                <a:gd name="T1" fmla="*/ 202 h 202"/>
                <a:gd name="T2" fmla="*/ 82 w 244"/>
                <a:gd name="T3" fmla="*/ 202 h 202"/>
                <a:gd name="T4" fmla="*/ 22 w 244"/>
                <a:gd name="T5" fmla="*/ 182 h 202"/>
                <a:gd name="T6" fmla="*/ 22 w 244"/>
                <a:gd name="T7" fmla="*/ 182 h 202"/>
                <a:gd name="T8" fmla="*/ 12 w 244"/>
                <a:gd name="T9" fmla="*/ 174 h 202"/>
                <a:gd name="T10" fmla="*/ 6 w 244"/>
                <a:gd name="T11" fmla="*/ 166 h 202"/>
                <a:gd name="T12" fmla="*/ 0 w 244"/>
                <a:gd name="T13" fmla="*/ 158 h 202"/>
                <a:gd name="T14" fmla="*/ 0 w 244"/>
                <a:gd name="T15" fmla="*/ 150 h 202"/>
                <a:gd name="T16" fmla="*/ 0 w 244"/>
                <a:gd name="T17" fmla="*/ 132 h 202"/>
                <a:gd name="T18" fmla="*/ 0 w 244"/>
                <a:gd name="T19" fmla="*/ 114 h 202"/>
                <a:gd name="T20" fmla="*/ 0 w 244"/>
                <a:gd name="T21" fmla="*/ 114 h 202"/>
                <a:gd name="T22" fmla="*/ 2 w 244"/>
                <a:gd name="T23" fmla="*/ 94 h 202"/>
                <a:gd name="T24" fmla="*/ 4 w 244"/>
                <a:gd name="T25" fmla="*/ 90 h 202"/>
                <a:gd name="T26" fmla="*/ 6 w 244"/>
                <a:gd name="T27" fmla="*/ 86 h 202"/>
                <a:gd name="T28" fmla="*/ 8 w 244"/>
                <a:gd name="T29" fmla="*/ 84 h 202"/>
                <a:gd name="T30" fmla="*/ 14 w 244"/>
                <a:gd name="T31" fmla="*/ 82 h 202"/>
                <a:gd name="T32" fmla="*/ 30 w 244"/>
                <a:gd name="T33" fmla="*/ 78 h 202"/>
                <a:gd name="T34" fmla="*/ 30 w 244"/>
                <a:gd name="T35" fmla="*/ 78 h 202"/>
                <a:gd name="T36" fmla="*/ 42 w 244"/>
                <a:gd name="T37" fmla="*/ 68 h 202"/>
                <a:gd name="T38" fmla="*/ 42 w 244"/>
                <a:gd name="T39" fmla="*/ 68 h 202"/>
                <a:gd name="T40" fmla="*/ 44 w 244"/>
                <a:gd name="T41" fmla="*/ 32 h 202"/>
                <a:gd name="T42" fmla="*/ 44 w 244"/>
                <a:gd name="T43" fmla="*/ 32 h 202"/>
                <a:gd name="T44" fmla="*/ 48 w 244"/>
                <a:gd name="T45" fmla="*/ 30 h 202"/>
                <a:gd name="T46" fmla="*/ 48 w 244"/>
                <a:gd name="T47" fmla="*/ 30 h 202"/>
                <a:gd name="T48" fmla="*/ 64 w 244"/>
                <a:gd name="T49" fmla="*/ 34 h 202"/>
                <a:gd name="T50" fmla="*/ 74 w 244"/>
                <a:gd name="T51" fmla="*/ 34 h 202"/>
                <a:gd name="T52" fmla="*/ 84 w 244"/>
                <a:gd name="T53" fmla="*/ 34 h 202"/>
                <a:gd name="T54" fmla="*/ 84 w 244"/>
                <a:gd name="T55" fmla="*/ 34 h 202"/>
                <a:gd name="T56" fmla="*/ 134 w 244"/>
                <a:gd name="T57" fmla="*/ 6 h 202"/>
                <a:gd name="T58" fmla="*/ 134 w 244"/>
                <a:gd name="T59" fmla="*/ 6 h 202"/>
                <a:gd name="T60" fmla="*/ 218 w 244"/>
                <a:gd name="T61" fmla="*/ 0 h 202"/>
                <a:gd name="T62" fmla="*/ 218 w 244"/>
                <a:gd name="T63" fmla="*/ 0 h 202"/>
                <a:gd name="T64" fmla="*/ 224 w 244"/>
                <a:gd name="T65" fmla="*/ 4 h 202"/>
                <a:gd name="T66" fmla="*/ 234 w 244"/>
                <a:gd name="T67" fmla="*/ 12 h 202"/>
                <a:gd name="T68" fmla="*/ 238 w 244"/>
                <a:gd name="T69" fmla="*/ 16 h 202"/>
                <a:gd name="T70" fmla="*/ 240 w 244"/>
                <a:gd name="T71" fmla="*/ 22 h 202"/>
                <a:gd name="T72" fmla="*/ 244 w 244"/>
                <a:gd name="T73" fmla="*/ 28 h 202"/>
                <a:gd name="T74" fmla="*/ 244 w 244"/>
                <a:gd name="T75" fmla="*/ 36 h 202"/>
                <a:gd name="T76" fmla="*/ 244 w 244"/>
                <a:gd name="T77" fmla="*/ 36 h 202"/>
                <a:gd name="T78" fmla="*/ 232 w 244"/>
                <a:gd name="T79" fmla="*/ 56 h 202"/>
                <a:gd name="T80" fmla="*/ 224 w 244"/>
                <a:gd name="T81" fmla="*/ 66 h 202"/>
                <a:gd name="T82" fmla="*/ 216 w 244"/>
                <a:gd name="T83" fmla="*/ 74 h 202"/>
                <a:gd name="T84" fmla="*/ 216 w 244"/>
                <a:gd name="T85" fmla="*/ 74 h 202"/>
                <a:gd name="T86" fmla="*/ 210 w 244"/>
                <a:gd name="T87" fmla="*/ 90 h 202"/>
                <a:gd name="T88" fmla="*/ 202 w 244"/>
                <a:gd name="T89" fmla="*/ 106 h 202"/>
                <a:gd name="T90" fmla="*/ 194 w 244"/>
                <a:gd name="T91" fmla="*/ 122 h 202"/>
                <a:gd name="T92" fmla="*/ 188 w 244"/>
                <a:gd name="T93" fmla="*/ 142 h 202"/>
                <a:gd name="T94" fmla="*/ 188 w 244"/>
                <a:gd name="T95" fmla="*/ 142 h 202"/>
                <a:gd name="T96" fmla="*/ 98 w 244"/>
                <a:gd name="T97" fmla="*/ 198 h 202"/>
                <a:gd name="T98" fmla="*/ 98 w 244"/>
                <a:gd name="T99" fmla="*/ 198 h 202"/>
                <a:gd name="T100" fmla="*/ 90 w 244"/>
                <a:gd name="T101" fmla="*/ 200 h 202"/>
                <a:gd name="T102" fmla="*/ 82 w 244"/>
                <a:gd name="T103" fmla="*/ 202 h 202"/>
                <a:gd name="T104" fmla="*/ 82 w 244"/>
                <a:gd name="T105" fmla="*/ 202 h 2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4" h="202">
                  <a:moveTo>
                    <a:pt x="82" y="202"/>
                  </a:moveTo>
                  <a:lnTo>
                    <a:pt x="82" y="202"/>
                  </a:lnTo>
                  <a:lnTo>
                    <a:pt x="22" y="182"/>
                  </a:lnTo>
                  <a:lnTo>
                    <a:pt x="12" y="174"/>
                  </a:lnTo>
                  <a:lnTo>
                    <a:pt x="6" y="166"/>
                  </a:lnTo>
                  <a:lnTo>
                    <a:pt x="0" y="158"/>
                  </a:lnTo>
                  <a:lnTo>
                    <a:pt x="0" y="150"/>
                  </a:lnTo>
                  <a:lnTo>
                    <a:pt x="0" y="132"/>
                  </a:lnTo>
                  <a:lnTo>
                    <a:pt x="0" y="114"/>
                  </a:lnTo>
                  <a:lnTo>
                    <a:pt x="2" y="94"/>
                  </a:lnTo>
                  <a:lnTo>
                    <a:pt x="4" y="90"/>
                  </a:lnTo>
                  <a:lnTo>
                    <a:pt x="6" y="86"/>
                  </a:lnTo>
                  <a:lnTo>
                    <a:pt x="8" y="84"/>
                  </a:lnTo>
                  <a:lnTo>
                    <a:pt x="14" y="82"/>
                  </a:lnTo>
                  <a:lnTo>
                    <a:pt x="30" y="78"/>
                  </a:lnTo>
                  <a:lnTo>
                    <a:pt x="42" y="68"/>
                  </a:lnTo>
                  <a:lnTo>
                    <a:pt x="44" y="32"/>
                  </a:lnTo>
                  <a:lnTo>
                    <a:pt x="48" y="30"/>
                  </a:lnTo>
                  <a:lnTo>
                    <a:pt x="64" y="34"/>
                  </a:lnTo>
                  <a:lnTo>
                    <a:pt x="74" y="34"/>
                  </a:lnTo>
                  <a:lnTo>
                    <a:pt x="84" y="34"/>
                  </a:lnTo>
                  <a:lnTo>
                    <a:pt x="134" y="6"/>
                  </a:lnTo>
                  <a:lnTo>
                    <a:pt x="218" y="0"/>
                  </a:lnTo>
                  <a:lnTo>
                    <a:pt x="224" y="4"/>
                  </a:lnTo>
                  <a:lnTo>
                    <a:pt x="234" y="12"/>
                  </a:lnTo>
                  <a:lnTo>
                    <a:pt x="238" y="16"/>
                  </a:lnTo>
                  <a:lnTo>
                    <a:pt x="240" y="22"/>
                  </a:lnTo>
                  <a:lnTo>
                    <a:pt x="244" y="28"/>
                  </a:lnTo>
                  <a:lnTo>
                    <a:pt x="244" y="36"/>
                  </a:lnTo>
                  <a:lnTo>
                    <a:pt x="232" y="56"/>
                  </a:lnTo>
                  <a:lnTo>
                    <a:pt x="224" y="66"/>
                  </a:lnTo>
                  <a:lnTo>
                    <a:pt x="216" y="74"/>
                  </a:lnTo>
                  <a:lnTo>
                    <a:pt x="210" y="90"/>
                  </a:lnTo>
                  <a:lnTo>
                    <a:pt x="202" y="106"/>
                  </a:lnTo>
                  <a:lnTo>
                    <a:pt x="194" y="122"/>
                  </a:lnTo>
                  <a:lnTo>
                    <a:pt x="188" y="142"/>
                  </a:lnTo>
                  <a:lnTo>
                    <a:pt x="98" y="198"/>
                  </a:lnTo>
                  <a:lnTo>
                    <a:pt x="90" y="200"/>
                  </a:lnTo>
                  <a:lnTo>
                    <a:pt x="82" y="202"/>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90" name="Freeform 10"/>
            <p:cNvSpPr/>
            <p:nvPr/>
          </p:nvSpPr>
          <p:spPr bwMode="auto">
            <a:xfrm>
              <a:off x="5661025" y="5511801"/>
              <a:ext cx="1244600" cy="955675"/>
            </a:xfrm>
            <a:custGeom>
              <a:avLst/>
              <a:gdLst>
                <a:gd name="T0" fmla="*/ 40 w 784"/>
                <a:gd name="T1" fmla="*/ 590 h 602"/>
                <a:gd name="T2" fmla="*/ 0 w 784"/>
                <a:gd name="T3" fmla="*/ 520 h 602"/>
                <a:gd name="T4" fmla="*/ 8 w 784"/>
                <a:gd name="T5" fmla="*/ 486 h 602"/>
                <a:gd name="T6" fmla="*/ 26 w 784"/>
                <a:gd name="T7" fmla="*/ 440 h 602"/>
                <a:gd name="T8" fmla="*/ 66 w 784"/>
                <a:gd name="T9" fmla="*/ 396 h 602"/>
                <a:gd name="T10" fmla="*/ 124 w 784"/>
                <a:gd name="T11" fmla="*/ 342 h 602"/>
                <a:gd name="T12" fmla="*/ 184 w 784"/>
                <a:gd name="T13" fmla="*/ 276 h 602"/>
                <a:gd name="T14" fmla="*/ 214 w 784"/>
                <a:gd name="T15" fmla="*/ 230 h 602"/>
                <a:gd name="T16" fmla="*/ 218 w 784"/>
                <a:gd name="T17" fmla="*/ 196 h 602"/>
                <a:gd name="T18" fmla="*/ 248 w 784"/>
                <a:gd name="T19" fmla="*/ 164 h 602"/>
                <a:gd name="T20" fmla="*/ 254 w 784"/>
                <a:gd name="T21" fmla="*/ 96 h 602"/>
                <a:gd name="T22" fmla="*/ 264 w 784"/>
                <a:gd name="T23" fmla="*/ 60 h 602"/>
                <a:gd name="T24" fmla="*/ 298 w 784"/>
                <a:gd name="T25" fmla="*/ 36 h 602"/>
                <a:gd name="T26" fmla="*/ 352 w 784"/>
                <a:gd name="T27" fmla="*/ 68 h 602"/>
                <a:gd name="T28" fmla="*/ 360 w 784"/>
                <a:gd name="T29" fmla="*/ 32 h 602"/>
                <a:gd name="T30" fmla="*/ 346 w 784"/>
                <a:gd name="T31" fmla="*/ 8 h 602"/>
                <a:gd name="T32" fmla="*/ 454 w 784"/>
                <a:gd name="T33" fmla="*/ 10 h 602"/>
                <a:gd name="T34" fmla="*/ 506 w 784"/>
                <a:gd name="T35" fmla="*/ 0 h 602"/>
                <a:gd name="T36" fmla="*/ 518 w 784"/>
                <a:gd name="T37" fmla="*/ 20 h 602"/>
                <a:gd name="T38" fmla="*/ 478 w 784"/>
                <a:gd name="T39" fmla="*/ 82 h 602"/>
                <a:gd name="T40" fmla="*/ 500 w 784"/>
                <a:gd name="T41" fmla="*/ 96 h 602"/>
                <a:gd name="T42" fmla="*/ 580 w 784"/>
                <a:gd name="T43" fmla="*/ 72 h 602"/>
                <a:gd name="T44" fmla="*/ 612 w 784"/>
                <a:gd name="T45" fmla="*/ 84 h 602"/>
                <a:gd name="T46" fmla="*/ 668 w 784"/>
                <a:gd name="T47" fmla="*/ 58 h 602"/>
                <a:gd name="T48" fmla="*/ 710 w 784"/>
                <a:gd name="T49" fmla="*/ 56 h 602"/>
                <a:gd name="T50" fmla="*/ 784 w 784"/>
                <a:gd name="T51" fmla="*/ 152 h 602"/>
                <a:gd name="T52" fmla="*/ 752 w 784"/>
                <a:gd name="T53" fmla="*/ 174 h 602"/>
                <a:gd name="T54" fmla="*/ 728 w 784"/>
                <a:gd name="T55" fmla="*/ 196 h 602"/>
                <a:gd name="T56" fmla="*/ 728 w 784"/>
                <a:gd name="T57" fmla="*/ 224 h 602"/>
                <a:gd name="T58" fmla="*/ 704 w 784"/>
                <a:gd name="T59" fmla="*/ 242 h 602"/>
                <a:gd name="T60" fmla="*/ 634 w 784"/>
                <a:gd name="T61" fmla="*/ 282 h 602"/>
                <a:gd name="T62" fmla="*/ 606 w 784"/>
                <a:gd name="T63" fmla="*/ 296 h 602"/>
                <a:gd name="T64" fmla="*/ 582 w 784"/>
                <a:gd name="T65" fmla="*/ 288 h 602"/>
                <a:gd name="T66" fmla="*/ 556 w 784"/>
                <a:gd name="T67" fmla="*/ 304 h 602"/>
                <a:gd name="T68" fmla="*/ 544 w 784"/>
                <a:gd name="T69" fmla="*/ 292 h 602"/>
                <a:gd name="T70" fmla="*/ 526 w 784"/>
                <a:gd name="T71" fmla="*/ 294 h 602"/>
                <a:gd name="T72" fmla="*/ 516 w 784"/>
                <a:gd name="T73" fmla="*/ 326 h 602"/>
                <a:gd name="T74" fmla="*/ 498 w 784"/>
                <a:gd name="T75" fmla="*/ 338 h 602"/>
                <a:gd name="T76" fmla="*/ 478 w 784"/>
                <a:gd name="T77" fmla="*/ 342 h 602"/>
                <a:gd name="T78" fmla="*/ 468 w 784"/>
                <a:gd name="T79" fmla="*/ 326 h 602"/>
                <a:gd name="T80" fmla="*/ 436 w 784"/>
                <a:gd name="T81" fmla="*/ 302 h 602"/>
                <a:gd name="T82" fmla="*/ 408 w 784"/>
                <a:gd name="T83" fmla="*/ 330 h 602"/>
                <a:gd name="T84" fmla="*/ 374 w 784"/>
                <a:gd name="T85" fmla="*/ 368 h 602"/>
                <a:gd name="T86" fmla="*/ 350 w 784"/>
                <a:gd name="T87" fmla="*/ 394 h 602"/>
                <a:gd name="T88" fmla="*/ 306 w 784"/>
                <a:gd name="T89" fmla="*/ 418 h 602"/>
                <a:gd name="T90" fmla="*/ 270 w 784"/>
                <a:gd name="T91" fmla="*/ 422 h 602"/>
                <a:gd name="T92" fmla="*/ 256 w 784"/>
                <a:gd name="T93" fmla="*/ 438 h 602"/>
                <a:gd name="T94" fmla="*/ 218 w 784"/>
                <a:gd name="T95" fmla="*/ 432 h 602"/>
                <a:gd name="T96" fmla="*/ 140 w 784"/>
                <a:gd name="T97" fmla="*/ 462 h 602"/>
                <a:gd name="T98" fmla="*/ 92 w 784"/>
                <a:gd name="T99" fmla="*/ 474 h 602"/>
                <a:gd name="T100" fmla="*/ 76 w 784"/>
                <a:gd name="T101" fmla="*/ 510 h 602"/>
                <a:gd name="T102" fmla="*/ 52 w 784"/>
                <a:gd name="T103" fmla="*/ 542 h 602"/>
                <a:gd name="T104" fmla="*/ 78 w 784"/>
                <a:gd name="T105" fmla="*/ 566 h 602"/>
                <a:gd name="T106" fmla="*/ 86 w 784"/>
                <a:gd name="T107" fmla="*/ 590 h 602"/>
                <a:gd name="T108" fmla="*/ 54 w 784"/>
                <a:gd name="T109" fmla="*/ 602 h 6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602">
                  <a:moveTo>
                    <a:pt x="54" y="602"/>
                  </a:moveTo>
                  <a:lnTo>
                    <a:pt x="54" y="602"/>
                  </a:lnTo>
                  <a:lnTo>
                    <a:pt x="46" y="596"/>
                  </a:lnTo>
                  <a:lnTo>
                    <a:pt x="40" y="590"/>
                  </a:lnTo>
                  <a:lnTo>
                    <a:pt x="34" y="580"/>
                  </a:lnTo>
                  <a:lnTo>
                    <a:pt x="28" y="558"/>
                  </a:lnTo>
                  <a:lnTo>
                    <a:pt x="0" y="520"/>
                  </a:lnTo>
                  <a:lnTo>
                    <a:pt x="0" y="502"/>
                  </a:lnTo>
                  <a:lnTo>
                    <a:pt x="2" y="492"/>
                  </a:lnTo>
                  <a:lnTo>
                    <a:pt x="8" y="486"/>
                  </a:lnTo>
                  <a:lnTo>
                    <a:pt x="18" y="478"/>
                  </a:lnTo>
                  <a:lnTo>
                    <a:pt x="22" y="450"/>
                  </a:lnTo>
                  <a:lnTo>
                    <a:pt x="26" y="440"/>
                  </a:lnTo>
                  <a:lnTo>
                    <a:pt x="30" y="430"/>
                  </a:lnTo>
                  <a:lnTo>
                    <a:pt x="36" y="422"/>
                  </a:lnTo>
                  <a:lnTo>
                    <a:pt x="44" y="414"/>
                  </a:lnTo>
                  <a:lnTo>
                    <a:pt x="66" y="396"/>
                  </a:lnTo>
                  <a:lnTo>
                    <a:pt x="94" y="366"/>
                  </a:lnTo>
                  <a:lnTo>
                    <a:pt x="108" y="354"/>
                  </a:lnTo>
                  <a:lnTo>
                    <a:pt x="124" y="342"/>
                  </a:lnTo>
                  <a:lnTo>
                    <a:pt x="154" y="306"/>
                  </a:lnTo>
                  <a:lnTo>
                    <a:pt x="184" y="276"/>
                  </a:lnTo>
                  <a:lnTo>
                    <a:pt x="196" y="266"/>
                  </a:lnTo>
                  <a:lnTo>
                    <a:pt x="204" y="256"/>
                  </a:lnTo>
                  <a:lnTo>
                    <a:pt x="210" y="244"/>
                  </a:lnTo>
                  <a:lnTo>
                    <a:pt x="214" y="230"/>
                  </a:lnTo>
                  <a:lnTo>
                    <a:pt x="214" y="214"/>
                  </a:lnTo>
                  <a:lnTo>
                    <a:pt x="216" y="204"/>
                  </a:lnTo>
                  <a:lnTo>
                    <a:pt x="218" y="196"/>
                  </a:lnTo>
                  <a:lnTo>
                    <a:pt x="222" y="190"/>
                  </a:lnTo>
                  <a:lnTo>
                    <a:pt x="232" y="180"/>
                  </a:lnTo>
                  <a:lnTo>
                    <a:pt x="240" y="174"/>
                  </a:lnTo>
                  <a:lnTo>
                    <a:pt x="248" y="164"/>
                  </a:lnTo>
                  <a:lnTo>
                    <a:pt x="244" y="106"/>
                  </a:lnTo>
                  <a:lnTo>
                    <a:pt x="254" y="96"/>
                  </a:lnTo>
                  <a:lnTo>
                    <a:pt x="260" y="84"/>
                  </a:lnTo>
                  <a:lnTo>
                    <a:pt x="262" y="72"/>
                  </a:lnTo>
                  <a:lnTo>
                    <a:pt x="264" y="60"/>
                  </a:lnTo>
                  <a:lnTo>
                    <a:pt x="278" y="36"/>
                  </a:lnTo>
                  <a:lnTo>
                    <a:pt x="298" y="36"/>
                  </a:lnTo>
                  <a:lnTo>
                    <a:pt x="332" y="68"/>
                  </a:lnTo>
                  <a:lnTo>
                    <a:pt x="352" y="68"/>
                  </a:lnTo>
                  <a:lnTo>
                    <a:pt x="354" y="64"/>
                  </a:lnTo>
                  <a:lnTo>
                    <a:pt x="356" y="60"/>
                  </a:lnTo>
                  <a:lnTo>
                    <a:pt x="358" y="48"/>
                  </a:lnTo>
                  <a:lnTo>
                    <a:pt x="360" y="32"/>
                  </a:lnTo>
                  <a:lnTo>
                    <a:pt x="340" y="10"/>
                  </a:lnTo>
                  <a:lnTo>
                    <a:pt x="346" y="8"/>
                  </a:lnTo>
                  <a:lnTo>
                    <a:pt x="442" y="8"/>
                  </a:lnTo>
                  <a:lnTo>
                    <a:pt x="454" y="10"/>
                  </a:lnTo>
                  <a:lnTo>
                    <a:pt x="472" y="10"/>
                  </a:lnTo>
                  <a:lnTo>
                    <a:pt x="490" y="8"/>
                  </a:lnTo>
                  <a:lnTo>
                    <a:pt x="500" y="4"/>
                  </a:lnTo>
                  <a:lnTo>
                    <a:pt x="506" y="0"/>
                  </a:lnTo>
                  <a:lnTo>
                    <a:pt x="518" y="0"/>
                  </a:lnTo>
                  <a:lnTo>
                    <a:pt x="518" y="20"/>
                  </a:lnTo>
                  <a:lnTo>
                    <a:pt x="476" y="68"/>
                  </a:lnTo>
                  <a:lnTo>
                    <a:pt x="478" y="82"/>
                  </a:lnTo>
                  <a:lnTo>
                    <a:pt x="482" y="88"/>
                  </a:lnTo>
                  <a:lnTo>
                    <a:pt x="486" y="92"/>
                  </a:lnTo>
                  <a:lnTo>
                    <a:pt x="492" y="94"/>
                  </a:lnTo>
                  <a:lnTo>
                    <a:pt x="500" y="96"/>
                  </a:lnTo>
                  <a:lnTo>
                    <a:pt x="524" y="98"/>
                  </a:lnTo>
                  <a:lnTo>
                    <a:pt x="580" y="72"/>
                  </a:lnTo>
                  <a:lnTo>
                    <a:pt x="600" y="72"/>
                  </a:lnTo>
                  <a:lnTo>
                    <a:pt x="612" y="84"/>
                  </a:lnTo>
                  <a:lnTo>
                    <a:pt x="624" y="82"/>
                  </a:lnTo>
                  <a:lnTo>
                    <a:pt x="634" y="78"/>
                  </a:lnTo>
                  <a:lnTo>
                    <a:pt x="656" y="64"/>
                  </a:lnTo>
                  <a:lnTo>
                    <a:pt x="668" y="58"/>
                  </a:lnTo>
                  <a:lnTo>
                    <a:pt x="680" y="54"/>
                  </a:lnTo>
                  <a:lnTo>
                    <a:pt x="694" y="52"/>
                  </a:lnTo>
                  <a:lnTo>
                    <a:pt x="710" y="56"/>
                  </a:lnTo>
                  <a:lnTo>
                    <a:pt x="740" y="92"/>
                  </a:lnTo>
                  <a:lnTo>
                    <a:pt x="784" y="152"/>
                  </a:lnTo>
                  <a:lnTo>
                    <a:pt x="784" y="168"/>
                  </a:lnTo>
                  <a:lnTo>
                    <a:pt x="764" y="170"/>
                  </a:lnTo>
                  <a:lnTo>
                    <a:pt x="752" y="174"/>
                  </a:lnTo>
                  <a:lnTo>
                    <a:pt x="746" y="180"/>
                  </a:lnTo>
                  <a:lnTo>
                    <a:pt x="740" y="186"/>
                  </a:lnTo>
                  <a:lnTo>
                    <a:pt x="728" y="196"/>
                  </a:lnTo>
                  <a:lnTo>
                    <a:pt x="724" y="200"/>
                  </a:lnTo>
                  <a:lnTo>
                    <a:pt x="722" y="208"/>
                  </a:lnTo>
                  <a:lnTo>
                    <a:pt x="722" y="214"/>
                  </a:lnTo>
                  <a:lnTo>
                    <a:pt x="728" y="224"/>
                  </a:lnTo>
                  <a:lnTo>
                    <a:pt x="728" y="230"/>
                  </a:lnTo>
                  <a:lnTo>
                    <a:pt x="704" y="242"/>
                  </a:lnTo>
                  <a:lnTo>
                    <a:pt x="680" y="256"/>
                  </a:lnTo>
                  <a:lnTo>
                    <a:pt x="656" y="270"/>
                  </a:lnTo>
                  <a:lnTo>
                    <a:pt x="634" y="282"/>
                  </a:lnTo>
                  <a:lnTo>
                    <a:pt x="618" y="298"/>
                  </a:lnTo>
                  <a:lnTo>
                    <a:pt x="612" y="298"/>
                  </a:lnTo>
                  <a:lnTo>
                    <a:pt x="606" y="296"/>
                  </a:lnTo>
                  <a:lnTo>
                    <a:pt x="602" y="292"/>
                  </a:lnTo>
                  <a:lnTo>
                    <a:pt x="600" y="288"/>
                  </a:lnTo>
                  <a:lnTo>
                    <a:pt x="582" y="288"/>
                  </a:lnTo>
                  <a:lnTo>
                    <a:pt x="570" y="304"/>
                  </a:lnTo>
                  <a:lnTo>
                    <a:pt x="556" y="304"/>
                  </a:lnTo>
                  <a:lnTo>
                    <a:pt x="552" y="298"/>
                  </a:lnTo>
                  <a:lnTo>
                    <a:pt x="548" y="294"/>
                  </a:lnTo>
                  <a:lnTo>
                    <a:pt x="544" y="292"/>
                  </a:lnTo>
                  <a:lnTo>
                    <a:pt x="540" y="292"/>
                  </a:lnTo>
                  <a:lnTo>
                    <a:pt x="534" y="292"/>
                  </a:lnTo>
                  <a:lnTo>
                    <a:pt x="526" y="294"/>
                  </a:lnTo>
                  <a:lnTo>
                    <a:pt x="526" y="318"/>
                  </a:lnTo>
                  <a:lnTo>
                    <a:pt x="520" y="322"/>
                  </a:lnTo>
                  <a:lnTo>
                    <a:pt x="516" y="326"/>
                  </a:lnTo>
                  <a:lnTo>
                    <a:pt x="508" y="328"/>
                  </a:lnTo>
                  <a:lnTo>
                    <a:pt x="504" y="328"/>
                  </a:lnTo>
                  <a:lnTo>
                    <a:pt x="500" y="332"/>
                  </a:lnTo>
                  <a:lnTo>
                    <a:pt x="498" y="338"/>
                  </a:lnTo>
                  <a:lnTo>
                    <a:pt x="494" y="346"/>
                  </a:lnTo>
                  <a:lnTo>
                    <a:pt x="482" y="344"/>
                  </a:lnTo>
                  <a:lnTo>
                    <a:pt x="478" y="342"/>
                  </a:lnTo>
                  <a:lnTo>
                    <a:pt x="476" y="340"/>
                  </a:lnTo>
                  <a:lnTo>
                    <a:pt x="472" y="334"/>
                  </a:lnTo>
                  <a:lnTo>
                    <a:pt x="468" y="326"/>
                  </a:lnTo>
                  <a:lnTo>
                    <a:pt x="462" y="326"/>
                  </a:lnTo>
                  <a:lnTo>
                    <a:pt x="436" y="302"/>
                  </a:lnTo>
                  <a:lnTo>
                    <a:pt x="420" y="302"/>
                  </a:lnTo>
                  <a:lnTo>
                    <a:pt x="414" y="314"/>
                  </a:lnTo>
                  <a:lnTo>
                    <a:pt x="408" y="330"/>
                  </a:lnTo>
                  <a:lnTo>
                    <a:pt x="388" y="362"/>
                  </a:lnTo>
                  <a:lnTo>
                    <a:pt x="374" y="368"/>
                  </a:lnTo>
                  <a:lnTo>
                    <a:pt x="366" y="374"/>
                  </a:lnTo>
                  <a:lnTo>
                    <a:pt x="358" y="382"/>
                  </a:lnTo>
                  <a:lnTo>
                    <a:pt x="350" y="394"/>
                  </a:lnTo>
                  <a:lnTo>
                    <a:pt x="338" y="396"/>
                  </a:lnTo>
                  <a:lnTo>
                    <a:pt x="328" y="398"/>
                  </a:lnTo>
                  <a:lnTo>
                    <a:pt x="306" y="418"/>
                  </a:lnTo>
                  <a:lnTo>
                    <a:pt x="290" y="418"/>
                  </a:lnTo>
                  <a:lnTo>
                    <a:pt x="278" y="420"/>
                  </a:lnTo>
                  <a:lnTo>
                    <a:pt x="270" y="422"/>
                  </a:lnTo>
                  <a:lnTo>
                    <a:pt x="262" y="426"/>
                  </a:lnTo>
                  <a:lnTo>
                    <a:pt x="256" y="438"/>
                  </a:lnTo>
                  <a:lnTo>
                    <a:pt x="244" y="438"/>
                  </a:lnTo>
                  <a:lnTo>
                    <a:pt x="228" y="432"/>
                  </a:lnTo>
                  <a:lnTo>
                    <a:pt x="218" y="432"/>
                  </a:lnTo>
                  <a:lnTo>
                    <a:pt x="210" y="436"/>
                  </a:lnTo>
                  <a:lnTo>
                    <a:pt x="198" y="440"/>
                  </a:lnTo>
                  <a:lnTo>
                    <a:pt x="140" y="462"/>
                  </a:lnTo>
                  <a:lnTo>
                    <a:pt x="120" y="464"/>
                  </a:lnTo>
                  <a:lnTo>
                    <a:pt x="104" y="466"/>
                  </a:lnTo>
                  <a:lnTo>
                    <a:pt x="92" y="474"/>
                  </a:lnTo>
                  <a:lnTo>
                    <a:pt x="78" y="486"/>
                  </a:lnTo>
                  <a:lnTo>
                    <a:pt x="76" y="510"/>
                  </a:lnTo>
                  <a:lnTo>
                    <a:pt x="64" y="514"/>
                  </a:lnTo>
                  <a:lnTo>
                    <a:pt x="56" y="520"/>
                  </a:lnTo>
                  <a:lnTo>
                    <a:pt x="52" y="528"/>
                  </a:lnTo>
                  <a:lnTo>
                    <a:pt x="52" y="542"/>
                  </a:lnTo>
                  <a:lnTo>
                    <a:pt x="60" y="548"/>
                  </a:lnTo>
                  <a:lnTo>
                    <a:pt x="72" y="558"/>
                  </a:lnTo>
                  <a:lnTo>
                    <a:pt x="78" y="566"/>
                  </a:lnTo>
                  <a:lnTo>
                    <a:pt x="82" y="572"/>
                  </a:lnTo>
                  <a:lnTo>
                    <a:pt x="86" y="580"/>
                  </a:lnTo>
                  <a:lnTo>
                    <a:pt x="86" y="590"/>
                  </a:lnTo>
                  <a:lnTo>
                    <a:pt x="78" y="594"/>
                  </a:lnTo>
                  <a:lnTo>
                    <a:pt x="68" y="598"/>
                  </a:lnTo>
                  <a:lnTo>
                    <a:pt x="54" y="602"/>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91" name="Freeform 11"/>
            <p:cNvSpPr/>
            <p:nvPr/>
          </p:nvSpPr>
          <p:spPr bwMode="auto">
            <a:xfrm>
              <a:off x="3673475" y="4854576"/>
              <a:ext cx="1400175" cy="1479550"/>
            </a:xfrm>
            <a:custGeom>
              <a:avLst/>
              <a:gdLst>
                <a:gd name="T0" fmla="*/ 356 w 882"/>
                <a:gd name="T1" fmla="*/ 898 h 932"/>
                <a:gd name="T2" fmla="*/ 352 w 882"/>
                <a:gd name="T3" fmla="*/ 844 h 932"/>
                <a:gd name="T4" fmla="*/ 310 w 882"/>
                <a:gd name="T5" fmla="*/ 844 h 932"/>
                <a:gd name="T6" fmla="*/ 246 w 882"/>
                <a:gd name="T7" fmla="*/ 840 h 932"/>
                <a:gd name="T8" fmla="*/ 208 w 882"/>
                <a:gd name="T9" fmla="*/ 800 h 932"/>
                <a:gd name="T10" fmla="*/ 164 w 882"/>
                <a:gd name="T11" fmla="*/ 782 h 932"/>
                <a:gd name="T12" fmla="*/ 166 w 882"/>
                <a:gd name="T13" fmla="*/ 724 h 932"/>
                <a:gd name="T14" fmla="*/ 138 w 882"/>
                <a:gd name="T15" fmla="*/ 676 h 932"/>
                <a:gd name="T16" fmla="*/ 114 w 882"/>
                <a:gd name="T17" fmla="*/ 616 h 932"/>
                <a:gd name="T18" fmla="*/ 88 w 882"/>
                <a:gd name="T19" fmla="*/ 564 h 932"/>
                <a:gd name="T20" fmla="*/ 16 w 882"/>
                <a:gd name="T21" fmla="*/ 578 h 932"/>
                <a:gd name="T22" fmla="*/ 0 w 882"/>
                <a:gd name="T23" fmla="*/ 490 h 932"/>
                <a:gd name="T24" fmla="*/ 84 w 882"/>
                <a:gd name="T25" fmla="*/ 392 h 932"/>
                <a:gd name="T26" fmla="*/ 120 w 882"/>
                <a:gd name="T27" fmla="*/ 310 h 932"/>
                <a:gd name="T28" fmla="*/ 130 w 882"/>
                <a:gd name="T29" fmla="*/ 236 h 932"/>
                <a:gd name="T30" fmla="*/ 126 w 882"/>
                <a:gd name="T31" fmla="*/ 178 h 932"/>
                <a:gd name="T32" fmla="*/ 104 w 882"/>
                <a:gd name="T33" fmla="*/ 108 h 932"/>
                <a:gd name="T34" fmla="*/ 126 w 882"/>
                <a:gd name="T35" fmla="*/ 52 h 932"/>
                <a:gd name="T36" fmla="*/ 134 w 882"/>
                <a:gd name="T37" fmla="*/ 0 h 932"/>
                <a:gd name="T38" fmla="*/ 170 w 882"/>
                <a:gd name="T39" fmla="*/ 44 h 932"/>
                <a:gd name="T40" fmla="*/ 208 w 882"/>
                <a:gd name="T41" fmla="*/ 100 h 932"/>
                <a:gd name="T42" fmla="*/ 218 w 882"/>
                <a:gd name="T43" fmla="*/ 44 h 932"/>
                <a:gd name="T44" fmla="*/ 252 w 882"/>
                <a:gd name="T45" fmla="*/ 88 h 932"/>
                <a:gd name="T46" fmla="*/ 332 w 882"/>
                <a:gd name="T47" fmla="*/ 148 h 932"/>
                <a:gd name="T48" fmla="*/ 406 w 882"/>
                <a:gd name="T49" fmla="*/ 280 h 932"/>
                <a:gd name="T50" fmla="*/ 400 w 882"/>
                <a:gd name="T51" fmla="*/ 336 h 932"/>
                <a:gd name="T52" fmla="*/ 452 w 882"/>
                <a:gd name="T53" fmla="*/ 370 h 932"/>
                <a:gd name="T54" fmla="*/ 574 w 882"/>
                <a:gd name="T55" fmla="*/ 346 h 932"/>
                <a:gd name="T56" fmla="*/ 586 w 882"/>
                <a:gd name="T57" fmla="*/ 290 h 932"/>
                <a:gd name="T58" fmla="*/ 558 w 882"/>
                <a:gd name="T59" fmla="*/ 230 h 932"/>
                <a:gd name="T60" fmla="*/ 620 w 882"/>
                <a:gd name="T61" fmla="*/ 178 h 932"/>
                <a:gd name="T62" fmla="*/ 606 w 882"/>
                <a:gd name="T63" fmla="*/ 122 h 932"/>
                <a:gd name="T64" fmla="*/ 614 w 882"/>
                <a:gd name="T65" fmla="*/ 104 h 932"/>
                <a:gd name="T66" fmla="*/ 654 w 882"/>
                <a:gd name="T67" fmla="*/ 64 h 932"/>
                <a:gd name="T68" fmla="*/ 712 w 882"/>
                <a:gd name="T69" fmla="*/ 144 h 932"/>
                <a:gd name="T70" fmla="*/ 790 w 882"/>
                <a:gd name="T71" fmla="*/ 128 h 932"/>
                <a:gd name="T72" fmla="*/ 790 w 882"/>
                <a:gd name="T73" fmla="*/ 188 h 932"/>
                <a:gd name="T74" fmla="*/ 752 w 882"/>
                <a:gd name="T75" fmla="*/ 208 h 932"/>
                <a:gd name="T76" fmla="*/ 660 w 882"/>
                <a:gd name="T77" fmla="*/ 204 h 932"/>
                <a:gd name="T78" fmla="*/ 630 w 882"/>
                <a:gd name="T79" fmla="*/ 266 h 932"/>
                <a:gd name="T80" fmla="*/ 652 w 882"/>
                <a:gd name="T81" fmla="*/ 308 h 932"/>
                <a:gd name="T82" fmla="*/ 698 w 882"/>
                <a:gd name="T83" fmla="*/ 300 h 932"/>
                <a:gd name="T84" fmla="*/ 718 w 882"/>
                <a:gd name="T85" fmla="*/ 330 h 932"/>
                <a:gd name="T86" fmla="*/ 692 w 882"/>
                <a:gd name="T87" fmla="*/ 418 h 932"/>
                <a:gd name="T88" fmla="*/ 732 w 882"/>
                <a:gd name="T89" fmla="*/ 472 h 932"/>
                <a:gd name="T90" fmla="*/ 726 w 882"/>
                <a:gd name="T91" fmla="*/ 528 h 932"/>
                <a:gd name="T92" fmla="*/ 828 w 882"/>
                <a:gd name="T93" fmla="*/ 590 h 932"/>
                <a:gd name="T94" fmla="*/ 876 w 882"/>
                <a:gd name="T95" fmla="*/ 606 h 932"/>
                <a:gd name="T96" fmla="*/ 850 w 882"/>
                <a:gd name="T97" fmla="*/ 658 h 932"/>
                <a:gd name="T98" fmla="*/ 784 w 882"/>
                <a:gd name="T99" fmla="*/ 676 h 932"/>
                <a:gd name="T100" fmla="*/ 720 w 882"/>
                <a:gd name="T101" fmla="*/ 734 h 932"/>
                <a:gd name="T102" fmla="*/ 650 w 882"/>
                <a:gd name="T103" fmla="*/ 764 h 932"/>
                <a:gd name="T104" fmla="*/ 612 w 882"/>
                <a:gd name="T105" fmla="*/ 742 h 932"/>
                <a:gd name="T106" fmla="*/ 564 w 882"/>
                <a:gd name="T107" fmla="*/ 760 h 932"/>
                <a:gd name="T108" fmla="*/ 526 w 882"/>
                <a:gd name="T109" fmla="*/ 740 h 932"/>
                <a:gd name="T110" fmla="*/ 482 w 882"/>
                <a:gd name="T111" fmla="*/ 750 h 932"/>
                <a:gd name="T112" fmla="*/ 448 w 882"/>
                <a:gd name="T113" fmla="*/ 768 h 932"/>
                <a:gd name="T114" fmla="*/ 404 w 882"/>
                <a:gd name="T115" fmla="*/ 766 h 932"/>
                <a:gd name="T116" fmla="*/ 410 w 882"/>
                <a:gd name="T117" fmla="*/ 826 h 932"/>
                <a:gd name="T118" fmla="*/ 410 w 882"/>
                <a:gd name="T119" fmla="*/ 872 h 932"/>
                <a:gd name="T120" fmla="*/ 406 w 882"/>
                <a:gd name="T121" fmla="*/ 932 h 9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82" h="932">
                  <a:moveTo>
                    <a:pt x="406" y="932"/>
                  </a:moveTo>
                  <a:lnTo>
                    <a:pt x="406" y="932"/>
                  </a:lnTo>
                  <a:lnTo>
                    <a:pt x="392" y="920"/>
                  </a:lnTo>
                  <a:lnTo>
                    <a:pt x="380" y="910"/>
                  </a:lnTo>
                  <a:lnTo>
                    <a:pt x="368" y="904"/>
                  </a:lnTo>
                  <a:lnTo>
                    <a:pt x="356" y="898"/>
                  </a:lnTo>
                  <a:lnTo>
                    <a:pt x="358" y="880"/>
                  </a:lnTo>
                  <a:lnTo>
                    <a:pt x="358" y="866"/>
                  </a:lnTo>
                  <a:lnTo>
                    <a:pt x="356" y="854"/>
                  </a:lnTo>
                  <a:lnTo>
                    <a:pt x="352" y="844"/>
                  </a:lnTo>
                  <a:lnTo>
                    <a:pt x="342" y="836"/>
                  </a:lnTo>
                  <a:lnTo>
                    <a:pt x="332" y="836"/>
                  </a:lnTo>
                  <a:lnTo>
                    <a:pt x="324" y="838"/>
                  </a:lnTo>
                  <a:lnTo>
                    <a:pt x="316" y="840"/>
                  </a:lnTo>
                  <a:lnTo>
                    <a:pt x="310" y="844"/>
                  </a:lnTo>
                  <a:lnTo>
                    <a:pt x="298" y="854"/>
                  </a:lnTo>
                  <a:lnTo>
                    <a:pt x="288" y="866"/>
                  </a:lnTo>
                  <a:lnTo>
                    <a:pt x="260" y="860"/>
                  </a:lnTo>
                  <a:lnTo>
                    <a:pt x="246" y="840"/>
                  </a:lnTo>
                  <a:lnTo>
                    <a:pt x="240" y="832"/>
                  </a:lnTo>
                  <a:lnTo>
                    <a:pt x="234" y="828"/>
                  </a:lnTo>
                  <a:lnTo>
                    <a:pt x="218" y="808"/>
                  </a:lnTo>
                  <a:lnTo>
                    <a:pt x="212" y="802"/>
                  </a:lnTo>
                  <a:lnTo>
                    <a:pt x="208" y="800"/>
                  </a:lnTo>
                  <a:lnTo>
                    <a:pt x="202" y="798"/>
                  </a:lnTo>
                  <a:lnTo>
                    <a:pt x="194" y="798"/>
                  </a:lnTo>
                  <a:lnTo>
                    <a:pt x="172" y="798"/>
                  </a:lnTo>
                  <a:lnTo>
                    <a:pt x="168" y="790"/>
                  </a:lnTo>
                  <a:lnTo>
                    <a:pt x="164" y="782"/>
                  </a:lnTo>
                  <a:lnTo>
                    <a:pt x="162" y="774"/>
                  </a:lnTo>
                  <a:lnTo>
                    <a:pt x="160" y="766"/>
                  </a:lnTo>
                  <a:lnTo>
                    <a:pt x="160" y="752"/>
                  </a:lnTo>
                  <a:lnTo>
                    <a:pt x="160" y="740"/>
                  </a:lnTo>
                  <a:lnTo>
                    <a:pt x="166" y="724"/>
                  </a:lnTo>
                  <a:lnTo>
                    <a:pt x="168" y="708"/>
                  </a:lnTo>
                  <a:lnTo>
                    <a:pt x="166" y="694"/>
                  </a:lnTo>
                  <a:lnTo>
                    <a:pt x="164" y="688"/>
                  </a:lnTo>
                  <a:lnTo>
                    <a:pt x="162" y="682"/>
                  </a:lnTo>
                  <a:lnTo>
                    <a:pt x="138" y="676"/>
                  </a:lnTo>
                  <a:lnTo>
                    <a:pt x="126" y="670"/>
                  </a:lnTo>
                  <a:lnTo>
                    <a:pt x="124" y="668"/>
                  </a:lnTo>
                  <a:lnTo>
                    <a:pt x="124" y="664"/>
                  </a:lnTo>
                  <a:lnTo>
                    <a:pt x="124" y="650"/>
                  </a:lnTo>
                  <a:lnTo>
                    <a:pt x="114" y="616"/>
                  </a:lnTo>
                  <a:lnTo>
                    <a:pt x="102" y="598"/>
                  </a:lnTo>
                  <a:lnTo>
                    <a:pt x="96" y="576"/>
                  </a:lnTo>
                  <a:lnTo>
                    <a:pt x="92" y="568"/>
                  </a:lnTo>
                  <a:lnTo>
                    <a:pt x="88" y="564"/>
                  </a:lnTo>
                  <a:lnTo>
                    <a:pt x="82" y="560"/>
                  </a:lnTo>
                  <a:lnTo>
                    <a:pt x="76" y="558"/>
                  </a:lnTo>
                  <a:lnTo>
                    <a:pt x="58" y="556"/>
                  </a:lnTo>
                  <a:lnTo>
                    <a:pt x="30" y="572"/>
                  </a:lnTo>
                  <a:lnTo>
                    <a:pt x="16" y="578"/>
                  </a:lnTo>
                  <a:lnTo>
                    <a:pt x="4" y="580"/>
                  </a:lnTo>
                  <a:lnTo>
                    <a:pt x="2" y="576"/>
                  </a:lnTo>
                  <a:lnTo>
                    <a:pt x="0" y="490"/>
                  </a:lnTo>
                  <a:lnTo>
                    <a:pt x="16" y="454"/>
                  </a:lnTo>
                  <a:lnTo>
                    <a:pt x="32" y="436"/>
                  </a:lnTo>
                  <a:lnTo>
                    <a:pt x="46" y="422"/>
                  </a:lnTo>
                  <a:lnTo>
                    <a:pt x="62" y="408"/>
                  </a:lnTo>
                  <a:lnTo>
                    <a:pt x="84" y="392"/>
                  </a:lnTo>
                  <a:lnTo>
                    <a:pt x="108" y="370"/>
                  </a:lnTo>
                  <a:lnTo>
                    <a:pt x="110" y="328"/>
                  </a:lnTo>
                  <a:lnTo>
                    <a:pt x="120" y="310"/>
                  </a:lnTo>
                  <a:lnTo>
                    <a:pt x="120" y="288"/>
                  </a:lnTo>
                  <a:lnTo>
                    <a:pt x="120" y="266"/>
                  </a:lnTo>
                  <a:lnTo>
                    <a:pt x="124" y="248"/>
                  </a:lnTo>
                  <a:lnTo>
                    <a:pt x="126" y="240"/>
                  </a:lnTo>
                  <a:lnTo>
                    <a:pt x="130" y="236"/>
                  </a:lnTo>
                  <a:lnTo>
                    <a:pt x="132" y="218"/>
                  </a:lnTo>
                  <a:lnTo>
                    <a:pt x="134" y="204"/>
                  </a:lnTo>
                  <a:lnTo>
                    <a:pt x="132" y="190"/>
                  </a:lnTo>
                  <a:lnTo>
                    <a:pt x="126" y="178"/>
                  </a:lnTo>
                  <a:lnTo>
                    <a:pt x="84" y="142"/>
                  </a:lnTo>
                  <a:lnTo>
                    <a:pt x="84" y="110"/>
                  </a:lnTo>
                  <a:lnTo>
                    <a:pt x="94" y="110"/>
                  </a:lnTo>
                  <a:lnTo>
                    <a:pt x="104" y="108"/>
                  </a:lnTo>
                  <a:lnTo>
                    <a:pt x="126" y="100"/>
                  </a:lnTo>
                  <a:lnTo>
                    <a:pt x="128" y="88"/>
                  </a:lnTo>
                  <a:lnTo>
                    <a:pt x="128" y="76"/>
                  </a:lnTo>
                  <a:lnTo>
                    <a:pt x="128" y="64"/>
                  </a:lnTo>
                  <a:lnTo>
                    <a:pt x="126" y="52"/>
                  </a:lnTo>
                  <a:lnTo>
                    <a:pt x="120" y="32"/>
                  </a:lnTo>
                  <a:lnTo>
                    <a:pt x="120" y="22"/>
                  </a:lnTo>
                  <a:lnTo>
                    <a:pt x="118" y="12"/>
                  </a:lnTo>
                  <a:lnTo>
                    <a:pt x="126" y="6"/>
                  </a:lnTo>
                  <a:lnTo>
                    <a:pt x="134" y="0"/>
                  </a:lnTo>
                  <a:lnTo>
                    <a:pt x="138" y="0"/>
                  </a:lnTo>
                  <a:lnTo>
                    <a:pt x="142" y="0"/>
                  </a:lnTo>
                  <a:lnTo>
                    <a:pt x="148" y="4"/>
                  </a:lnTo>
                  <a:lnTo>
                    <a:pt x="154" y="8"/>
                  </a:lnTo>
                  <a:lnTo>
                    <a:pt x="170" y="44"/>
                  </a:lnTo>
                  <a:lnTo>
                    <a:pt x="178" y="66"/>
                  </a:lnTo>
                  <a:lnTo>
                    <a:pt x="184" y="90"/>
                  </a:lnTo>
                  <a:lnTo>
                    <a:pt x="188" y="96"/>
                  </a:lnTo>
                  <a:lnTo>
                    <a:pt x="192" y="98"/>
                  </a:lnTo>
                  <a:lnTo>
                    <a:pt x="208" y="100"/>
                  </a:lnTo>
                  <a:lnTo>
                    <a:pt x="212" y="92"/>
                  </a:lnTo>
                  <a:lnTo>
                    <a:pt x="216" y="86"/>
                  </a:lnTo>
                  <a:lnTo>
                    <a:pt x="218" y="70"/>
                  </a:lnTo>
                  <a:lnTo>
                    <a:pt x="218" y="44"/>
                  </a:lnTo>
                  <a:lnTo>
                    <a:pt x="230" y="34"/>
                  </a:lnTo>
                  <a:lnTo>
                    <a:pt x="236" y="44"/>
                  </a:lnTo>
                  <a:lnTo>
                    <a:pt x="242" y="56"/>
                  </a:lnTo>
                  <a:lnTo>
                    <a:pt x="252" y="88"/>
                  </a:lnTo>
                  <a:lnTo>
                    <a:pt x="268" y="112"/>
                  </a:lnTo>
                  <a:lnTo>
                    <a:pt x="278" y="126"/>
                  </a:lnTo>
                  <a:lnTo>
                    <a:pt x="292" y="142"/>
                  </a:lnTo>
                  <a:lnTo>
                    <a:pt x="332" y="148"/>
                  </a:lnTo>
                  <a:lnTo>
                    <a:pt x="368" y="216"/>
                  </a:lnTo>
                  <a:lnTo>
                    <a:pt x="404" y="264"/>
                  </a:lnTo>
                  <a:lnTo>
                    <a:pt x="406" y="280"/>
                  </a:lnTo>
                  <a:lnTo>
                    <a:pt x="398" y="290"/>
                  </a:lnTo>
                  <a:lnTo>
                    <a:pt x="392" y="298"/>
                  </a:lnTo>
                  <a:lnTo>
                    <a:pt x="390" y="306"/>
                  </a:lnTo>
                  <a:lnTo>
                    <a:pt x="390" y="324"/>
                  </a:lnTo>
                  <a:lnTo>
                    <a:pt x="400" y="336"/>
                  </a:lnTo>
                  <a:lnTo>
                    <a:pt x="408" y="346"/>
                  </a:lnTo>
                  <a:lnTo>
                    <a:pt x="422" y="356"/>
                  </a:lnTo>
                  <a:lnTo>
                    <a:pt x="430" y="358"/>
                  </a:lnTo>
                  <a:lnTo>
                    <a:pt x="440" y="362"/>
                  </a:lnTo>
                  <a:lnTo>
                    <a:pt x="452" y="370"/>
                  </a:lnTo>
                  <a:lnTo>
                    <a:pt x="460" y="376"/>
                  </a:lnTo>
                  <a:lnTo>
                    <a:pt x="472" y="380"/>
                  </a:lnTo>
                  <a:lnTo>
                    <a:pt x="500" y="378"/>
                  </a:lnTo>
                  <a:lnTo>
                    <a:pt x="574" y="346"/>
                  </a:lnTo>
                  <a:lnTo>
                    <a:pt x="580" y="330"/>
                  </a:lnTo>
                  <a:lnTo>
                    <a:pt x="584" y="318"/>
                  </a:lnTo>
                  <a:lnTo>
                    <a:pt x="586" y="304"/>
                  </a:lnTo>
                  <a:lnTo>
                    <a:pt x="586" y="290"/>
                  </a:lnTo>
                  <a:lnTo>
                    <a:pt x="578" y="278"/>
                  </a:lnTo>
                  <a:lnTo>
                    <a:pt x="572" y="272"/>
                  </a:lnTo>
                  <a:lnTo>
                    <a:pt x="558" y="262"/>
                  </a:lnTo>
                  <a:lnTo>
                    <a:pt x="558" y="238"/>
                  </a:lnTo>
                  <a:lnTo>
                    <a:pt x="558" y="230"/>
                  </a:lnTo>
                  <a:lnTo>
                    <a:pt x="564" y="222"/>
                  </a:lnTo>
                  <a:lnTo>
                    <a:pt x="578" y="214"/>
                  </a:lnTo>
                  <a:lnTo>
                    <a:pt x="594" y="204"/>
                  </a:lnTo>
                  <a:lnTo>
                    <a:pt x="608" y="192"/>
                  </a:lnTo>
                  <a:lnTo>
                    <a:pt x="620" y="178"/>
                  </a:lnTo>
                  <a:lnTo>
                    <a:pt x="620" y="152"/>
                  </a:lnTo>
                  <a:lnTo>
                    <a:pt x="616" y="138"/>
                  </a:lnTo>
                  <a:lnTo>
                    <a:pt x="610" y="128"/>
                  </a:lnTo>
                  <a:lnTo>
                    <a:pt x="606" y="122"/>
                  </a:lnTo>
                  <a:lnTo>
                    <a:pt x="600" y="116"/>
                  </a:lnTo>
                  <a:lnTo>
                    <a:pt x="598" y="108"/>
                  </a:lnTo>
                  <a:lnTo>
                    <a:pt x="614" y="104"/>
                  </a:lnTo>
                  <a:lnTo>
                    <a:pt x="622" y="94"/>
                  </a:lnTo>
                  <a:lnTo>
                    <a:pt x="628" y="84"/>
                  </a:lnTo>
                  <a:lnTo>
                    <a:pt x="632" y="72"/>
                  </a:lnTo>
                  <a:lnTo>
                    <a:pt x="636" y="66"/>
                  </a:lnTo>
                  <a:lnTo>
                    <a:pt x="642" y="64"/>
                  </a:lnTo>
                  <a:lnTo>
                    <a:pt x="654" y="64"/>
                  </a:lnTo>
                  <a:lnTo>
                    <a:pt x="672" y="66"/>
                  </a:lnTo>
                  <a:lnTo>
                    <a:pt x="694" y="124"/>
                  </a:lnTo>
                  <a:lnTo>
                    <a:pt x="704" y="136"/>
                  </a:lnTo>
                  <a:lnTo>
                    <a:pt x="712" y="144"/>
                  </a:lnTo>
                  <a:lnTo>
                    <a:pt x="722" y="152"/>
                  </a:lnTo>
                  <a:lnTo>
                    <a:pt x="758" y="152"/>
                  </a:lnTo>
                  <a:lnTo>
                    <a:pt x="774" y="140"/>
                  </a:lnTo>
                  <a:lnTo>
                    <a:pt x="790" y="128"/>
                  </a:lnTo>
                  <a:lnTo>
                    <a:pt x="796" y="138"/>
                  </a:lnTo>
                  <a:lnTo>
                    <a:pt x="796" y="152"/>
                  </a:lnTo>
                  <a:lnTo>
                    <a:pt x="794" y="170"/>
                  </a:lnTo>
                  <a:lnTo>
                    <a:pt x="790" y="188"/>
                  </a:lnTo>
                  <a:lnTo>
                    <a:pt x="786" y="196"/>
                  </a:lnTo>
                  <a:lnTo>
                    <a:pt x="780" y="204"/>
                  </a:lnTo>
                  <a:lnTo>
                    <a:pt x="766" y="208"/>
                  </a:lnTo>
                  <a:lnTo>
                    <a:pt x="752" y="208"/>
                  </a:lnTo>
                  <a:lnTo>
                    <a:pt x="720" y="192"/>
                  </a:lnTo>
                  <a:lnTo>
                    <a:pt x="694" y="192"/>
                  </a:lnTo>
                  <a:lnTo>
                    <a:pt x="676" y="196"/>
                  </a:lnTo>
                  <a:lnTo>
                    <a:pt x="668" y="198"/>
                  </a:lnTo>
                  <a:lnTo>
                    <a:pt x="660" y="204"/>
                  </a:lnTo>
                  <a:lnTo>
                    <a:pt x="642" y="218"/>
                  </a:lnTo>
                  <a:lnTo>
                    <a:pt x="630" y="236"/>
                  </a:lnTo>
                  <a:lnTo>
                    <a:pt x="630" y="256"/>
                  </a:lnTo>
                  <a:lnTo>
                    <a:pt x="630" y="266"/>
                  </a:lnTo>
                  <a:lnTo>
                    <a:pt x="636" y="280"/>
                  </a:lnTo>
                  <a:lnTo>
                    <a:pt x="638" y="290"/>
                  </a:lnTo>
                  <a:lnTo>
                    <a:pt x="642" y="296"/>
                  </a:lnTo>
                  <a:lnTo>
                    <a:pt x="646" y="302"/>
                  </a:lnTo>
                  <a:lnTo>
                    <a:pt x="652" y="308"/>
                  </a:lnTo>
                  <a:lnTo>
                    <a:pt x="658" y="310"/>
                  </a:lnTo>
                  <a:lnTo>
                    <a:pt x="666" y="308"/>
                  </a:lnTo>
                  <a:lnTo>
                    <a:pt x="676" y="304"/>
                  </a:lnTo>
                  <a:lnTo>
                    <a:pt x="692" y="302"/>
                  </a:lnTo>
                  <a:lnTo>
                    <a:pt x="698" y="300"/>
                  </a:lnTo>
                  <a:lnTo>
                    <a:pt x="706" y="300"/>
                  </a:lnTo>
                  <a:lnTo>
                    <a:pt x="710" y="304"/>
                  </a:lnTo>
                  <a:lnTo>
                    <a:pt x="714" y="308"/>
                  </a:lnTo>
                  <a:lnTo>
                    <a:pt x="716" y="318"/>
                  </a:lnTo>
                  <a:lnTo>
                    <a:pt x="718" y="330"/>
                  </a:lnTo>
                  <a:lnTo>
                    <a:pt x="704" y="378"/>
                  </a:lnTo>
                  <a:lnTo>
                    <a:pt x="696" y="390"/>
                  </a:lnTo>
                  <a:lnTo>
                    <a:pt x="690" y="400"/>
                  </a:lnTo>
                  <a:lnTo>
                    <a:pt x="690" y="410"/>
                  </a:lnTo>
                  <a:lnTo>
                    <a:pt x="692" y="418"/>
                  </a:lnTo>
                  <a:lnTo>
                    <a:pt x="698" y="426"/>
                  </a:lnTo>
                  <a:lnTo>
                    <a:pt x="706" y="432"/>
                  </a:lnTo>
                  <a:lnTo>
                    <a:pt x="718" y="438"/>
                  </a:lnTo>
                  <a:lnTo>
                    <a:pt x="734" y="444"/>
                  </a:lnTo>
                  <a:lnTo>
                    <a:pt x="732" y="472"/>
                  </a:lnTo>
                  <a:lnTo>
                    <a:pt x="730" y="486"/>
                  </a:lnTo>
                  <a:lnTo>
                    <a:pt x="724" y="502"/>
                  </a:lnTo>
                  <a:lnTo>
                    <a:pt x="724" y="510"/>
                  </a:lnTo>
                  <a:lnTo>
                    <a:pt x="724" y="520"/>
                  </a:lnTo>
                  <a:lnTo>
                    <a:pt x="726" y="528"/>
                  </a:lnTo>
                  <a:lnTo>
                    <a:pt x="730" y="536"/>
                  </a:lnTo>
                  <a:lnTo>
                    <a:pt x="760" y="572"/>
                  </a:lnTo>
                  <a:lnTo>
                    <a:pt x="828" y="590"/>
                  </a:lnTo>
                  <a:lnTo>
                    <a:pt x="836" y="596"/>
                  </a:lnTo>
                  <a:lnTo>
                    <a:pt x="842" y="600"/>
                  </a:lnTo>
                  <a:lnTo>
                    <a:pt x="850" y="604"/>
                  </a:lnTo>
                  <a:lnTo>
                    <a:pt x="876" y="606"/>
                  </a:lnTo>
                  <a:lnTo>
                    <a:pt x="882" y="628"/>
                  </a:lnTo>
                  <a:lnTo>
                    <a:pt x="876" y="636"/>
                  </a:lnTo>
                  <a:lnTo>
                    <a:pt x="872" y="644"/>
                  </a:lnTo>
                  <a:lnTo>
                    <a:pt x="850" y="658"/>
                  </a:lnTo>
                  <a:lnTo>
                    <a:pt x="832" y="666"/>
                  </a:lnTo>
                  <a:lnTo>
                    <a:pt x="818" y="666"/>
                  </a:lnTo>
                  <a:lnTo>
                    <a:pt x="806" y="668"/>
                  </a:lnTo>
                  <a:lnTo>
                    <a:pt x="794" y="672"/>
                  </a:lnTo>
                  <a:lnTo>
                    <a:pt x="784" y="676"/>
                  </a:lnTo>
                  <a:lnTo>
                    <a:pt x="764" y="686"/>
                  </a:lnTo>
                  <a:lnTo>
                    <a:pt x="744" y="700"/>
                  </a:lnTo>
                  <a:lnTo>
                    <a:pt x="736" y="716"/>
                  </a:lnTo>
                  <a:lnTo>
                    <a:pt x="728" y="726"/>
                  </a:lnTo>
                  <a:lnTo>
                    <a:pt x="720" y="734"/>
                  </a:lnTo>
                  <a:lnTo>
                    <a:pt x="682" y="734"/>
                  </a:lnTo>
                  <a:lnTo>
                    <a:pt x="662" y="756"/>
                  </a:lnTo>
                  <a:lnTo>
                    <a:pt x="656" y="760"/>
                  </a:lnTo>
                  <a:lnTo>
                    <a:pt x="650" y="764"/>
                  </a:lnTo>
                  <a:lnTo>
                    <a:pt x="642" y="766"/>
                  </a:lnTo>
                  <a:lnTo>
                    <a:pt x="636" y="766"/>
                  </a:lnTo>
                  <a:lnTo>
                    <a:pt x="628" y="754"/>
                  </a:lnTo>
                  <a:lnTo>
                    <a:pt x="620" y="746"/>
                  </a:lnTo>
                  <a:lnTo>
                    <a:pt x="612" y="742"/>
                  </a:lnTo>
                  <a:lnTo>
                    <a:pt x="604" y="742"/>
                  </a:lnTo>
                  <a:lnTo>
                    <a:pt x="596" y="744"/>
                  </a:lnTo>
                  <a:lnTo>
                    <a:pt x="588" y="748"/>
                  </a:lnTo>
                  <a:lnTo>
                    <a:pt x="574" y="758"/>
                  </a:lnTo>
                  <a:lnTo>
                    <a:pt x="564" y="760"/>
                  </a:lnTo>
                  <a:lnTo>
                    <a:pt x="556" y="760"/>
                  </a:lnTo>
                  <a:lnTo>
                    <a:pt x="548" y="758"/>
                  </a:lnTo>
                  <a:lnTo>
                    <a:pt x="544" y="756"/>
                  </a:lnTo>
                  <a:lnTo>
                    <a:pt x="534" y="748"/>
                  </a:lnTo>
                  <a:lnTo>
                    <a:pt x="526" y="740"/>
                  </a:lnTo>
                  <a:lnTo>
                    <a:pt x="514" y="738"/>
                  </a:lnTo>
                  <a:lnTo>
                    <a:pt x="506" y="738"/>
                  </a:lnTo>
                  <a:lnTo>
                    <a:pt x="498" y="738"/>
                  </a:lnTo>
                  <a:lnTo>
                    <a:pt x="492" y="742"/>
                  </a:lnTo>
                  <a:lnTo>
                    <a:pt x="486" y="746"/>
                  </a:lnTo>
                  <a:lnTo>
                    <a:pt x="482" y="750"/>
                  </a:lnTo>
                  <a:lnTo>
                    <a:pt x="474" y="764"/>
                  </a:lnTo>
                  <a:lnTo>
                    <a:pt x="468" y="768"/>
                  </a:lnTo>
                  <a:lnTo>
                    <a:pt x="462" y="770"/>
                  </a:lnTo>
                  <a:lnTo>
                    <a:pt x="454" y="770"/>
                  </a:lnTo>
                  <a:lnTo>
                    <a:pt x="448" y="768"/>
                  </a:lnTo>
                  <a:lnTo>
                    <a:pt x="436" y="762"/>
                  </a:lnTo>
                  <a:lnTo>
                    <a:pt x="430" y="756"/>
                  </a:lnTo>
                  <a:lnTo>
                    <a:pt x="414" y="756"/>
                  </a:lnTo>
                  <a:lnTo>
                    <a:pt x="404" y="766"/>
                  </a:lnTo>
                  <a:lnTo>
                    <a:pt x="398" y="774"/>
                  </a:lnTo>
                  <a:lnTo>
                    <a:pt x="396" y="784"/>
                  </a:lnTo>
                  <a:lnTo>
                    <a:pt x="394" y="802"/>
                  </a:lnTo>
                  <a:lnTo>
                    <a:pt x="402" y="814"/>
                  </a:lnTo>
                  <a:lnTo>
                    <a:pt x="410" y="826"/>
                  </a:lnTo>
                  <a:lnTo>
                    <a:pt x="412" y="832"/>
                  </a:lnTo>
                  <a:lnTo>
                    <a:pt x="412" y="840"/>
                  </a:lnTo>
                  <a:lnTo>
                    <a:pt x="412" y="850"/>
                  </a:lnTo>
                  <a:lnTo>
                    <a:pt x="410" y="860"/>
                  </a:lnTo>
                  <a:lnTo>
                    <a:pt x="410" y="872"/>
                  </a:lnTo>
                  <a:lnTo>
                    <a:pt x="414" y="886"/>
                  </a:lnTo>
                  <a:lnTo>
                    <a:pt x="416" y="902"/>
                  </a:lnTo>
                  <a:lnTo>
                    <a:pt x="420" y="922"/>
                  </a:lnTo>
                  <a:lnTo>
                    <a:pt x="412" y="928"/>
                  </a:lnTo>
                  <a:lnTo>
                    <a:pt x="406" y="932"/>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92" name="Freeform 12"/>
            <p:cNvSpPr/>
            <p:nvPr/>
          </p:nvSpPr>
          <p:spPr bwMode="auto">
            <a:xfrm>
              <a:off x="4851400" y="5384801"/>
              <a:ext cx="1187450" cy="885825"/>
            </a:xfrm>
            <a:custGeom>
              <a:avLst/>
              <a:gdLst>
                <a:gd name="T0" fmla="*/ 450 w 748"/>
                <a:gd name="T1" fmla="*/ 540 h 558"/>
                <a:gd name="T2" fmla="*/ 440 w 748"/>
                <a:gd name="T3" fmla="*/ 532 h 558"/>
                <a:gd name="T4" fmla="*/ 422 w 748"/>
                <a:gd name="T5" fmla="*/ 516 h 558"/>
                <a:gd name="T6" fmla="*/ 406 w 748"/>
                <a:gd name="T7" fmla="*/ 508 h 558"/>
                <a:gd name="T8" fmla="*/ 390 w 748"/>
                <a:gd name="T9" fmla="*/ 536 h 558"/>
                <a:gd name="T10" fmla="*/ 280 w 748"/>
                <a:gd name="T11" fmla="*/ 532 h 558"/>
                <a:gd name="T12" fmla="*/ 218 w 748"/>
                <a:gd name="T13" fmla="*/ 498 h 558"/>
                <a:gd name="T14" fmla="*/ 204 w 748"/>
                <a:gd name="T15" fmla="*/ 478 h 558"/>
                <a:gd name="T16" fmla="*/ 212 w 748"/>
                <a:gd name="T17" fmla="*/ 432 h 558"/>
                <a:gd name="T18" fmla="*/ 188 w 748"/>
                <a:gd name="T19" fmla="*/ 390 h 558"/>
                <a:gd name="T20" fmla="*/ 142 w 748"/>
                <a:gd name="T21" fmla="*/ 382 h 558"/>
                <a:gd name="T22" fmla="*/ 82 w 748"/>
                <a:gd name="T23" fmla="*/ 368 h 558"/>
                <a:gd name="T24" fmla="*/ 104 w 748"/>
                <a:gd name="T25" fmla="*/ 342 h 558"/>
                <a:gd name="T26" fmla="*/ 140 w 748"/>
                <a:gd name="T27" fmla="*/ 316 h 558"/>
                <a:gd name="T28" fmla="*/ 142 w 748"/>
                <a:gd name="T29" fmla="*/ 262 h 558"/>
                <a:gd name="T30" fmla="*/ 102 w 748"/>
                <a:gd name="T31" fmla="*/ 252 h 558"/>
                <a:gd name="T32" fmla="*/ 20 w 748"/>
                <a:gd name="T33" fmla="*/ 222 h 558"/>
                <a:gd name="T34" fmla="*/ 0 w 748"/>
                <a:gd name="T35" fmla="*/ 192 h 558"/>
                <a:gd name="T36" fmla="*/ 22 w 748"/>
                <a:gd name="T37" fmla="*/ 162 h 558"/>
                <a:gd name="T38" fmla="*/ 62 w 748"/>
                <a:gd name="T39" fmla="*/ 154 h 558"/>
                <a:gd name="T40" fmla="*/ 120 w 748"/>
                <a:gd name="T41" fmla="*/ 190 h 558"/>
                <a:gd name="T42" fmla="*/ 156 w 748"/>
                <a:gd name="T43" fmla="*/ 192 h 558"/>
                <a:gd name="T44" fmla="*/ 206 w 748"/>
                <a:gd name="T45" fmla="*/ 156 h 558"/>
                <a:gd name="T46" fmla="*/ 240 w 748"/>
                <a:gd name="T47" fmla="*/ 98 h 558"/>
                <a:gd name="T48" fmla="*/ 274 w 748"/>
                <a:gd name="T49" fmla="*/ 110 h 558"/>
                <a:gd name="T50" fmla="*/ 308 w 748"/>
                <a:gd name="T51" fmla="*/ 128 h 558"/>
                <a:gd name="T52" fmla="*/ 342 w 748"/>
                <a:gd name="T53" fmla="*/ 134 h 558"/>
                <a:gd name="T54" fmla="*/ 410 w 748"/>
                <a:gd name="T55" fmla="*/ 100 h 558"/>
                <a:gd name="T56" fmla="*/ 442 w 748"/>
                <a:gd name="T57" fmla="*/ 78 h 558"/>
                <a:gd name="T58" fmla="*/ 470 w 748"/>
                <a:gd name="T59" fmla="*/ 52 h 558"/>
                <a:gd name="T60" fmla="*/ 514 w 748"/>
                <a:gd name="T61" fmla="*/ 38 h 558"/>
                <a:gd name="T62" fmla="*/ 588 w 748"/>
                <a:gd name="T63" fmla="*/ 10 h 558"/>
                <a:gd name="T64" fmla="*/ 632 w 748"/>
                <a:gd name="T65" fmla="*/ 0 h 558"/>
                <a:gd name="T66" fmla="*/ 672 w 748"/>
                <a:gd name="T67" fmla="*/ 54 h 558"/>
                <a:gd name="T68" fmla="*/ 640 w 748"/>
                <a:gd name="T69" fmla="*/ 112 h 558"/>
                <a:gd name="T70" fmla="*/ 642 w 748"/>
                <a:gd name="T71" fmla="*/ 142 h 558"/>
                <a:gd name="T72" fmla="*/ 682 w 748"/>
                <a:gd name="T73" fmla="*/ 172 h 558"/>
                <a:gd name="T74" fmla="*/ 734 w 748"/>
                <a:gd name="T75" fmla="*/ 180 h 558"/>
                <a:gd name="T76" fmla="*/ 748 w 748"/>
                <a:gd name="T77" fmla="*/ 220 h 558"/>
                <a:gd name="T78" fmla="*/ 734 w 748"/>
                <a:gd name="T79" fmla="*/ 254 h 558"/>
                <a:gd name="T80" fmla="*/ 722 w 748"/>
                <a:gd name="T81" fmla="*/ 264 h 558"/>
                <a:gd name="T82" fmla="*/ 712 w 748"/>
                <a:gd name="T83" fmla="*/ 312 h 558"/>
                <a:gd name="T84" fmla="*/ 688 w 748"/>
                <a:gd name="T85" fmla="*/ 346 h 558"/>
                <a:gd name="T86" fmla="*/ 672 w 748"/>
                <a:gd name="T87" fmla="*/ 360 h 558"/>
                <a:gd name="T88" fmla="*/ 634 w 748"/>
                <a:gd name="T89" fmla="*/ 406 h 558"/>
                <a:gd name="T90" fmla="*/ 614 w 748"/>
                <a:gd name="T91" fmla="*/ 424 h 558"/>
                <a:gd name="T92" fmla="*/ 586 w 748"/>
                <a:gd name="T93" fmla="*/ 448 h 558"/>
                <a:gd name="T94" fmla="*/ 570 w 748"/>
                <a:gd name="T95" fmla="*/ 468 h 558"/>
                <a:gd name="T96" fmla="*/ 566 w 748"/>
                <a:gd name="T97" fmla="*/ 474 h 558"/>
                <a:gd name="T98" fmla="*/ 546 w 748"/>
                <a:gd name="T99" fmla="*/ 484 h 558"/>
                <a:gd name="T100" fmla="*/ 518 w 748"/>
                <a:gd name="T101" fmla="*/ 534 h 558"/>
                <a:gd name="T102" fmla="*/ 466 w 748"/>
                <a:gd name="T103" fmla="*/ 558 h 55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748" h="558">
                  <a:moveTo>
                    <a:pt x="450" y="558"/>
                  </a:moveTo>
                  <a:lnTo>
                    <a:pt x="450" y="558"/>
                  </a:lnTo>
                  <a:lnTo>
                    <a:pt x="450" y="540"/>
                  </a:lnTo>
                  <a:lnTo>
                    <a:pt x="446" y="540"/>
                  </a:lnTo>
                  <a:lnTo>
                    <a:pt x="444" y="538"/>
                  </a:lnTo>
                  <a:lnTo>
                    <a:pt x="440" y="532"/>
                  </a:lnTo>
                  <a:lnTo>
                    <a:pt x="428" y="530"/>
                  </a:lnTo>
                  <a:lnTo>
                    <a:pt x="426" y="522"/>
                  </a:lnTo>
                  <a:lnTo>
                    <a:pt x="422" y="516"/>
                  </a:lnTo>
                  <a:lnTo>
                    <a:pt x="418" y="510"/>
                  </a:lnTo>
                  <a:lnTo>
                    <a:pt x="414" y="508"/>
                  </a:lnTo>
                  <a:lnTo>
                    <a:pt x="410" y="508"/>
                  </a:lnTo>
                  <a:lnTo>
                    <a:pt x="406" y="508"/>
                  </a:lnTo>
                  <a:lnTo>
                    <a:pt x="396" y="510"/>
                  </a:lnTo>
                  <a:lnTo>
                    <a:pt x="390" y="536"/>
                  </a:lnTo>
                  <a:lnTo>
                    <a:pt x="322" y="540"/>
                  </a:lnTo>
                  <a:lnTo>
                    <a:pt x="280" y="532"/>
                  </a:lnTo>
                  <a:lnTo>
                    <a:pt x="246" y="528"/>
                  </a:lnTo>
                  <a:lnTo>
                    <a:pt x="218" y="498"/>
                  </a:lnTo>
                  <a:lnTo>
                    <a:pt x="208" y="478"/>
                  </a:lnTo>
                  <a:lnTo>
                    <a:pt x="204" y="478"/>
                  </a:lnTo>
                  <a:lnTo>
                    <a:pt x="200" y="464"/>
                  </a:lnTo>
                  <a:lnTo>
                    <a:pt x="202" y="452"/>
                  </a:lnTo>
                  <a:lnTo>
                    <a:pt x="206" y="442"/>
                  </a:lnTo>
                  <a:lnTo>
                    <a:pt x="212" y="432"/>
                  </a:lnTo>
                  <a:lnTo>
                    <a:pt x="212" y="406"/>
                  </a:lnTo>
                  <a:lnTo>
                    <a:pt x="188" y="390"/>
                  </a:lnTo>
                  <a:lnTo>
                    <a:pt x="188" y="384"/>
                  </a:lnTo>
                  <a:lnTo>
                    <a:pt x="142" y="382"/>
                  </a:lnTo>
                  <a:lnTo>
                    <a:pt x="104" y="378"/>
                  </a:lnTo>
                  <a:lnTo>
                    <a:pt x="82" y="368"/>
                  </a:lnTo>
                  <a:lnTo>
                    <a:pt x="72" y="344"/>
                  </a:lnTo>
                  <a:lnTo>
                    <a:pt x="104" y="342"/>
                  </a:lnTo>
                  <a:lnTo>
                    <a:pt x="112" y="338"/>
                  </a:lnTo>
                  <a:lnTo>
                    <a:pt x="122" y="332"/>
                  </a:lnTo>
                  <a:lnTo>
                    <a:pt x="140" y="316"/>
                  </a:lnTo>
                  <a:lnTo>
                    <a:pt x="148" y="300"/>
                  </a:lnTo>
                  <a:lnTo>
                    <a:pt x="150" y="286"/>
                  </a:lnTo>
                  <a:lnTo>
                    <a:pt x="148" y="274"/>
                  </a:lnTo>
                  <a:lnTo>
                    <a:pt x="142" y="262"/>
                  </a:lnTo>
                  <a:lnTo>
                    <a:pt x="114" y="260"/>
                  </a:lnTo>
                  <a:lnTo>
                    <a:pt x="102" y="252"/>
                  </a:lnTo>
                  <a:lnTo>
                    <a:pt x="88" y="246"/>
                  </a:lnTo>
                  <a:lnTo>
                    <a:pt x="64" y="238"/>
                  </a:lnTo>
                  <a:lnTo>
                    <a:pt x="40" y="230"/>
                  </a:lnTo>
                  <a:lnTo>
                    <a:pt x="20" y="222"/>
                  </a:lnTo>
                  <a:lnTo>
                    <a:pt x="6" y="204"/>
                  </a:lnTo>
                  <a:lnTo>
                    <a:pt x="2" y="196"/>
                  </a:lnTo>
                  <a:lnTo>
                    <a:pt x="0" y="192"/>
                  </a:lnTo>
                  <a:lnTo>
                    <a:pt x="12" y="174"/>
                  </a:lnTo>
                  <a:lnTo>
                    <a:pt x="18" y="166"/>
                  </a:lnTo>
                  <a:lnTo>
                    <a:pt x="22" y="162"/>
                  </a:lnTo>
                  <a:lnTo>
                    <a:pt x="30" y="158"/>
                  </a:lnTo>
                  <a:lnTo>
                    <a:pt x="36" y="156"/>
                  </a:lnTo>
                  <a:lnTo>
                    <a:pt x="48" y="154"/>
                  </a:lnTo>
                  <a:lnTo>
                    <a:pt x="62" y="154"/>
                  </a:lnTo>
                  <a:lnTo>
                    <a:pt x="90" y="164"/>
                  </a:lnTo>
                  <a:lnTo>
                    <a:pt x="120" y="190"/>
                  </a:lnTo>
                  <a:lnTo>
                    <a:pt x="130" y="192"/>
                  </a:lnTo>
                  <a:lnTo>
                    <a:pt x="142" y="192"/>
                  </a:lnTo>
                  <a:lnTo>
                    <a:pt x="156" y="192"/>
                  </a:lnTo>
                  <a:lnTo>
                    <a:pt x="172" y="190"/>
                  </a:lnTo>
                  <a:lnTo>
                    <a:pt x="188" y="174"/>
                  </a:lnTo>
                  <a:lnTo>
                    <a:pt x="206" y="156"/>
                  </a:lnTo>
                  <a:lnTo>
                    <a:pt x="222" y="136"/>
                  </a:lnTo>
                  <a:lnTo>
                    <a:pt x="238" y="120"/>
                  </a:lnTo>
                  <a:lnTo>
                    <a:pt x="240" y="98"/>
                  </a:lnTo>
                  <a:lnTo>
                    <a:pt x="264" y="96"/>
                  </a:lnTo>
                  <a:lnTo>
                    <a:pt x="274" y="110"/>
                  </a:lnTo>
                  <a:lnTo>
                    <a:pt x="284" y="114"/>
                  </a:lnTo>
                  <a:lnTo>
                    <a:pt x="294" y="120"/>
                  </a:lnTo>
                  <a:lnTo>
                    <a:pt x="308" y="128"/>
                  </a:lnTo>
                  <a:lnTo>
                    <a:pt x="324" y="134"/>
                  </a:lnTo>
                  <a:lnTo>
                    <a:pt x="342" y="134"/>
                  </a:lnTo>
                  <a:lnTo>
                    <a:pt x="384" y="120"/>
                  </a:lnTo>
                  <a:lnTo>
                    <a:pt x="398" y="108"/>
                  </a:lnTo>
                  <a:lnTo>
                    <a:pt x="410" y="100"/>
                  </a:lnTo>
                  <a:lnTo>
                    <a:pt x="422" y="92"/>
                  </a:lnTo>
                  <a:lnTo>
                    <a:pt x="438" y="84"/>
                  </a:lnTo>
                  <a:lnTo>
                    <a:pt x="442" y="78"/>
                  </a:lnTo>
                  <a:lnTo>
                    <a:pt x="450" y="72"/>
                  </a:lnTo>
                  <a:lnTo>
                    <a:pt x="462" y="56"/>
                  </a:lnTo>
                  <a:lnTo>
                    <a:pt x="470" y="52"/>
                  </a:lnTo>
                  <a:lnTo>
                    <a:pt x="476" y="46"/>
                  </a:lnTo>
                  <a:lnTo>
                    <a:pt x="494" y="40"/>
                  </a:lnTo>
                  <a:lnTo>
                    <a:pt x="514" y="38"/>
                  </a:lnTo>
                  <a:lnTo>
                    <a:pt x="550" y="36"/>
                  </a:lnTo>
                  <a:lnTo>
                    <a:pt x="570" y="22"/>
                  </a:lnTo>
                  <a:lnTo>
                    <a:pt x="588" y="10"/>
                  </a:lnTo>
                  <a:lnTo>
                    <a:pt x="596" y="6"/>
                  </a:lnTo>
                  <a:lnTo>
                    <a:pt x="606" y="2"/>
                  </a:lnTo>
                  <a:lnTo>
                    <a:pt x="618" y="0"/>
                  </a:lnTo>
                  <a:lnTo>
                    <a:pt x="632" y="0"/>
                  </a:lnTo>
                  <a:lnTo>
                    <a:pt x="654" y="36"/>
                  </a:lnTo>
                  <a:lnTo>
                    <a:pt x="672" y="54"/>
                  </a:lnTo>
                  <a:lnTo>
                    <a:pt x="656" y="82"/>
                  </a:lnTo>
                  <a:lnTo>
                    <a:pt x="646" y="96"/>
                  </a:lnTo>
                  <a:lnTo>
                    <a:pt x="640" y="112"/>
                  </a:lnTo>
                  <a:lnTo>
                    <a:pt x="638" y="140"/>
                  </a:lnTo>
                  <a:lnTo>
                    <a:pt x="642" y="142"/>
                  </a:lnTo>
                  <a:lnTo>
                    <a:pt x="650" y="142"/>
                  </a:lnTo>
                  <a:lnTo>
                    <a:pt x="672" y="142"/>
                  </a:lnTo>
                  <a:lnTo>
                    <a:pt x="682" y="172"/>
                  </a:lnTo>
                  <a:lnTo>
                    <a:pt x="690" y="184"/>
                  </a:lnTo>
                  <a:lnTo>
                    <a:pt x="734" y="180"/>
                  </a:lnTo>
                  <a:lnTo>
                    <a:pt x="740" y="190"/>
                  </a:lnTo>
                  <a:lnTo>
                    <a:pt x="744" y="204"/>
                  </a:lnTo>
                  <a:lnTo>
                    <a:pt x="748" y="220"/>
                  </a:lnTo>
                  <a:lnTo>
                    <a:pt x="748" y="238"/>
                  </a:lnTo>
                  <a:lnTo>
                    <a:pt x="740" y="248"/>
                  </a:lnTo>
                  <a:lnTo>
                    <a:pt x="734" y="254"/>
                  </a:lnTo>
                  <a:lnTo>
                    <a:pt x="726" y="258"/>
                  </a:lnTo>
                  <a:lnTo>
                    <a:pt x="724" y="262"/>
                  </a:lnTo>
                  <a:lnTo>
                    <a:pt x="722" y="264"/>
                  </a:lnTo>
                  <a:lnTo>
                    <a:pt x="718" y="266"/>
                  </a:lnTo>
                  <a:lnTo>
                    <a:pt x="712" y="312"/>
                  </a:lnTo>
                  <a:lnTo>
                    <a:pt x="706" y="324"/>
                  </a:lnTo>
                  <a:lnTo>
                    <a:pt x="700" y="338"/>
                  </a:lnTo>
                  <a:lnTo>
                    <a:pt x="688" y="346"/>
                  </a:lnTo>
                  <a:lnTo>
                    <a:pt x="682" y="350"/>
                  </a:lnTo>
                  <a:lnTo>
                    <a:pt x="682" y="356"/>
                  </a:lnTo>
                  <a:lnTo>
                    <a:pt x="672" y="360"/>
                  </a:lnTo>
                  <a:lnTo>
                    <a:pt x="664" y="366"/>
                  </a:lnTo>
                  <a:lnTo>
                    <a:pt x="656" y="376"/>
                  </a:lnTo>
                  <a:lnTo>
                    <a:pt x="648" y="386"/>
                  </a:lnTo>
                  <a:lnTo>
                    <a:pt x="634" y="406"/>
                  </a:lnTo>
                  <a:lnTo>
                    <a:pt x="626" y="414"/>
                  </a:lnTo>
                  <a:lnTo>
                    <a:pt x="616" y="420"/>
                  </a:lnTo>
                  <a:lnTo>
                    <a:pt x="614" y="424"/>
                  </a:lnTo>
                  <a:lnTo>
                    <a:pt x="610" y="428"/>
                  </a:lnTo>
                  <a:lnTo>
                    <a:pt x="600" y="434"/>
                  </a:lnTo>
                  <a:lnTo>
                    <a:pt x="586" y="448"/>
                  </a:lnTo>
                  <a:lnTo>
                    <a:pt x="572" y="464"/>
                  </a:lnTo>
                  <a:lnTo>
                    <a:pt x="570" y="466"/>
                  </a:lnTo>
                  <a:lnTo>
                    <a:pt x="570" y="468"/>
                  </a:lnTo>
                  <a:lnTo>
                    <a:pt x="566" y="468"/>
                  </a:lnTo>
                  <a:lnTo>
                    <a:pt x="566" y="474"/>
                  </a:lnTo>
                  <a:lnTo>
                    <a:pt x="560" y="474"/>
                  </a:lnTo>
                  <a:lnTo>
                    <a:pt x="556" y="476"/>
                  </a:lnTo>
                  <a:lnTo>
                    <a:pt x="546" y="484"/>
                  </a:lnTo>
                  <a:lnTo>
                    <a:pt x="532" y="500"/>
                  </a:lnTo>
                  <a:lnTo>
                    <a:pt x="518" y="534"/>
                  </a:lnTo>
                  <a:lnTo>
                    <a:pt x="502" y="538"/>
                  </a:lnTo>
                  <a:lnTo>
                    <a:pt x="488" y="544"/>
                  </a:lnTo>
                  <a:lnTo>
                    <a:pt x="478" y="550"/>
                  </a:lnTo>
                  <a:lnTo>
                    <a:pt x="466" y="558"/>
                  </a:lnTo>
                  <a:lnTo>
                    <a:pt x="450" y="558"/>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dirty="0"/>
            </a:p>
          </p:txBody>
        </p:sp>
        <p:sp>
          <p:nvSpPr>
            <p:cNvPr id="93" name="Freeform 13"/>
            <p:cNvSpPr/>
            <p:nvPr/>
          </p:nvSpPr>
          <p:spPr bwMode="auto">
            <a:xfrm>
              <a:off x="7381875" y="5387976"/>
              <a:ext cx="282575" cy="654050"/>
            </a:xfrm>
            <a:custGeom>
              <a:avLst/>
              <a:gdLst>
                <a:gd name="T0" fmla="*/ 82 w 178"/>
                <a:gd name="T1" fmla="*/ 412 h 412"/>
                <a:gd name="T2" fmla="*/ 82 w 178"/>
                <a:gd name="T3" fmla="*/ 412 h 412"/>
                <a:gd name="T4" fmla="*/ 50 w 178"/>
                <a:gd name="T5" fmla="*/ 364 h 412"/>
                <a:gd name="T6" fmla="*/ 50 w 178"/>
                <a:gd name="T7" fmla="*/ 364 h 412"/>
                <a:gd name="T8" fmla="*/ 40 w 178"/>
                <a:gd name="T9" fmla="*/ 360 h 412"/>
                <a:gd name="T10" fmla="*/ 34 w 178"/>
                <a:gd name="T11" fmla="*/ 356 h 412"/>
                <a:gd name="T12" fmla="*/ 28 w 178"/>
                <a:gd name="T13" fmla="*/ 350 h 412"/>
                <a:gd name="T14" fmla="*/ 26 w 178"/>
                <a:gd name="T15" fmla="*/ 346 h 412"/>
                <a:gd name="T16" fmla="*/ 20 w 178"/>
                <a:gd name="T17" fmla="*/ 336 h 412"/>
                <a:gd name="T18" fmla="*/ 16 w 178"/>
                <a:gd name="T19" fmla="*/ 324 h 412"/>
                <a:gd name="T20" fmla="*/ 16 w 178"/>
                <a:gd name="T21" fmla="*/ 324 h 412"/>
                <a:gd name="T22" fmla="*/ 0 w 178"/>
                <a:gd name="T23" fmla="*/ 304 h 412"/>
                <a:gd name="T24" fmla="*/ 0 w 178"/>
                <a:gd name="T25" fmla="*/ 304 h 412"/>
                <a:gd name="T26" fmla="*/ 2 w 178"/>
                <a:gd name="T27" fmla="*/ 280 h 412"/>
                <a:gd name="T28" fmla="*/ 6 w 178"/>
                <a:gd name="T29" fmla="*/ 258 h 412"/>
                <a:gd name="T30" fmla="*/ 8 w 178"/>
                <a:gd name="T31" fmla="*/ 238 h 412"/>
                <a:gd name="T32" fmla="*/ 8 w 178"/>
                <a:gd name="T33" fmla="*/ 228 h 412"/>
                <a:gd name="T34" fmla="*/ 6 w 178"/>
                <a:gd name="T35" fmla="*/ 220 h 412"/>
                <a:gd name="T36" fmla="*/ 6 w 178"/>
                <a:gd name="T37" fmla="*/ 220 h 412"/>
                <a:gd name="T38" fmla="*/ 6 w 178"/>
                <a:gd name="T39" fmla="*/ 196 h 412"/>
                <a:gd name="T40" fmla="*/ 10 w 178"/>
                <a:gd name="T41" fmla="*/ 180 h 412"/>
                <a:gd name="T42" fmla="*/ 16 w 178"/>
                <a:gd name="T43" fmla="*/ 166 h 412"/>
                <a:gd name="T44" fmla="*/ 30 w 178"/>
                <a:gd name="T45" fmla="*/ 150 h 412"/>
                <a:gd name="T46" fmla="*/ 30 w 178"/>
                <a:gd name="T47" fmla="*/ 150 h 412"/>
                <a:gd name="T48" fmla="*/ 38 w 178"/>
                <a:gd name="T49" fmla="*/ 112 h 412"/>
                <a:gd name="T50" fmla="*/ 38 w 178"/>
                <a:gd name="T51" fmla="*/ 112 h 412"/>
                <a:gd name="T52" fmla="*/ 60 w 178"/>
                <a:gd name="T53" fmla="*/ 64 h 412"/>
                <a:gd name="T54" fmla="*/ 60 w 178"/>
                <a:gd name="T55" fmla="*/ 64 h 412"/>
                <a:gd name="T56" fmla="*/ 76 w 178"/>
                <a:gd name="T57" fmla="*/ 44 h 412"/>
                <a:gd name="T58" fmla="*/ 90 w 178"/>
                <a:gd name="T59" fmla="*/ 28 h 412"/>
                <a:gd name="T60" fmla="*/ 104 w 178"/>
                <a:gd name="T61" fmla="*/ 14 h 412"/>
                <a:gd name="T62" fmla="*/ 122 w 178"/>
                <a:gd name="T63" fmla="*/ 0 h 412"/>
                <a:gd name="T64" fmla="*/ 122 w 178"/>
                <a:gd name="T65" fmla="*/ 0 h 412"/>
                <a:gd name="T66" fmla="*/ 164 w 178"/>
                <a:gd name="T67" fmla="*/ 2 h 412"/>
                <a:gd name="T68" fmla="*/ 164 w 178"/>
                <a:gd name="T69" fmla="*/ 2 h 412"/>
                <a:gd name="T70" fmla="*/ 170 w 178"/>
                <a:gd name="T71" fmla="*/ 6 h 412"/>
                <a:gd name="T72" fmla="*/ 170 w 178"/>
                <a:gd name="T73" fmla="*/ 6 h 412"/>
                <a:gd name="T74" fmla="*/ 176 w 178"/>
                <a:gd name="T75" fmla="*/ 30 h 412"/>
                <a:gd name="T76" fmla="*/ 178 w 178"/>
                <a:gd name="T77" fmla="*/ 44 h 412"/>
                <a:gd name="T78" fmla="*/ 178 w 178"/>
                <a:gd name="T79" fmla="*/ 58 h 412"/>
                <a:gd name="T80" fmla="*/ 178 w 178"/>
                <a:gd name="T81" fmla="*/ 58 h 412"/>
                <a:gd name="T82" fmla="*/ 172 w 178"/>
                <a:gd name="T83" fmla="*/ 72 h 412"/>
                <a:gd name="T84" fmla="*/ 168 w 178"/>
                <a:gd name="T85" fmla="*/ 86 h 412"/>
                <a:gd name="T86" fmla="*/ 166 w 178"/>
                <a:gd name="T87" fmla="*/ 102 h 412"/>
                <a:gd name="T88" fmla="*/ 166 w 178"/>
                <a:gd name="T89" fmla="*/ 118 h 412"/>
                <a:gd name="T90" fmla="*/ 168 w 178"/>
                <a:gd name="T91" fmla="*/ 154 h 412"/>
                <a:gd name="T92" fmla="*/ 170 w 178"/>
                <a:gd name="T93" fmla="*/ 188 h 412"/>
                <a:gd name="T94" fmla="*/ 170 w 178"/>
                <a:gd name="T95" fmla="*/ 188 h 412"/>
                <a:gd name="T96" fmla="*/ 164 w 178"/>
                <a:gd name="T97" fmla="*/ 202 h 412"/>
                <a:gd name="T98" fmla="*/ 158 w 178"/>
                <a:gd name="T99" fmla="*/ 218 h 412"/>
                <a:gd name="T100" fmla="*/ 158 w 178"/>
                <a:gd name="T101" fmla="*/ 218 h 412"/>
                <a:gd name="T102" fmla="*/ 118 w 178"/>
                <a:gd name="T103" fmla="*/ 304 h 412"/>
                <a:gd name="T104" fmla="*/ 118 w 178"/>
                <a:gd name="T105" fmla="*/ 304 h 412"/>
                <a:gd name="T106" fmla="*/ 108 w 178"/>
                <a:gd name="T107" fmla="*/ 398 h 412"/>
                <a:gd name="T108" fmla="*/ 108 w 178"/>
                <a:gd name="T109" fmla="*/ 398 h 412"/>
                <a:gd name="T110" fmla="*/ 98 w 178"/>
                <a:gd name="T111" fmla="*/ 408 h 412"/>
                <a:gd name="T112" fmla="*/ 98 w 178"/>
                <a:gd name="T113" fmla="*/ 408 h 412"/>
                <a:gd name="T114" fmla="*/ 90 w 178"/>
                <a:gd name="T115" fmla="*/ 410 h 412"/>
                <a:gd name="T116" fmla="*/ 82 w 178"/>
                <a:gd name="T117" fmla="*/ 412 h 412"/>
                <a:gd name="T118" fmla="*/ 82 w 178"/>
                <a:gd name="T119" fmla="*/ 412 h 41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78" h="412">
                  <a:moveTo>
                    <a:pt x="82" y="412"/>
                  </a:moveTo>
                  <a:lnTo>
                    <a:pt x="82" y="412"/>
                  </a:lnTo>
                  <a:lnTo>
                    <a:pt x="50" y="364"/>
                  </a:lnTo>
                  <a:lnTo>
                    <a:pt x="40" y="360"/>
                  </a:lnTo>
                  <a:lnTo>
                    <a:pt x="34" y="356"/>
                  </a:lnTo>
                  <a:lnTo>
                    <a:pt x="28" y="350"/>
                  </a:lnTo>
                  <a:lnTo>
                    <a:pt x="26" y="346"/>
                  </a:lnTo>
                  <a:lnTo>
                    <a:pt x="20" y="336"/>
                  </a:lnTo>
                  <a:lnTo>
                    <a:pt x="16" y="324"/>
                  </a:lnTo>
                  <a:lnTo>
                    <a:pt x="0" y="304"/>
                  </a:lnTo>
                  <a:lnTo>
                    <a:pt x="2" y="280"/>
                  </a:lnTo>
                  <a:lnTo>
                    <a:pt x="6" y="258"/>
                  </a:lnTo>
                  <a:lnTo>
                    <a:pt x="8" y="238"/>
                  </a:lnTo>
                  <a:lnTo>
                    <a:pt x="8" y="228"/>
                  </a:lnTo>
                  <a:lnTo>
                    <a:pt x="6" y="220"/>
                  </a:lnTo>
                  <a:lnTo>
                    <a:pt x="6" y="196"/>
                  </a:lnTo>
                  <a:lnTo>
                    <a:pt x="10" y="180"/>
                  </a:lnTo>
                  <a:lnTo>
                    <a:pt x="16" y="166"/>
                  </a:lnTo>
                  <a:lnTo>
                    <a:pt x="30" y="150"/>
                  </a:lnTo>
                  <a:lnTo>
                    <a:pt x="38" y="112"/>
                  </a:lnTo>
                  <a:lnTo>
                    <a:pt x="60" y="64"/>
                  </a:lnTo>
                  <a:lnTo>
                    <a:pt x="76" y="44"/>
                  </a:lnTo>
                  <a:lnTo>
                    <a:pt x="90" y="28"/>
                  </a:lnTo>
                  <a:lnTo>
                    <a:pt x="104" y="14"/>
                  </a:lnTo>
                  <a:lnTo>
                    <a:pt x="122" y="0"/>
                  </a:lnTo>
                  <a:lnTo>
                    <a:pt x="164" y="2"/>
                  </a:lnTo>
                  <a:lnTo>
                    <a:pt x="170" y="6"/>
                  </a:lnTo>
                  <a:lnTo>
                    <a:pt x="176" y="30"/>
                  </a:lnTo>
                  <a:lnTo>
                    <a:pt x="178" y="44"/>
                  </a:lnTo>
                  <a:lnTo>
                    <a:pt x="178" y="58"/>
                  </a:lnTo>
                  <a:lnTo>
                    <a:pt x="172" y="72"/>
                  </a:lnTo>
                  <a:lnTo>
                    <a:pt x="168" y="86"/>
                  </a:lnTo>
                  <a:lnTo>
                    <a:pt x="166" y="102"/>
                  </a:lnTo>
                  <a:lnTo>
                    <a:pt x="166" y="118"/>
                  </a:lnTo>
                  <a:lnTo>
                    <a:pt x="168" y="154"/>
                  </a:lnTo>
                  <a:lnTo>
                    <a:pt x="170" y="188"/>
                  </a:lnTo>
                  <a:lnTo>
                    <a:pt x="164" y="202"/>
                  </a:lnTo>
                  <a:lnTo>
                    <a:pt x="158" y="218"/>
                  </a:lnTo>
                  <a:lnTo>
                    <a:pt x="118" y="304"/>
                  </a:lnTo>
                  <a:lnTo>
                    <a:pt x="108" y="398"/>
                  </a:lnTo>
                  <a:lnTo>
                    <a:pt x="98" y="408"/>
                  </a:lnTo>
                  <a:lnTo>
                    <a:pt x="90" y="410"/>
                  </a:lnTo>
                  <a:lnTo>
                    <a:pt x="82" y="412"/>
                  </a:lnTo>
                  <a:close/>
                </a:path>
              </a:pathLst>
            </a:custGeom>
            <a:gradFill>
              <a:gsLst>
                <a:gs pos="100000">
                  <a:srgbClr val="202022"/>
                </a:gs>
                <a:gs pos="0">
                  <a:schemeClr val="tx1">
                    <a:lumMod val="50000"/>
                    <a:lumOff val="50000"/>
                  </a:schemeClr>
                </a:gs>
              </a:gsLst>
              <a:path path="circle">
                <a:fillToRect l="50000" t="50000" r="50000" b="50000"/>
              </a:path>
            </a:gradFill>
            <a:ln w="0">
              <a:solidFill>
                <a:schemeClr val="bg1"/>
              </a:solidFill>
              <a:prstDash val="solid"/>
              <a:round/>
            </a:ln>
            <a:sp3d extrusionH="254000">
              <a:bevelT w="6350" h="6350" prst="hardEdge"/>
            </a:sp3d>
          </p:spPr>
          <p:txBody>
            <a:bodyPr/>
            <a:lstStyle/>
            <a:p>
              <a:endParaRPr lang="zh-CN" altLang="en-US"/>
            </a:p>
          </p:txBody>
        </p:sp>
        <p:sp>
          <p:nvSpPr>
            <p:cNvPr id="94" name="Freeform 14"/>
            <p:cNvSpPr/>
            <p:nvPr/>
          </p:nvSpPr>
          <p:spPr bwMode="auto">
            <a:xfrm>
              <a:off x="7400925" y="5403851"/>
              <a:ext cx="247650" cy="619125"/>
            </a:xfrm>
            <a:custGeom>
              <a:avLst/>
              <a:gdLst>
                <a:gd name="T0" fmla="*/ 76 w 156"/>
                <a:gd name="T1" fmla="*/ 390 h 390"/>
                <a:gd name="T2" fmla="*/ 76 w 156"/>
                <a:gd name="T3" fmla="*/ 390 h 390"/>
                <a:gd name="T4" fmla="*/ 46 w 156"/>
                <a:gd name="T5" fmla="*/ 344 h 390"/>
                <a:gd name="T6" fmla="*/ 46 w 156"/>
                <a:gd name="T7" fmla="*/ 344 h 390"/>
                <a:gd name="T8" fmla="*/ 26 w 156"/>
                <a:gd name="T9" fmla="*/ 338 h 390"/>
                <a:gd name="T10" fmla="*/ 26 w 156"/>
                <a:gd name="T11" fmla="*/ 338 h 390"/>
                <a:gd name="T12" fmla="*/ 22 w 156"/>
                <a:gd name="T13" fmla="*/ 324 h 390"/>
                <a:gd name="T14" fmla="*/ 14 w 156"/>
                <a:gd name="T15" fmla="*/ 310 h 390"/>
                <a:gd name="T16" fmla="*/ 6 w 156"/>
                <a:gd name="T17" fmla="*/ 300 h 390"/>
                <a:gd name="T18" fmla="*/ 0 w 156"/>
                <a:gd name="T19" fmla="*/ 294 h 390"/>
                <a:gd name="T20" fmla="*/ 0 w 156"/>
                <a:gd name="T21" fmla="*/ 294 h 390"/>
                <a:gd name="T22" fmla="*/ 0 w 156"/>
                <a:gd name="T23" fmla="*/ 272 h 390"/>
                <a:gd name="T24" fmla="*/ 0 w 156"/>
                <a:gd name="T25" fmla="*/ 272 h 390"/>
                <a:gd name="T26" fmla="*/ 4 w 156"/>
                <a:gd name="T27" fmla="*/ 242 h 390"/>
                <a:gd name="T28" fmla="*/ 6 w 156"/>
                <a:gd name="T29" fmla="*/ 230 h 390"/>
                <a:gd name="T30" fmla="*/ 8 w 156"/>
                <a:gd name="T31" fmla="*/ 216 h 390"/>
                <a:gd name="T32" fmla="*/ 8 w 156"/>
                <a:gd name="T33" fmla="*/ 216 h 390"/>
                <a:gd name="T34" fmla="*/ 4 w 156"/>
                <a:gd name="T35" fmla="*/ 202 h 390"/>
                <a:gd name="T36" fmla="*/ 4 w 156"/>
                <a:gd name="T37" fmla="*/ 192 h 390"/>
                <a:gd name="T38" fmla="*/ 4 w 156"/>
                <a:gd name="T39" fmla="*/ 182 h 390"/>
                <a:gd name="T40" fmla="*/ 8 w 156"/>
                <a:gd name="T41" fmla="*/ 174 h 390"/>
                <a:gd name="T42" fmla="*/ 18 w 156"/>
                <a:gd name="T43" fmla="*/ 158 h 390"/>
                <a:gd name="T44" fmla="*/ 30 w 156"/>
                <a:gd name="T45" fmla="*/ 142 h 390"/>
                <a:gd name="T46" fmla="*/ 30 w 156"/>
                <a:gd name="T47" fmla="*/ 142 h 390"/>
                <a:gd name="T48" fmla="*/ 38 w 156"/>
                <a:gd name="T49" fmla="*/ 108 h 390"/>
                <a:gd name="T50" fmla="*/ 38 w 156"/>
                <a:gd name="T51" fmla="*/ 108 h 390"/>
                <a:gd name="T52" fmla="*/ 48 w 156"/>
                <a:gd name="T53" fmla="*/ 84 h 390"/>
                <a:gd name="T54" fmla="*/ 56 w 156"/>
                <a:gd name="T55" fmla="*/ 64 h 390"/>
                <a:gd name="T56" fmla="*/ 68 w 156"/>
                <a:gd name="T57" fmla="*/ 46 h 390"/>
                <a:gd name="T58" fmla="*/ 84 w 156"/>
                <a:gd name="T59" fmla="*/ 28 h 390"/>
                <a:gd name="T60" fmla="*/ 84 w 156"/>
                <a:gd name="T61" fmla="*/ 28 h 390"/>
                <a:gd name="T62" fmla="*/ 116 w 156"/>
                <a:gd name="T63" fmla="*/ 2 h 390"/>
                <a:gd name="T64" fmla="*/ 116 w 156"/>
                <a:gd name="T65" fmla="*/ 2 h 390"/>
                <a:gd name="T66" fmla="*/ 150 w 156"/>
                <a:gd name="T67" fmla="*/ 0 h 390"/>
                <a:gd name="T68" fmla="*/ 150 w 156"/>
                <a:gd name="T69" fmla="*/ 0 h 390"/>
                <a:gd name="T70" fmla="*/ 154 w 156"/>
                <a:gd name="T71" fmla="*/ 18 h 390"/>
                <a:gd name="T72" fmla="*/ 156 w 156"/>
                <a:gd name="T73" fmla="*/ 32 h 390"/>
                <a:gd name="T74" fmla="*/ 156 w 156"/>
                <a:gd name="T75" fmla="*/ 44 h 390"/>
                <a:gd name="T76" fmla="*/ 156 w 156"/>
                <a:gd name="T77" fmla="*/ 44 h 390"/>
                <a:gd name="T78" fmla="*/ 150 w 156"/>
                <a:gd name="T79" fmla="*/ 56 h 390"/>
                <a:gd name="T80" fmla="*/ 146 w 156"/>
                <a:gd name="T81" fmla="*/ 70 h 390"/>
                <a:gd name="T82" fmla="*/ 144 w 156"/>
                <a:gd name="T83" fmla="*/ 86 h 390"/>
                <a:gd name="T84" fmla="*/ 142 w 156"/>
                <a:gd name="T85" fmla="*/ 102 h 390"/>
                <a:gd name="T86" fmla="*/ 144 w 156"/>
                <a:gd name="T87" fmla="*/ 138 h 390"/>
                <a:gd name="T88" fmla="*/ 146 w 156"/>
                <a:gd name="T89" fmla="*/ 174 h 390"/>
                <a:gd name="T90" fmla="*/ 146 w 156"/>
                <a:gd name="T91" fmla="*/ 174 h 390"/>
                <a:gd name="T92" fmla="*/ 138 w 156"/>
                <a:gd name="T93" fmla="*/ 196 h 390"/>
                <a:gd name="T94" fmla="*/ 126 w 156"/>
                <a:gd name="T95" fmla="*/ 222 h 390"/>
                <a:gd name="T96" fmla="*/ 102 w 156"/>
                <a:gd name="T97" fmla="*/ 270 h 390"/>
                <a:gd name="T98" fmla="*/ 102 w 156"/>
                <a:gd name="T99" fmla="*/ 270 h 390"/>
                <a:gd name="T100" fmla="*/ 96 w 156"/>
                <a:gd name="T101" fmla="*/ 290 h 390"/>
                <a:gd name="T102" fmla="*/ 96 w 156"/>
                <a:gd name="T103" fmla="*/ 290 h 390"/>
                <a:gd name="T104" fmla="*/ 84 w 156"/>
                <a:gd name="T105" fmla="*/ 382 h 390"/>
                <a:gd name="T106" fmla="*/ 84 w 156"/>
                <a:gd name="T107" fmla="*/ 382 h 390"/>
                <a:gd name="T108" fmla="*/ 80 w 156"/>
                <a:gd name="T109" fmla="*/ 386 h 390"/>
                <a:gd name="T110" fmla="*/ 76 w 156"/>
                <a:gd name="T111" fmla="*/ 390 h 390"/>
                <a:gd name="T112" fmla="*/ 76 w 156"/>
                <a:gd name="T113" fmla="*/ 390 h 39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6" h="390">
                  <a:moveTo>
                    <a:pt x="76" y="390"/>
                  </a:moveTo>
                  <a:lnTo>
                    <a:pt x="76" y="390"/>
                  </a:lnTo>
                  <a:lnTo>
                    <a:pt x="46" y="344"/>
                  </a:lnTo>
                  <a:lnTo>
                    <a:pt x="26" y="338"/>
                  </a:lnTo>
                  <a:lnTo>
                    <a:pt x="22" y="324"/>
                  </a:lnTo>
                  <a:lnTo>
                    <a:pt x="14" y="310"/>
                  </a:lnTo>
                  <a:lnTo>
                    <a:pt x="6" y="300"/>
                  </a:lnTo>
                  <a:lnTo>
                    <a:pt x="0" y="294"/>
                  </a:lnTo>
                  <a:lnTo>
                    <a:pt x="0" y="272"/>
                  </a:lnTo>
                  <a:lnTo>
                    <a:pt x="4" y="242"/>
                  </a:lnTo>
                  <a:lnTo>
                    <a:pt x="6" y="230"/>
                  </a:lnTo>
                  <a:lnTo>
                    <a:pt x="8" y="216"/>
                  </a:lnTo>
                  <a:lnTo>
                    <a:pt x="4" y="202"/>
                  </a:lnTo>
                  <a:lnTo>
                    <a:pt x="4" y="192"/>
                  </a:lnTo>
                  <a:lnTo>
                    <a:pt x="4" y="182"/>
                  </a:lnTo>
                  <a:lnTo>
                    <a:pt x="8" y="174"/>
                  </a:lnTo>
                  <a:lnTo>
                    <a:pt x="18" y="158"/>
                  </a:lnTo>
                  <a:lnTo>
                    <a:pt x="30" y="142"/>
                  </a:lnTo>
                  <a:lnTo>
                    <a:pt x="38" y="108"/>
                  </a:lnTo>
                  <a:lnTo>
                    <a:pt x="48" y="84"/>
                  </a:lnTo>
                  <a:lnTo>
                    <a:pt x="56" y="64"/>
                  </a:lnTo>
                  <a:lnTo>
                    <a:pt x="68" y="46"/>
                  </a:lnTo>
                  <a:lnTo>
                    <a:pt x="84" y="28"/>
                  </a:lnTo>
                  <a:lnTo>
                    <a:pt x="116" y="2"/>
                  </a:lnTo>
                  <a:lnTo>
                    <a:pt x="150" y="0"/>
                  </a:lnTo>
                  <a:lnTo>
                    <a:pt x="154" y="18"/>
                  </a:lnTo>
                  <a:lnTo>
                    <a:pt x="156" y="32"/>
                  </a:lnTo>
                  <a:lnTo>
                    <a:pt x="156" y="44"/>
                  </a:lnTo>
                  <a:lnTo>
                    <a:pt x="150" y="56"/>
                  </a:lnTo>
                  <a:lnTo>
                    <a:pt x="146" y="70"/>
                  </a:lnTo>
                  <a:lnTo>
                    <a:pt x="144" y="86"/>
                  </a:lnTo>
                  <a:lnTo>
                    <a:pt x="142" y="102"/>
                  </a:lnTo>
                  <a:lnTo>
                    <a:pt x="144" y="138"/>
                  </a:lnTo>
                  <a:lnTo>
                    <a:pt x="146" y="174"/>
                  </a:lnTo>
                  <a:lnTo>
                    <a:pt x="138" y="196"/>
                  </a:lnTo>
                  <a:lnTo>
                    <a:pt x="126" y="222"/>
                  </a:lnTo>
                  <a:lnTo>
                    <a:pt x="102" y="270"/>
                  </a:lnTo>
                  <a:lnTo>
                    <a:pt x="96" y="290"/>
                  </a:lnTo>
                  <a:lnTo>
                    <a:pt x="84" y="382"/>
                  </a:lnTo>
                  <a:lnTo>
                    <a:pt x="80" y="386"/>
                  </a:lnTo>
                  <a:lnTo>
                    <a:pt x="76" y="390"/>
                  </a:lnTo>
                  <a:close/>
                </a:path>
              </a:pathLst>
            </a:custGeom>
            <a:gradFill>
              <a:gsLst>
                <a:gs pos="100000">
                  <a:srgbClr val="202022"/>
                </a:gs>
                <a:gs pos="0">
                  <a:schemeClr val="tx1">
                    <a:lumMod val="50000"/>
                    <a:lumOff val="50000"/>
                  </a:schemeClr>
                </a:gs>
              </a:gsLst>
              <a:path path="circle">
                <a:fillToRect l="50000" t="50000" r="50000" b="50000"/>
              </a:path>
            </a:gradFill>
            <a:ln w="0">
              <a:solidFill>
                <a:schemeClr val="bg1"/>
              </a:solidFill>
              <a:prstDash val="solid"/>
              <a:round/>
            </a:ln>
            <a:sp3d extrusionH="254000">
              <a:bevelT w="6350" h="6350" prst="hardEdge"/>
            </a:sp3d>
          </p:spPr>
          <p:txBody>
            <a:bodyPr/>
            <a:lstStyle/>
            <a:p>
              <a:endParaRPr lang="zh-CN" altLang="en-US"/>
            </a:p>
          </p:txBody>
        </p:sp>
        <p:sp>
          <p:nvSpPr>
            <p:cNvPr id="95" name="Freeform 15"/>
            <p:cNvSpPr/>
            <p:nvPr/>
          </p:nvSpPr>
          <p:spPr bwMode="auto">
            <a:xfrm>
              <a:off x="6708775" y="4911726"/>
              <a:ext cx="657225" cy="854075"/>
            </a:xfrm>
            <a:custGeom>
              <a:avLst/>
              <a:gdLst>
                <a:gd name="T0" fmla="*/ 136 w 414"/>
                <a:gd name="T1" fmla="*/ 532 h 538"/>
                <a:gd name="T2" fmla="*/ 122 w 414"/>
                <a:gd name="T3" fmla="*/ 508 h 538"/>
                <a:gd name="T4" fmla="*/ 116 w 414"/>
                <a:gd name="T5" fmla="*/ 498 h 538"/>
                <a:gd name="T6" fmla="*/ 58 w 414"/>
                <a:gd name="T7" fmla="*/ 426 h 538"/>
                <a:gd name="T8" fmla="*/ 12 w 414"/>
                <a:gd name="T9" fmla="*/ 420 h 538"/>
                <a:gd name="T10" fmla="*/ 0 w 414"/>
                <a:gd name="T11" fmla="*/ 402 h 538"/>
                <a:gd name="T12" fmla="*/ 6 w 414"/>
                <a:gd name="T13" fmla="*/ 360 h 538"/>
                <a:gd name="T14" fmla="*/ 10 w 414"/>
                <a:gd name="T15" fmla="*/ 332 h 538"/>
                <a:gd name="T16" fmla="*/ 8 w 414"/>
                <a:gd name="T17" fmla="*/ 306 h 538"/>
                <a:gd name="T18" fmla="*/ 44 w 414"/>
                <a:gd name="T19" fmla="*/ 246 h 538"/>
                <a:gd name="T20" fmla="*/ 42 w 414"/>
                <a:gd name="T21" fmla="*/ 200 h 538"/>
                <a:gd name="T22" fmla="*/ 46 w 414"/>
                <a:gd name="T23" fmla="*/ 190 h 538"/>
                <a:gd name="T24" fmla="*/ 74 w 414"/>
                <a:gd name="T25" fmla="*/ 174 h 538"/>
                <a:gd name="T26" fmla="*/ 102 w 414"/>
                <a:gd name="T27" fmla="*/ 134 h 538"/>
                <a:gd name="T28" fmla="*/ 102 w 414"/>
                <a:gd name="T29" fmla="*/ 116 h 538"/>
                <a:gd name="T30" fmla="*/ 92 w 414"/>
                <a:gd name="T31" fmla="*/ 88 h 538"/>
                <a:gd name="T32" fmla="*/ 104 w 414"/>
                <a:gd name="T33" fmla="*/ 72 h 538"/>
                <a:gd name="T34" fmla="*/ 132 w 414"/>
                <a:gd name="T35" fmla="*/ 58 h 538"/>
                <a:gd name="T36" fmla="*/ 172 w 414"/>
                <a:gd name="T37" fmla="*/ 48 h 538"/>
                <a:gd name="T38" fmla="*/ 190 w 414"/>
                <a:gd name="T39" fmla="*/ 28 h 538"/>
                <a:gd name="T40" fmla="*/ 204 w 414"/>
                <a:gd name="T41" fmla="*/ 2 h 538"/>
                <a:gd name="T42" fmla="*/ 224 w 414"/>
                <a:gd name="T43" fmla="*/ 2 h 538"/>
                <a:gd name="T44" fmla="*/ 236 w 414"/>
                <a:gd name="T45" fmla="*/ 16 h 538"/>
                <a:gd name="T46" fmla="*/ 250 w 414"/>
                <a:gd name="T47" fmla="*/ 64 h 538"/>
                <a:gd name="T48" fmla="*/ 280 w 414"/>
                <a:gd name="T49" fmla="*/ 96 h 538"/>
                <a:gd name="T50" fmla="*/ 336 w 414"/>
                <a:gd name="T51" fmla="*/ 100 h 538"/>
                <a:gd name="T52" fmla="*/ 366 w 414"/>
                <a:gd name="T53" fmla="*/ 86 h 538"/>
                <a:gd name="T54" fmla="*/ 404 w 414"/>
                <a:gd name="T55" fmla="*/ 84 h 538"/>
                <a:gd name="T56" fmla="*/ 398 w 414"/>
                <a:gd name="T57" fmla="*/ 104 h 538"/>
                <a:gd name="T58" fmla="*/ 384 w 414"/>
                <a:gd name="T59" fmla="*/ 124 h 538"/>
                <a:gd name="T60" fmla="*/ 362 w 414"/>
                <a:gd name="T61" fmla="*/ 154 h 538"/>
                <a:gd name="T62" fmla="*/ 330 w 414"/>
                <a:gd name="T63" fmla="*/ 162 h 538"/>
                <a:gd name="T64" fmla="*/ 328 w 414"/>
                <a:gd name="T65" fmla="*/ 180 h 538"/>
                <a:gd name="T66" fmla="*/ 348 w 414"/>
                <a:gd name="T67" fmla="*/ 198 h 538"/>
                <a:gd name="T68" fmla="*/ 350 w 414"/>
                <a:gd name="T69" fmla="*/ 222 h 538"/>
                <a:gd name="T70" fmla="*/ 348 w 414"/>
                <a:gd name="T71" fmla="*/ 240 h 538"/>
                <a:gd name="T72" fmla="*/ 340 w 414"/>
                <a:gd name="T73" fmla="*/ 278 h 538"/>
                <a:gd name="T74" fmla="*/ 346 w 414"/>
                <a:gd name="T75" fmla="*/ 296 h 538"/>
                <a:gd name="T76" fmla="*/ 356 w 414"/>
                <a:gd name="T77" fmla="*/ 308 h 538"/>
                <a:gd name="T78" fmla="*/ 350 w 414"/>
                <a:gd name="T79" fmla="*/ 306 h 538"/>
                <a:gd name="T80" fmla="*/ 318 w 414"/>
                <a:gd name="T81" fmla="*/ 312 h 538"/>
                <a:gd name="T82" fmla="*/ 318 w 414"/>
                <a:gd name="T83" fmla="*/ 336 h 538"/>
                <a:gd name="T84" fmla="*/ 296 w 414"/>
                <a:gd name="T85" fmla="*/ 354 h 538"/>
                <a:gd name="T86" fmla="*/ 288 w 414"/>
                <a:gd name="T87" fmla="*/ 384 h 538"/>
                <a:gd name="T88" fmla="*/ 268 w 414"/>
                <a:gd name="T89" fmla="*/ 408 h 538"/>
                <a:gd name="T90" fmla="*/ 228 w 414"/>
                <a:gd name="T91" fmla="*/ 416 h 538"/>
                <a:gd name="T92" fmla="*/ 240 w 414"/>
                <a:gd name="T93" fmla="*/ 440 h 538"/>
                <a:gd name="T94" fmla="*/ 218 w 414"/>
                <a:gd name="T95" fmla="*/ 450 h 538"/>
                <a:gd name="T96" fmla="*/ 184 w 414"/>
                <a:gd name="T97" fmla="*/ 480 h 538"/>
                <a:gd name="T98" fmla="*/ 166 w 414"/>
                <a:gd name="T99" fmla="*/ 514 h 538"/>
                <a:gd name="T100" fmla="*/ 150 w 414"/>
                <a:gd name="T101" fmla="*/ 528 h 5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14" h="538">
                  <a:moveTo>
                    <a:pt x="136" y="538"/>
                  </a:moveTo>
                  <a:lnTo>
                    <a:pt x="136" y="538"/>
                  </a:lnTo>
                  <a:lnTo>
                    <a:pt x="136" y="532"/>
                  </a:lnTo>
                  <a:lnTo>
                    <a:pt x="134" y="526"/>
                  </a:lnTo>
                  <a:lnTo>
                    <a:pt x="128" y="516"/>
                  </a:lnTo>
                  <a:lnTo>
                    <a:pt x="122" y="508"/>
                  </a:lnTo>
                  <a:lnTo>
                    <a:pt x="116" y="504"/>
                  </a:lnTo>
                  <a:lnTo>
                    <a:pt x="116" y="498"/>
                  </a:lnTo>
                  <a:lnTo>
                    <a:pt x="58" y="426"/>
                  </a:lnTo>
                  <a:lnTo>
                    <a:pt x="40" y="422"/>
                  </a:lnTo>
                  <a:lnTo>
                    <a:pt x="26" y="420"/>
                  </a:lnTo>
                  <a:lnTo>
                    <a:pt x="12" y="420"/>
                  </a:lnTo>
                  <a:lnTo>
                    <a:pt x="2" y="418"/>
                  </a:lnTo>
                  <a:lnTo>
                    <a:pt x="0" y="402"/>
                  </a:lnTo>
                  <a:lnTo>
                    <a:pt x="0" y="386"/>
                  </a:lnTo>
                  <a:lnTo>
                    <a:pt x="6" y="360"/>
                  </a:lnTo>
                  <a:lnTo>
                    <a:pt x="8" y="352"/>
                  </a:lnTo>
                  <a:lnTo>
                    <a:pt x="10" y="346"/>
                  </a:lnTo>
                  <a:lnTo>
                    <a:pt x="10" y="332"/>
                  </a:lnTo>
                  <a:lnTo>
                    <a:pt x="10" y="318"/>
                  </a:lnTo>
                  <a:lnTo>
                    <a:pt x="8" y="306"/>
                  </a:lnTo>
                  <a:lnTo>
                    <a:pt x="40" y="270"/>
                  </a:lnTo>
                  <a:lnTo>
                    <a:pt x="44" y="246"/>
                  </a:lnTo>
                  <a:lnTo>
                    <a:pt x="42" y="214"/>
                  </a:lnTo>
                  <a:lnTo>
                    <a:pt x="42" y="200"/>
                  </a:lnTo>
                  <a:lnTo>
                    <a:pt x="44" y="194"/>
                  </a:lnTo>
                  <a:lnTo>
                    <a:pt x="46" y="190"/>
                  </a:lnTo>
                  <a:lnTo>
                    <a:pt x="60" y="182"/>
                  </a:lnTo>
                  <a:lnTo>
                    <a:pt x="74" y="174"/>
                  </a:lnTo>
                  <a:lnTo>
                    <a:pt x="94" y="152"/>
                  </a:lnTo>
                  <a:lnTo>
                    <a:pt x="102" y="134"/>
                  </a:lnTo>
                  <a:lnTo>
                    <a:pt x="102" y="116"/>
                  </a:lnTo>
                  <a:lnTo>
                    <a:pt x="96" y="104"/>
                  </a:lnTo>
                  <a:lnTo>
                    <a:pt x="94" y="94"/>
                  </a:lnTo>
                  <a:lnTo>
                    <a:pt x="92" y="88"/>
                  </a:lnTo>
                  <a:lnTo>
                    <a:pt x="94" y="82"/>
                  </a:lnTo>
                  <a:lnTo>
                    <a:pt x="98" y="76"/>
                  </a:lnTo>
                  <a:lnTo>
                    <a:pt x="104" y="72"/>
                  </a:lnTo>
                  <a:lnTo>
                    <a:pt x="120" y="60"/>
                  </a:lnTo>
                  <a:lnTo>
                    <a:pt x="132" y="58"/>
                  </a:lnTo>
                  <a:lnTo>
                    <a:pt x="144" y="56"/>
                  </a:lnTo>
                  <a:lnTo>
                    <a:pt x="158" y="54"/>
                  </a:lnTo>
                  <a:lnTo>
                    <a:pt x="172" y="48"/>
                  </a:lnTo>
                  <a:lnTo>
                    <a:pt x="182" y="40"/>
                  </a:lnTo>
                  <a:lnTo>
                    <a:pt x="190" y="28"/>
                  </a:lnTo>
                  <a:lnTo>
                    <a:pt x="198" y="14"/>
                  </a:lnTo>
                  <a:lnTo>
                    <a:pt x="204" y="2"/>
                  </a:lnTo>
                  <a:lnTo>
                    <a:pt x="210" y="0"/>
                  </a:lnTo>
                  <a:lnTo>
                    <a:pt x="216" y="0"/>
                  </a:lnTo>
                  <a:lnTo>
                    <a:pt x="224" y="2"/>
                  </a:lnTo>
                  <a:lnTo>
                    <a:pt x="232" y="6"/>
                  </a:lnTo>
                  <a:lnTo>
                    <a:pt x="236" y="16"/>
                  </a:lnTo>
                  <a:lnTo>
                    <a:pt x="238" y="28"/>
                  </a:lnTo>
                  <a:lnTo>
                    <a:pt x="246" y="52"/>
                  </a:lnTo>
                  <a:lnTo>
                    <a:pt x="250" y="64"/>
                  </a:lnTo>
                  <a:lnTo>
                    <a:pt x="258" y="76"/>
                  </a:lnTo>
                  <a:lnTo>
                    <a:pt x="266" y="86"/>
                  </a:lnTo>
                  <a:lnTo>
                    <a:pt x="280" y="96"/>
                  </a:lnTo>
                  <a:lnTo>
                    <a:pt x="336" y="100"/>
                  </a:lnTo>
                  <a:lnTo>
                    <a:pt x="342" y="94"/>
                  </a:lnTo>
                  <a:lnTo>
                    <a:pt x="350" y="92"/>
                  </a:lnTo>
                  <a:lnTo>
                    <a:pt x="366" y="86"/>
                  </a:lnTo>
                  <a:lnTo>
                    <a:pt x="386" y="86"/>
                  </a:lnTo>
                  <a:lnTo>
                    <a:pt x="404" y="84"/>
                  </a:lnTo>
                  <a:lnTo>
                    <a:pt x="414" y="90"/>
                  </a:lnTo>
                  <a:lnTo>
                    <a:pt x="398" y="104"/>
                  </a:lnTo>
                  <a:lnTo>
                    <a:pt x="392" y="112"/>
                  </a:lnTo>
                  <a:lnTo>
                    <a:pt x="384" y="124"/>
                  </a:lnTo>
                  <a:lnTo>
                    <a:pt x="382" y="156"/>
                  </a:lnTo>
                  <a:lnTo>
                    <a:pt x="362" y="154"/>
                  </a:lnTo>
                  <a:lnTo>
                    <a:pt x="342" y="154"/>
                  </a:lnTo>
                  <a:lnTo>
                    <a:pt x="336" y="158"/>
                  </a:lnTo>
                  <a:lnTo>
                    <a:pt x="330" y="162"/>
                  </a:lnTo>
                  <a:lnTo>
                    <a:pt x="326" y="168"/>
                  </a:lnTo>
                  <a:lnTo>
                    <a:pt x="328" y="180"/>
                  </a:lnTo>
                  <a:lnTo>
                    <a:pt x="338" y="186"/>
                  </a:lnTo>
                  <a:lnTo>
                    <a:pt x="348" y="198"/>
                  </a:lnTo>
                  <a:lnTo>
                    <a:pt x="364" y="208"/>
                  </a:lnTo>
                  <a:lnTo>
                    <a:pt x="350" y="222"/>
                  </a:lnTo>
                  <a:lnTo>
                    <a:pt x="350" y="230"/>
                  </a:lnTo>
                  <a:lnTo>
                    <a:pt x="348" y="240"/>
                  </a:lnTo>
                  <a:lnTo>
                    <a:pt x="342" y="258"/>
                  </a:lnTo>
                  <a:lnTo>
                    <a:pt x="342" y="268"/>
                  </a:lnTo>
                  <a:lnTo>
                    <a:pt x="340" y="278"/>
                  </a:lnTo>
                  <a:lnTo>
                    <a:pt x="342" y="286"/>
                  </a:lnTo>
                  <a:lnTo>
                    <a:pt x="346" y="296"/>
                  </a:lnTo>
                  <a:lnTo>
                    <a:pt x="356" y="304"/>
                  </a:lnTo>
                  <a:lnTo>
                    <a:pt x="356" y="308"/>
                  </a:lnTo>
                  <a:lnTo>
                    <a:pt x="350" y="306"/>
                  </a:lnTo>
                  <a:lnTo>
                    <a:pt x="322" y="306"/>
                  </a:lnTo>
                  <a:lnTo>
                    <a:pt x="318" y="312"/>
                  </a:lnTo>
                  <a:lnTo>
                    <a:pt x="318" y="318"/>
                  </a:lnTo>
                  <a:lnTo>
                    <a:pt x="320" y="324"/>
                  </a:lnTo>
                  <a:lnTo>
                    <a:pt x="318" y="336"/>
                  </a:lnTo>
                  <a:lnTo>
                    <a:pt x="304" y="346"/>
                  </a:lnTo>
                  <a:lnTo>
                    <a:pt x="296" y="354"/>
                  </a:lnTo>
                  <a:lnTo>
                    <a:pt x="292" y="364"/>
                  </a:lnTo>
                  <a:lnTo>
                    <a:pt x="288" y="384"/>
                  </a:lnTo>
                  <a:lnTo>
                    <a:pt x="278" y="396"/>
                  </a:lnTo>
                  <a:lnTo>
                    <a:pt x="268" y="408"/>
                  </a:lnTo>
                  <a:lnTo>
                    <a:pt x="232" y="410"/>
                  </a:lnTo>
                  <a:lnTo>
                    <a:pt x="228" y="416"/>
                  </a:lnTo>
                  <a:lnTo>
                    <a:pt x="228" y="422"/>
                  </a:lnTo>
                  <a:lnTo>
                    <a:pt x="230" y="430"/>
                  </a:lnTo>
                  <a:lnTo>
                    <a:pt x="240" y="440"/>
                  </a:lnTo>
                  <a:lnTo>
                    <a:pt x="228" y="444"/>
                  </a:lnTo>
                  <a:lnTo>
                    <a:pt x="218" y="450"/>
                  </a:lnTo>
                  <a:lnTo>
                    <a:pt x="208" y="456"/>
                  </a:lnTo>
                  <a:lnTo>
                    <a:pt x="200" y="464"/>
                  </a:lnTo>
                  <a:lnTo>
                    <a:pt x="184" y="480"/>
                  </a:lnTo>
                  <a:lnTo>
                    <a:pt x="168" y="500"/>
                  </a:lnTo>
                  <a:lnTo>
                    <a:pt x="166" y="514"/>
                  </a:lnTo>
                  <a:lnTo>
                    <a:pt x="158" y="522"/>
                  </a:lnTo>
                  <a:lnTo>
                    <a:pt x="150" y="528"/>
                  </a:lnTo>
                  <a:lnTo>
                    <a:pt x="136" y="538"/>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96" name="Freeform 16"/>
            <p:cNvSpPr/>
            <p:nvPr/>
          </p:nvSpPr>
          <p:spPr bwMode="auto">
            <a:xfrm>
              <a:off x="4689475" y="4829176"/>
              <a:ext cx="962025" cy="844550"/>
            </a:xfrm>
            <a:custGeom>
              <a:avLst/>
              <a:gdLst>
                <a:gd name="T0" fmla="*/ 210 w 606"/>
                <a:gd name="T1" fmla="*/ 516 h 532"/>
                <a:gd name="T2" fmla="*/ 172 w 606"/>
                <a:gd name="T3" fmla="*/ 494 h 532"/>
                <a:gd name="T4" fmla="*/ 126 w 606"/>
                <a:gd name="T5" fmla="*/ 498 h 532"/>
                <a:gd name="T6" fmla="*/ 96 w 606"/>
                <a:gd name="T7" fmla="*/ 530 h 532"/>
                <a:gd name="T8" fmla="*/ 104 w 606"/>
                <a:gd name="T9" fmla="*/ 494 h 532"/>
                <a:gd name="T10" fmla="*/ 62 w 606"/>
                <a:gd name="T11" fmla="*/ 432 h 532"/>
                <a:gd name="T12" fmla="*/ 84 w 606"/>
                <a:gd name="T13" fmla="*/ 356 h 532"/>
                <a:gd name="T14" fmla="*/ 88 w 606"/>
                <a:gd name="T15" fmla="*/ 336 h 532"/>
                <a:gd name="T16" fmla="*/ 70 w 606"/>
                <a:gd name="T17" fmla="*/ 304 h 532"/>
                <a:gd name="T18" fmla="*/ 20 w 606"/>
                <a:gd name="T19" fmla="*/ 314 h 532"/>
                <a:gd name="T20" fmla="*/ 6 w 606"/>
                <a:gd name="T21" fmla="*/ 302 h 532"/>
                <a:gd name="T22" fmla="*/ 0 w 606"/>
                <a:gd name="T23" fmla="*/ 278 h 532"/>
                <a:gd name="T24" fmla="*/ 10 w 606"/>
                <a:gd name="T25" fmla="*/ 240 h 532"/>
                <a:gd name="T26" fmla="*/ 60 w 606"/>
                <a:gd name="T27" fmla="*/ 218 h 532"/>
                <a:gd name="T28" fmla="*/ 90 w 606"/>
                <a:gd name="T29" fmla="*/ 226 h 532"/>
                <a:gd name="T30" fmla="*/ 134 w 606"/>
                <a:gd name="T31" fmla="*/ 234 h 532"/>
                <a:gd name="T32" fmla="*/ 158 w 606"/>
                <a:gd name="T33" fmla="*/ 214 h 532"/>
                <a:gd name="T34" fmla="*/ 174 w 606"/>
                <a:gd name="T35" fmla="*/ 194 h 532"/>
                <a:gd name="T36" fmla="*/ 252 w 606"/>
                <a:gd name="T37" fmla="*/ 204 h 532"/>
                <a:gd name="T38" fmla="*/ 264 w 606"/>
                <a:gd name="T39" fmla="*/ 182 h 532"/>
                <a:gd name="T40" fmla="*/ 266 w 606"/>
                <a:gd name="T41" fmla="*/ 146 h 532"/>
                <a:gd name="T42" fmla="*/ 196 w 606"/>
                <a:gd name="T43" fmla="*/ 108 h 532"/>
                <a:gd name="T44" fmla="*/ 192 w 606"/>
                <a:gd name="T45" fmla="*/ 88 h 532"/>
                <a:gd name="T46" fmla="*/ 216 w 606"/>
                <a:gd name="T47" fmla="*/ 78 h 532"/>
                <a:gd name="T48" fmla="*/ 278 w 606"/>
                <a:gd name="T49" fmla="*/ 102 h 532"/>
                <a:gd name="T50" fmla="*/ 326 w 606"/>
                <a:gd name="T51" fmla="*/ 88 h 532"/>
                <a:gd name="T52" fmla="*/ 378 w 606"/>
                <a:gd name="T53" fmla="*/ 44 h 532"/>
                <a:gd name="T54" fmla="*/ 390 w 606"/>
                <a:gd name="T55" fmla="*/ 14 h 532"/>
                <a:gd name="T56" fmla="*/ 414 w 606"/>
                <a:gd name="T57" fmla="*/ 0 h 532"/>
                <a:gd name="T58" fmla="*/ 444 w 606"/>
                <a:gd name="T59" fmla="*/ 10 h 532"/>
                <a:gd name="T60" fmla="*/ 468 w 606"/>
                <a:gd name="T61" fmla="*/ 66 h 532"/>
                <a:gd name="T62" fmla="*/ 526 w 606"/>
                <a:gd name="T63" fmla="*/ 130 h 532"/>
                <a:gd name="T64" fmla="*/ 562 w 606"/>
                <a:gd name="T65" fmla="*/ 154 h 532"/>
                <a:gd name="T66" fmla="*/ 564 w 606"/>
                <a:gd name="T67" fmla="*/ 196 h 532"/>
                <a:gd name="T68" fmla="*/ 534 w 606"/>
                <a:gd name="T69" fmla="*/ 216 h 532"/>
                <a:gd name="T70" fmla="*/ 506 w 606"/>
                <a:gd name="T71" fmla="*/ 246 h 532"/>
                <a:gd name="T72" fmla="*/ 532 w 606"/>
                <a:gd name="T73" fmla="*/ 258 h 532"/>
                <a:gd name="T74" fmla="*/ 568 w 606"/>
                <a:gd name="T75" fmla="*/ 326 h 532"/>
                <a:gd name="T76" fmla="*/ 592 w 606"/>
                <a:gd name="T77" fmla="*/ 356 h 532"/>
                <a:gd name="T78" fmla="*/ 590 w 606"/>
                <a:gd name="T79" fmla="*/ 380 h 532"/>
                <a:gd name="T80" fmla="*/ 546 w 606"/>
                <a:gd name="T81" fmla="*/ 408 h 532"/>
                <a:gd name="T82" fmla="*/ 482 w 606"/>
                <a:gd name="T83" fmla="*/ 460 h 532"/>
                <a:gd name="T84" fmla="*/ 434 w 606"/>
                <a:gd name="T85" fmla="*/ 472 h 532"/>
                <a:gd name="T86" fmla="*/ 392 w 606"/>
                <a:gd name="T87" fmla="*/ 456 h 532"/>
                <a:gd name="T88" fmla="*/ 358 w 606"/>
                <a:gd name="T89" fmla="*/ 436 h 532"/>
                <a:gd name="T90" fmla="*/ 332 w 606"/>
                <a:gd name="T91" fmla="*/ 442 h 532"/>
                <a:gd name="T92" fmla="*/ 302 w 606"/>
                <a:gd name="T93" fmla="*/ 492 h 532"/>
                <a:gd name="T94" fmla="*/ 266 w 606"/>
                <a:gd name="T95" fmla="*/ 528 h 53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06" h="532">
                  <a:moveTo>
                    <a:pt x="240" y="532"/>
                  </a:moveTo>
                  <a:lnTo>
                    <a:pt x="240" y="532"/>
                  </a:lnTo>
                  <a:lnTo>
                    <a:pt x="222" y="524"/>
                  </a:lnTo>
                  <a:lnTo>
                    <a:pt x="210" y="516"/>
                  </a:lnTo>
                  <a:lnTo>
                    <a:pt x="202" y="508"/>
                  </a:lnTo>
                  <a:lnTo>
                    <a:pt x="194" y="502"/>
                  </a:lnTo>
                  <a:lnTo>
                    <a:pt x="172" y="494"/>
                  </a:lnTo>
                  <a:lnTo>
                    <a:pt x="152" y="494"/>
                  </a:lnTo>
                  <a:lnTo>
                    <a:pt x="138" y="494"/>
                  </a:lnTo>
                  <a:lnTo>
                    <a:pt x="126" y="498"/>
                  </a:lnTo>
                  <a:lnTo>
                    <a:pt x="112" y="508"/>
                  </a:lnTo>
                  <a:lnTo>
                    <a:pt x="96" y="530"/>
                  </a:lnTo>
                  <a:lnTo>
                    <a:pt x="96" y="518"/>
                  </a:lnTo>
                  <a:lnTo>
                    <a:pt x="98" y="508"/>
                  </a:lnTo>
                  <a:lnTo>
                    <a:pt x="104" y="494"/>
                  </a:lnTo>
                  <a:lnTo>
                    <a:pt x="106" y="452"/>
                  </a:lnTo>
                  <a:lnTo>
                    <a:pt x="62" y="432"/>
                  </a:lnTo>
                  <a:lnTo>
                    <a:pt x="64" y="420"/>
                  </a:lnTo>
                  <a:lnTo>
                    <a:pt x="68" y="410"/>
                  </a:lnTo>
                  <a:lnTo>
                    <a:pt x="84" y="356"/>
                  </a:lnTo>
                  <a:lnTo>
                    <a:pt x="88" y="352"/>
                  </a:lnTo>
                  <a:lnTo>
                    <a:pt x="88" y="346"/>
                  </a:lnTo>
                  <a:lnTo>
                    <a:pt x="88" y="336"/>
                  </a:lnTo>
                  <a:lnTo>
                    <a:pt x="84" y="320"/>
                  </a:lnTo>
                  <a:lnTo>
                    <a:pt x="70" y="304"/>
                  </a:lnTo>
                  <a:lnTo>
                    <a:pt x="58" y="306"/>
                  </a:lnTo>
                  <a:lnTo>
                    <a:pt x="46" y="308"/>
                  </a:lnTo>
                  <a:lnTo>
                    <a:pt x="20" y="314"/>
                  </a:lnTo>
                  <a:lnTo>
                    <a:pt x="14" y="314"/>
                  </a:lnTo>
                  <a:lnTo>
                    <a:pt x="10" y="310"/>
                  </a:lnTo>
                  <a:lnTo>
                    <a:pt x="8" y="308"/>
                  </a:lnTo>
                  <a:lnTo>
                    <a:pt x="6" y="302"/>
                  </a:lnTo>
                  <a:lnTo>
                    <a:pt x="6" y="294"/>
                  </a:lnTo>
                  <a:lnTo>
                    <a:pt x="6" y="290"/>
                  </a:lnTo>
                  <a:lnTo>
                    <a:pt x="0" y="278"/>
                  </a:lnTo>
                  <a:lnTo>
                    <a:pt x="2" y="262"/>
                  </a:lnTo>
                  <a:lnTo>
                    <a:pt x="4" y="250"/>
                  </a:lnTo>
                  <a:lnTo>
                    <a:pt x="10" y="240"/>
                  </a:lnTo>
                  <a:lnTo>
                    <a:pt x="16" y="234"/>
                  </a:lnTo>
                  <a:lnTo>
                    <a:pt x="24" y="228"/>
                  </a:lnTo>
                  <a:lnTo>
                    <a:pt x="34" y="224"/>
                  </a:lnTo>
                  <a:lnTo>
                    <a:pt x="60" y="218"/>
                  </a:lnTo>
                  <a:lnTo>
                    <a:pt x="74" y="218"/>
                  </a:lnTo>
                  <a:lnTo>
                    <a:pt x="90" y="226"/>
                  </a:lnTo>
                  <a:lnTo>
                    <a:pt x="106" y="232"/>
                  </a:lnTo>
                  <a:lnTo>
                    <a:pt x="114" y="234"/>
                  </a:lnTo>
                  <a:lnTo>
                    <a:pt x="124" y="236"/>
                  </a:lnTo>
                  <a:lnTo>
                    <a:pt x="134" y="234"/>
                  </a:lnTo>
                  <a:lnTo>
                    <a:pt x="144" y="230"/>
                  </a:lnTo>
                  <a:lnTo>
                    <a:pt x="158" y="214"/>
                  </a:lnTo>
                  <a:lnTo>
                    <a:pt x="164" y="196"/>
                  </a:lnTo>
                  <a:lnTo>
                    <a:pt x="174" y="194"/>
                  </a:lnTo>
                  <a:lnTo>
                    <a:pt x="178" y="198"/>
                  </a:lnTo>
                  <a:lnTo>
                    <a:pt x="186" y="200"/>
                  </a:lnTo>
                  <a:lnTo>
                    <a:pt x="206" y="202"/>
                  </a:lnTo>
                  <a:lnTo>
                    <a:pt x="252" y="204"/>
                  </a:lnTo>
                  <a:lnTo>
                    <a:pt x="258" y="196"/>
                  </a:lnTo>
                  <a:lnTo>
                    <a:pt x="262" y="190"/>
                  </a:lnTo>
                  <a:lnTo>
                    <a:pt x="264" y="182"/>
                  </a:lnTo>
                  <a:lnTo>
                    <a:pt x="266" y="174"/>
                  </a:lnTo>
                  <a:lnTo>
                    <a:pt x="266" y="160"/>
                  </a:lnTo>
                  <a:lnTo>
                    <a:pt x="266" y="146"/>
                  </a:lnTo>
                  <a:lnTo>
                    <a:pt x="256" y="136"/>
                  </a:lnTo>
                  <a:lnTo>
                    <a:pt x="248" y="130"/>
                  </a:lnTo>
                  <a:lnTo>
                    <a:pt x="230" y="120"/>
                  </a:lnTo>
                  <a:lnTo>
                    <a:pt x="196" y="108"/>
                  </a:lnTo>
                  <a:lnTo>
                    <a:pt x="194" y="100"/>
                  </a:lnTo>
                  <a:lnTo>
                    <a:pt x="192" y="94"/>
                  </a:lnTo>
                  <a:lnTo>
                    <a:pt x="192" y="88"/>
                  </a:lnTo>
                  <a:lnTo>
                    <a:pt x="194" y="84"/>
                  </a:lnTo>
                  <a:lnTo>
                    <a:pt x="198" y="82"/>
                  </a:lnTo>
                  <a:lnTo>
                    <a:pt x="202" y="80"/>
                  </a:lnTo>
                  <a:lnTo>
                    <a:pt x="216" y="78"/>
                  </a:lnTo>
                  <a:lnTo>
                    <a:pt x="238" y="94"/>
                  </a:lnTo>
                  <a:lnTo>
                    <a:pt x="278" y="102"/>
                  </a:lnTo>
                  <a:lnTo>
                    <a:pt x="294" y="100"/>
                  </a:lnTo>
                  <a:lnTo>
                    <a:pt x="310" y="96"/>
                  </a:lnTo>
                  <a:lnTo>
                    <a:pt x="326" y="88"/>
                  </a:lnTo>
                  <a:lnTo>
                    <a:pt x="342" y="80"/>
                  </a:lnTo>
                  <a:lnTo>
                    <a:pt x="356" y="68"/>
                  </a:lnTo>
                  <a:lnTo>
                    <a:pt x="368" y="56"/>
                  </a:lnTo>
                  <a:lnTo>
                    <a:pt x="378" y="44"/>
                  </a:lnTo>
                  <a:lnTo>
                    <a:pt x="386" y="30"/>
                  </a:lnTo>
                  <a:lnTo>
                    <a:pt x="388" y="22"/>
                  </a:lnTo>
                  <a:lnTo>
                    <a:pt x="390" y="14"/>
                  </a:lnTo>
                  <a:lnTo>
                    <a:pt x="394" y="8"/>
                  </a:lnTo>
                  <a:lnTo>
                    <a:pt x="400" y="4"/>
                  </a:lnTo>
                  <a:lnTo>
                    <a:pt x="406" y="2"/>
                  </a:lnTo>
                  <a:lnTo>
                    <a:pt x="414" y="0"/>
                  </a:lnTo>
                  <a:lnTo>
                    <a:pt x="432" y="0"/>
                  </a:lnTo>
                  <a:lnTo>
                    <a:pt x="438" y="4"/>
                  </a:lnTo>
                  <a:lnTo>
                    <a:pt x="444" y="10"/>
                  </a:lnTo>
                  <a:lnTo>
                    <a:pt x="450" y="16"/>
                  </a:lnTo>
                  <a:lnTo>
                    <a:pt x="456" y="24"/>
                  </a:lnTo>
                  <a:lnTo>
                    <a:pt x="464" y="44"/>
                  </a:lnTo>
                  <a:lnTo>
                    <a:pt x="468" y="66"/>
                  </a:lnTo>
                  <a:lnTo>
                    <a:pt x="494" y="98"/>
                  </a:lnTo>
                  <a:lnTo>
                    <a:pt x="508" y="114"/>
                  </a:lnTo>
                  <a:lnTo>
                    <a:pt x="526" y="130"/>
                  </a:lnTo>
                  <a:lnTo>
                    <a:pt x="558" y="142"/>
                  </a:lnTo>
                  <a:lnTo>
                    <a:pt x="562" y="154"/>
                  </a:lnTo>
                  <a:lnTo>
                    <a:pt x="566" y="170"/>
                  </a:lnTo>
                  <a:lnTo>
                    <a:pt x="566" y="178"/>
                  </a:lnTo>
                  <a:lnTo>
                    <a:pt x="566" y="188"/>
                  </a:lnTo>
                  <a:lnTo>
                    <a:pt x="564" y="196"/>
                  </a:lnTo>
                  <a:lnTo>
                    <a:pt x="558" y="204"/>
                  </a:lnTo>
                  <a:lnTo>
                    <a:pt x="546" y="210"/>
                  </a:lnTo>
                  <a:lnTo>
                    <a:pt x="534" y="216"/>
                  </a:lnTo>
                  <a:lnTo>
                    <a:pt x="516" y="222"/>
                  </a:lnTo>
                  <a:lnTo>
                    <a:pt x="510" y="228"/>
                  </a:lnTo>
                  <a:lnTo>
                    <a:pt x="506" y="234"/>
                  </a:lnTo>
                  <a:lnTo>
                    <a:pt x="506" y="246"/>
                  </a:lnTo>
                  <a:lnTo>
                    <a:pt x="506" y="262"/>
                  </a:lnTo>
                  <a:lnTo>
                    <a:pt x="518" y="262"/>
                  </a:lnTo>
                  <a:lnTo>
                    <a:pt x="532" y="258"/>
                  </a:lnTo>
                  <a:lnTo>
                    <a:pt x="572" y="256"/>
                  </a:lnTo>
                  <a:lnTo>
                    <a:pt x="568" y="326"/>
                  </a:lnTo>
                  <a:lnTo>
                    <a:pt x="572" y="334"/>
                  </a:lnTo>
                  <a:lnTo>
                    <a:pt x="576" y="340"/>
                  </a:lnTo>
                  <a:lnTo>
                    <a:pt x="592" y="356"/>
                  </a:lnTo>
                  <a:lnTo>
                    <a:pt x="606" y="378"/>
                  </a:lnTo>
                  <a:lnTo>
                    <a:pt x="590" y="380"/>
                  </a:lnTo>
                  <a:lnTo>
                    <a:pt x="576" y="384"/>
                  </a:lnTo>
                  <a:lnTo>
                    <a:pt x="554" y="398"/>
                  </a:lnTo>
                  <a:lnTo>
                    <a:pt x="546" y="408"/>
                  </a:lnTo>
                  <a:lnTo>
                    <a:pt x="538" y="416"/>
                  </a:lnTo>
                  <a:lnTo>
                    <a:pt x="520" y="430"/>
                  </a:lnTo>
                  <a:lnTo>
                    <a:pt x="500" y="444"/>
                  </a:lnTo>
                  <a:lnTo>
                    <a:pt x="482" y="460"/>
                  </a:lnTo>
                  <a:lnTo>
                    <a:pt x="466" y="464"/>
                  </a:lnTo>
                  <a:lnTo>
                    <a:pt x="450" y="470"/>
                  </a:lnTo>
                  <a:lnTo>
                    <a:pt x="434" y="472"/>
                  </a:lnTo>
                  <a:lnTo>
                    <a:pt x="420" y="472"/>
                  </a:lnTo>
                  <a:lnTo>
                    <a:pt x="392" y="456"/>
                  </a:lnTo>
                  <a:lnTo>
                    <a:pt x="376" y="440"/>
                  </a:lnTo>
                  <a:lnTo>
                    <a:pt x="372" y="438"/>
                  </a:lnTo>
                  <a:lnTo>
                    <a:pt x="368" y="436"/>
                  </a:lnTo>
                  <a:lnTo>
                    <a:pt x="358" y="436"/>
                  </a:lnTo>
                  <a:lnTo>
                    <a:pt x="342" y="436"/>
                  </a:lnTo>
                  <a:lnTo>
                    <a:pt x="336" y="438"/>
                  </a:lnTo>
                  <a:lnTo>
                    <a:pt x="332" y="442"/>
                  </a:lnTo>
                  <a:lnTo>
                    <a:pt x="330" y="464"/>
                  </a:lnTo>
                  <a:lnTo>
                    <a:pt x="302" y="492"/>
                  </a:lnTo>
                  <a:lnTo>
                    <a:pt x="290" y="506"/>
                  </a:lnTo>
                  <a:lnTo>
                    <a:pt x="278" y="522"/>
                  </a:lnTo>
                  <a:lnTo>
                    <a:pt x="266" y="528"/>
                  </a:lnTo>
                  <a:lnTo>
                    <a:pt x="256" y="530"/>
                  </a:lnTo>
                  <a:lnTo>
                    <a:pt x="240" y="532"/>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97" name="Freeform 17"/>
            <p:cNvSpPr/>
            <p:nvPr/>
          </p:nvSpPr>
          <p:spPr bwMode="auto">
            <a:xfrm>
              <a:off x="5508625" y="4654551"/>
              <a:ext cx="854075" cy="1012825"/>
            </a:xfrm>
            <a:custGeom>
              <a:avLst/>
              <a:gdLst>
                <a:gd name="T0" fmla="*/ 324 w 538"/>
                <a:gd name="T1" fmla="*/ 632 h 638"/>
                <a:gd name="T2" fmla="*/ 306 w 538"/>
                <a:gd name="T3" fmla="*/ 628 h 638"/>
                <a:gd name="T4" fmla="*/ 282 w 538"/>
                <a:gd name="T5" fmla="*/ 636 h 638"/>
                <a:gd name="T6" fmla="*/ 272 w 538"/>
                <a:gd name="T7" fmla="*/ 608 h 638"/>
                <a:gd name="T8" fmla="*/ 258 w 538"/>
                <a:gd name="T9" fmla="*/ 594 h 638"/>
                <a:gd name="T10" fmla="*/ 234 w 538"/>
                <a:gd name="T11" fmla="*/ 594 h 638"/>
                <a:gd name="T12" fmla="*/ 234 w 538"/>
                <a:gd name="T13" fmla="*/ 580 h 638"/>
                <a:gd name="T14" fmla="*/ 268 w 538"/>
                <a:gd name="T15" fmla="*/ 508 h 638"/>
                <a:gd name="T16" fmla="*/ 240 w 538"/>
                <a:gd name="T17" fmla="*/ 472 h 638"/>
                <a:gd name="T18" fmla="*/ 226 w 538"/>
                <a:gd name="T19" fmla="*/ 452 h 638"/>
                <a:gd name="T20" fmla="*/ 204 w 538"/>
                <a:gd name="T21" fmla="*/ 448 h 638"/>
                <a:gd name="T22" fmla="*/ 172 w 538"/>
                <a:gd name="T23" fmla="*/ 456 h 638"/>
                <a:gd name="T24" fmla="*/ 132 w 538"/>
                <a:gd name="T25" fmla="*/ 486 h 638"/>
                <a:gd name="T26" fmla="*/ 98 w 538"/>
                <a:gd name="T27" fmla="*/ 488 h 638"/>
                <a:gd name="T28" fmla="*/ 86 w 538"/>
                <a:gd name="T29" fmla="*/ 458 h 638"/>
                <a:gd name="T30" fmla="*/ 68 w 538"/>
                <a:gd name="T31" fmla="*/ 442 h 638"/>
                <a:gd name="T32" fmla="*/ 64 w 538"/>
                <a:gd name="T33" fmla="*/ 354 h 638"/>
                <a:gd name="T34" fmla="*/ 14 w 538"/>
                <a:gd name="T35" fmla="*/ 358 h 638"/>
                <a:gd name="T36" fmla="*/ 0 w 538"/>
                <a:gd name="T37" fmla="*/ 352 h 638"/>
                <a:gd name="T38" fmla="*/ 8 w 538"/>
                <a:gd name="T39" fmla="*/ 340 h 638"/>
                <a:gd name="T40" fmla="*/ 32 w 538"/>
                <a:gd name="T41" fmla="*/ 334 h 638"/>
                <a:gd name="T42" fmla="*/ 54 w 538"/>
                <a:gd name="T43" fmla="*/ 312 h 638"/>
                <a:gd name="T44" fmla="*/ 62 w 538"/>
                <a:gd name="T45" fmla="*/ 284 h 638"/>
                <a:gd name="T46" fmla="*/ 46 w 538"/>
                <a:gd name="T47" fmla="*/ 154 h 638"/>
                <a:gd name="T48" fmla="*/ 40 w 538"/>
                <a:gd name="T49" fmla="*/ 130 h 638"/>
                <a:gd name="T50" fmla="*/ 64 w 538"/>
                <a:gd name="T51" fmla="*/ 108 h 638"/>
                <a:gd name="T52" fmla="*/ 80 w 538"/>
                <a:gd name="T53" fmla="*/ 78 h 638"/>
                <a:gd name="T54" fmla="*/ 114 w 538"/>
                <a:gd name="T55" fmla="*/ 56 h 638"/>
                <a:gd name="T56" fmla="*/ 142 w 538"/>
                <a:gd name="T57" fmla="*/ 58 h 638"/>
                <a:gd name="T58" fmla="*/ 158 w 538"/>
                <a:gd name="T59" fmla="*/ 54 h 638"/>
                <a:gd name="T60" fmla="*/ 168 w 538"/>
                <a:gd name="T61" fmla="*/ 42 h 638"/>
                <a:gd name="T62" fmla="*/ 158 w 538"/>
                <a:gd name="T63" fmla="*/ 14 h 638"/>
                <a:gd name="T64" fmla="*/ 156 w 538"/>
                <a:gd name="T65" fmla="*/ 4 h 638"/>
                <a:gd name="T66" fmla="*/ 174 w 538"/>
                <a:gd name="T67" fmla="*/ 2 h 638"/>
                <a:gd name="T68" fmla="*/ 210 w 538"/>
                <a:gd name="T69" fmla="*/ 12 h 638"/>
                <a:gd name="T70" fmla="*/ 274 w 538"/>
                <a:gd name="T71" fmla="*/ 34 h 638"/>
                <a:gd name="T72" fmla="*/ 312 w 538"/>
                <a:gd name="T73" fmla="*/ 56 h 638"/>
                <a:gd name="T74" fmla="*/ 372 w 538"/>
                <a:gd name="T75" fmla="*/ 68 h 638"/>
                <a:gd name="T76" fmla="*/ 392 w 538"/>
                <a:gd name="T77" fmla="*/ 44 h 638"/>
                <a:gd name="T78" fmla="*/ 420 w 538"/>
                <a:gd name="T79" fmla="*/ 60 h 638"/>
                <a:gd name="T80" fmla="*/ 450 w 538"/>
                <a:gd name="T81" fmla="*/ 82 h 638"/>
                <a:gd name="T82" fmla="*/ 482 w 538"/>
                <a:gd name="T83" fmla="*/ 100 h 638"/>
                <a:gd name="T84" fmla="*/ 514 w 538"/>
                <a:gd name="T85" fmla="*/ 134 h 638"/>
                <a:gd name="T86" fmla="*/ 522 w 538"/>
                <a:gd name="T87" fmla="*/ 180 h 638"/>
                <a:gd name="T88" fmla="*/ 516 w 538"/>
                <a:gd name="T89" fmla="*/ 214 h 638"/>
                <a:gd name="T90" fmla="*/ 486 w 538"/>
                <a:gd name="T91" fmla="*/ 248 h 638"/>
                <a:gd name="T92" fmla="*/ 480 w 538"/>
                <a:gd name="T93" fmla="*/ 286 h 638"/>
                <a:gd name="T94" fmla="*/ 494 w 538"/>
                <a:gd name="T95" fmla="*/ 320 h 638"/>
                <a:gd name="T96" fmla="*/ 502 w 538"/>
                <a:gd name="T97" fmla="*/ 344 h 638"/>
                <a:gd name="T98" fmla="*/ 522 w 538"/>
                <a:gd name="T99" fmla="*/ 414 h 638"/>
                <a:gd name="T100" fmla="*/ 532 w 538"/>
                <a:gd name="T101" fmla="*/ 440 h 638"/>
                <a:gd name="T102" fmla="*/ 528 w 538"/>
                <a:gd name="T103" fmla="*/ 472 h 638"/>
                <a:gd name="T104" fmla="*/ 538 w 538"/>
                <a:gd name="T105" fmla="*/ 536 h 638"/>
                <a:gd name="T106" fmla="*/ 426 w 538"/>
                <a:gd name="T107" fmla="*/ 540 h 638"/>
                <a:gd name="T108" fmla="*/ 428 w 538"/>
                <a:gd name="T109" fmla="*/ 558 h 638"/>
                <a:gd name="T110" fmla="*/ 446 w 538"/>
                <a:gd name="T111" fmla="*/ 580 h 638"/>
                <a:gd name="T112" fmla="*/ 436 w 538"/>
                <a:gd name="T113" fmla="*/ 598 h 638"/>
                <a:gd name="T114" fmla="*/ 402 w 538"/>
                <a:gd name="T115" fmla="*/ 568 h 638"/>
                <a:gd name="T116" fmla="*/ 368 w 538"/>
                <a:gd name="T117" fmla="*/ 566 h 638"/>
                <a:gd name="T118" fmla="*/ 348 w 538"/>
                <a:gd name="T119" fmla="*/ 604 h 638"/>
                <a:gd name="T120" fmla="*/ 336 w 538"/>
                <a:gd name="T121" fmla="*/ 634 h 6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38" h="638">
                  <a:moveTo>
                    <a:pt x="332" y="638"/>
                  </a:moveTo>
                  <a:lnTo>
                    <a:pt x="332" y="638"/>
                  </a:lnTo>
                  <a:lnTo>
                    <a:pt x="324" y="632"/>
                  </a:lnTo>
                  <a:lnTo>
                    <a:pt x="318" y="630"/>
                  </a:lnTo>
                  <a:lnTo>
                    <a:pt x="312" y="628"/>
                  </a:lnTo>
                  <a:lnTo>
                    <a:pt x="306" y="628"/>
                  </a:lnTo>
                  <a:lnTo>
                    <a:pt x="294" y="632"/>
                  </a:lnTo>
                  <a:lnTo>
                    <a:pt x="282" y="636"/>
                  </a:lnTo>
                  <a:lnTo>
                    <a:pt x="274" y="620"/>
                  </a:lnTo>
                  <a:lnTo>
                    <a:pt x="272" y="608"/>
                  </a:lnTo>
                  <a:lnTo>
                    <a:pt x="270" y="600"/>
                  </a:lnTo>
                  <a:lnTo>
                    <a:pt x="264" y="596"/>
                  </a:lnTo>
                  <a:lnTo>
                    <a:pt x="258" y="594"/>
                  </a:lnTo>
                  <a:lnTo>
                    <a:pt x="252" y="592"/>
                  </a:lnTo>
                  <a:lnTo>
                    <a:pt x="246" y="592"/>
                  </a:lnTo>
                  <a:lnTo>
                    <a:pt x="234" y="594"/>
                  </a:lnTo>
                  <a:lnTo>
                    <a:pt x="234" y="580"/>
                  </a:lnTo>
                  <a:lnTo>
                    <a:pt x="254" y="542"/>
                  </a:lnTo>
                  <a:lnTo>
                    <a:pt x="264" y="524"/>
                  </a:lnTo>
                  <a:lnTo>
                    <a:pt x="268" y="508"/>
                  </a:lnTo>
                  <a:lnTo>
                    <a:pt x="246" y="484"/>
                  </a:lnTo>
                  <a:lnTo>
                    <a:pt x="240" y="472"/>
                  </a:lnTo>
                  <a:lnTo>
                    <a:pt x="236" y="462"/>
                  </a:lnTo>
                  <a:lnTo>
                    <a:pt x="226" y="452"/>
                  </a:lnTo>
                  <a:lnTo>
                    <a:pt x="218" y="448"/>
                  </a:lnTo>
                  <a:lnTo>
                    <a:pt x="212" y="448"/>
                  </a:lnTo>
                  <a:lnTo>
                    <a:pt x="204" y="448"/>
                  </a:lnTo>
                  <a:lnTo>
                    <a:pt x="172" y="456"/>
                  </a:lnTo>
                  <a:lnTo>
                    <a:pt x="162" y="466"/>
                  </a:lnTo>
                  <a:lnTo>
                    <a:pt x="152" y="472"/>
                  </a:lnTo>
                  <a:lnTo>
                    <a:pt x="132" y="486"/>
                  </a:lnTo>
                  <a:lnTo>
                    <a:pt x="98" y="488"/>
                  </a:lnTo>
                  <a:lnTo>
                    <a:pt x="96" y="478"/>
                  </a:lnTo>
                  <a:lnTo>
                    <a:pt x="94" y="470"/>
                  </a:lnTo>
                  <a:lnTo>
                    <a:pt x="86" y="458"/>
                  </a:lnTo>
                  <a:lnTo>
                    <a:pt x="76" y="448"/>
                  </a:lnTo>
                  <a:lnTo>
                    <a:pt x="68" y="442"/>
                  </a:lnTo>
                  <a:lnTo>
                    <a:pt x="64" y="432"/>
                  </a:lnTo>
                  <a:lnTo>
                    <a:pt x="64" y="354"/>
                  </a:lnTo>
                  <a:lnTo>
                    <a:pt x="28" y="356"/>
                  </a:lnTo>
                  <a:lnTo>
                    <a:pt x="14" y="358"/>
                  </a:lnTo>
                  <a:lnTo>
                    <a:pt x="0" y="362"/>
                  </a:lnTo>
                  <a:lnTo>
                    <a:pt x="0" y="352"/>
                  </a:lnTo>
                  <a:lnTo>
                    <a:pt x="2" y="346"/>
                  </a:lnTo>
                  <a:lnTo>
                    <a:pt x="4" y="344"/>
                  </a:lnTo>
                  <a:lnTo>
                    <a:pt x="8" y="340"/>
                  </a:lnTo>
                  <a:lnTo>
                    <a:pt x="18" y="338"/>
                  </a:lnTo>
                  <a:lnTo>
                    <a:pt x="32" y="334"/>
                  </a:lnTo>
                  <a:lnTo>
                    <a:pt x="38" y="330"/>
                  </a:lnTo>
                  <a:lnTo>
                    <a:pt x="44" y="326"/>
                  </a:lnTo>
                  <a:lnTo>
                    <a:pt x="54" y="312"/>
                  </a:lnTo>
                  <a:lnTo>
                    <a:pt x="60" y="298"/>
                  </a:lnTo>
                  <a:lnTo>
                    <a:pt x="62" y="284"/>
                  </a:lnTo>
                  <a:lnTo>
                    <a:pt x="48" y="224"/>
                  </a:lnTo>
                  <a:lnTo>
                    <a:pt x="46" y="154"/>
                  </a:lnTo>
                  <a:lnTo>
                    <a:pt x="40" y="130"/>
                  </a:lnTo>
                  <a:lnTo>
                    <a:pt x="46" y="126"/>
                  </a:lnTo>
                  <a:lnTo>
                    <a:pt x="54" y="120"/>
                  </a:lnTo>
                  <a:lnTo>
                    <a:pt x="64" y="108"/>
                  </a:lnTo>
                  <a:lnTo>
                    <a:pt x="72" y="94"/>
                  </a:lnTo>
                  <a:lnTo>
                    <a:pt x="80" y="78"/>
                  </a:lnTo>
                  <a:lnTo>
                    <a:pt x="94" y="68"/>
                  </a:lnTo>
                  <a:lnTo>
                    <a:pt x="108" y="60"/>
                  </a:lnTo>
                  <a:lnTo>
                    <a:pt x="114" y="56"/>
                  </a:lnTo>
                  <a:lnTo>
                    <a:pt x="122" y="56"/>
                  </a:lnTo>
                  <a:lnTo>
                    <a:pt x="132" y="56"/>
                  </a:lnTo>
                  <a:lnTo>
                    <a:pt x="142" y="58"/>
                  </a:lnTo>
                  <a:lnTo>
                    <a:pt x="150" y="58"/>
                  </a:lnTo>
                  <a:lnTo>
                    <a:pt x="158" y="54"/>
                  </a:lnTo>
                  <a:lnTo>
                    <a:pt x="164" y="50"/>
                  </a:lnTo>
                  <a:lnTo>
                    <a:pt x="168" y="42"/>
                  </a:lnTo>
                  <a:lnTo>
                    <a:pt x="166" y="30"/>
                  </a:lnTo>
                  <a:lnTo>
                    <a:pt x="164" y="20"/>
                  </a:lnTo>
                  <a:lnTo>
                    <a:pt x="158" y="14"/>
                  </a:lnTo>
                  <a:lnTo>
                    <a:pt x="152" y="10"/>
                  </a:lnTo>
                  <a:lnTo>
                    <a:pt x="156" y="4"/>
                  </a:lnTo>
                  <a:lnTo>
                    <a:pt x="160" y="2"/>
                  </a:lnTo>
                  <a:lnTo>
                    <a:pt x="166" y="0"/>
                  </a:lnTo>
                  <a:lnTo>
                    <a:pt x="174" y="2"/>
                  </a:lnTo>
                  <a:lnTo>
                    <a:pt x="192" y="6"/>
                  </a:lnTo>
                  <a:lnTo>
                    <a:pt x="210" y="12"/>
                  </a:lnTo>
                  <a:lnTo>
                    <a:pt x="238" y="16"/>
                  </a:lnTo>
                  <a:lnTo>
                    <a:pt x="274" y="34"/>
                  </a:lnTo>
                  <a:lnTo>
                    <a:pt x="292" y="44"/>
                  </a:lnTo>
                  <a:lnTo>
                    <a:pt x="312" y="56"/>
                  </a:lnTo>
                  <a:lnTo>
                    <a:pt x="342" y="68"/>
                  </a:lnTo>
                  <a:lnTo>
                    <a:pt x="372" y="68"/>
                  </a:lnTo>
                  <a:lnTo>
                    <a:pt x="392" y="44"/>
                  </a:lnTo>
                  <a:lnTo>
                    <a:pt x="400" y="46"/>
                  </a:lnTo>
                  <a:lnTo>
                    <a:pt x="410" y="52"/>
                  </a:lnTo>
                  <a:lnTo>
                    <a:pt x="420" y="60"/>
                  </a:lnTo>
                  <a:lnTo>
                    <a:pt x="430" y="72"/>
                  </a:lnTo>
                  <a:lnTo>
                    <a:pt x="450" y="82"/>
                  </a:lnTo>
                  <a:lnTo>
                    <a:pt x="466" y="90"/>
                  </a:lnTo>
                  <a:lnTo>
                    <a:pt x="482" y="100"/>
                  </a:lnTo>
                  <a:lnTo>
                    <a:pt x="500" y="116"/>
                  </a:lnTo>
                  <a:lnTo>
                    <a:pt x="514" y="134"/>
                  </a:lnTo>
                  <a:lnTo>
                    <a:pt x="520" y="152"/>
                  </a:lnTo>
                  <a:lnTo>
                    <a:pt x="522" y="170"/>
                  </a:lnTo>
                  <a:lnTo>
                    <a:pt x="522" y="180"/>
                  </a:lnTo>
                  <a:lnTo>
                    <a:pt x="522" y="190"/>
                  </a:lnTo>
                  <a:lnTo>
                    <a:pt x="520" y="202"/>
                  </a:lnTo>
                  <a:lnTo>
                    <a:pt x="516" y="214"/>
                  </a:lnTo>
                  <a:lnTo>
                    <a:pt x="494" y="238"/>
                  </a:lnTo>
                  <a:lnTo>
                    <a:pt x="486" y="248"/>
                  </a:lnTo>
                  <a:lnTo>
                    <a:pt x="482" y="260"/>
                  </a:lnTo>
                  <a:lnTo>
                    <a:pt x="480" y="272"/>
                  </a:lnTo>
                  <a:lnTo>
                    <a:pt x="480" y="286"/>
                  </a:lnTo>
                  <a:lnTo>
                    <a:pt x="486" y="302"/>
                  </a:lnTo>
                  <a:lnTo>
                    <a:pt x="494" y="320"/>
                  </a:lnTo>
                  <a:lnTo>
                    <a:pt x="500" y="340"/>
                  </a:lnTo>
                  <a:lnTo>
                    <a:pt x="502" y="344"/>
                  </a:lnTo>
                  <a:lnTo>
                    <a:pt x="506" y="352"/>
                  </a:lnTo>
                  <a:lnTo>
                    <a:pt x="512" y="372"/>
                  </a:lnTo>
                  <a:lnTo>
                    <a:pt x="522" y="414"/>
                  </a:lnTo>
                  <a:lnTo>
                    <a:pt x="530" y="428"/>
                  </a:lnTo>
                  <a:lnTo>
                    <a:pt x="532" y="440"/>
                  </a:lnTo>
                  <a:lnTo>
                    <a:pt x="532" y="454"/>
                  </a:lnTo>
                  <a:lnTo>
                    <a:pt x="528" y="472"/>
                  </a:lnTo>
                  <a:lnTo>
                    <a:pt x="528" y="500"/>
                  </a:lnTo>
                  <a:lnTo>
                    <a:pt x="532" y="518"/>
                  </a:lnTo>
                  <a:lnTo>
                    <a:pt x="538" y="536"/>
                  </a:lnTo>
                  <a:lnTo>
                    <a:pt x="426" y="540"/>
                  </a:lnTo>
                  <a:lnTo>
                    <a:pt x="424" y="544"/>
                  </a:lnTo>
                  <a:lnTo>
                    <a:pt x="424" y="548"/>
                  </a:lnTo>
                  <a:lnTo>
                    <a:pt x="428" y="558"/>
                  </a:lnTo>
                  <a:lnTo>
                    <a:pt x="438" y="570"/>
                  </a:lnTo>
                  <a:lnTo>
                    <a:pt x="446" y="580"/>
                  </a:lnTo>
                  <a:lnTo>
                    <a:pt x="442" y="598"/>
                  </a:lnTo>
                  <a:lnTo>
                    <a:pt x="436" y="598"/>
                  </a:lnTo>
                  <a:lnTo>
                    <a:pt x="428" y="594"/>
                  </a:lnTo>
                  <a:lnTo>
                    <a:pt x="416" y="584"/>
                  </a:lnTo>
                  <a:lnTo>
                    <a:pt x="402" y="568"/>
                  </a:lnTo>
                  <a:lnTo>
                    <a:pt x="368" y="566"/>
                  </a:lnTo>
                  <a:lnTo>
                    <a:pt x="350" y="594"/>
                  </a:lnTo>
                  <a:lnTo>
                    <a:pt x="348" y="604"/>
                  </a:lnTo>
                  <a:lnTo>
                    <a:pt x="346" y="616"/>
                  </a:lnTo>
                  <a:lnTo>
                    <a:pt x="340" y="628"/>
                  </a:lnTo>
                  <a:lnTo>
                    <a:pt x="336" y="634"/>
                  </a:lnTo>
                  <a:lnTo>
                    <a:pt x="332" y="638"/>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98" name="Freeform 18"/>
            <p:cNvSpPr/>
            <p:nvPr/>
          </p:nvSpPr>
          <p:spPr bwMode="auto">
            <a:xfrm>
              <a:off x="6286500" y="4597401"/>
              <a:ext cx="739775" cy="1057275"/>
            </a:xfrm>
            <a:custGeom>
              <a:avLst/>
              <a:gdLst>
                <a:gd name="T0" fmla="*/ 112 w 466"/>
                <a:gd name="T1" fmla="*/ 660 h 666"/>
                <a:gd name="T2" fmla="*/ 94 w 466"/>
                <a:gd name="T3" fmla="*/ 656 h 666"/>
                <a:gd name="T4" fmla="*/ 134 w 466"/>
                <a:gd name="T5" fmla="*/ 598 h 666"/>
                <a:gd name="T6" fmla="*/ 128 w 466"/>
                <a:gd name="T7" fmla="*/ 566 h 666"/>
                <a:gd name="T8" fmla="*/ 104 w 466"/>
                <a:gd name="T9" fmla="*/ 568 h 666"/>
                <a:gd name="T10" fmla="*/ 88 w 466"/>
                <a:gd name="T11" fmla="*/ 576 h 666"/>
                <a:gd name="T12" fmla="*/ 48 w 466"/>
                <a:gd name="T13" fmla="*/ 536 h 666"/>
                <a:gd name="T14" fmla="*/ 52 w 466"/>
                <a:gd name="T15" fmla="*/ 494 h 666"/>
                <a:gd name="T16" fmla="*/ 52 w 466"/>
                <a:gd name="T17" fmla="*/ 456 h 666"/>
                <a:gd name="T18" fmla="*/ 42 w 466"/>
                <a:gd name="T19" fmla="*/ 446 h 666"/>
                <a:gd name="T20" fmla="*/ 30 w 466"/>
                <a:gd name="T21" fmla="*/ 398 h 666"/>
                <a:gd name="T22" fmla="*/ 16 w 466"/>
                <a:gd name="T23" fmla="*/ 356 h 666"/>
                <a:gd name="T24" fmla="*/ 2 w 466"/>
                <a:gd name="T25" fmla="*/ 316 h 666"/>
                <a:gd name="T26" fmla="*/ 6 w 466"/>
                <a:gd name="T27" fmla="*/ 292 h 666"/>
                <a:gd name="T28" fmla="*/ 16 w 466"/>
                <a:gd name="T29" fmla="*/ 280 h 666"/>
                <a:gd name="T30" fmla="*/ 42 w 466"/>
                <a:gd name="T31" fmla="*/ 240 h 666"/>
                <a:gd name="T32" fmla="*/ 42 w 466"/>
                <a:gd name="T33" fmla="*/ 188 h 666"/>
                <a:gd name="T34" fmla="*/ 22 w 466"/>
                <a:gd name="T35" fmla="*/ 146 h 666"/>
                <a:gd name="T36" fmla="*/ 46 w 466"/>
                <a:gd name="T37" fmla="*/ 126 h 666"/>
                <a:gd name="T38" fmla="*/ 78 w 466"/>
                <a:gd name="T39" fmla="*/ 116 h 666"/>
                <a:gd name="T40" fmla="*/ 88 w 466"/>
                <a:gd name="T41" fmla="*/ 114 h 666"/>
                <a:gd name="T42" fmla="*/ 102 w 466"/>
                <a:gd name="T43" fmla="*/ 98 h 666"/>
                <a:gd name="T44" fmla="*/ 160 w 466"/>
                <a:gd name="T45" fmla="*/ 60 h 666"/>
                <a:gd name="T46" fmla="*/ 176 w 466"/>
                <a:gd name="T47" fmla="*/ 46 h 666"/>
                <a:gd name="T48" fmla="*/ 226 w 466"/>
                <a:gd name="T49" fmla="*/ 32 h 666"/>
                <a:gd name="T50" fmla="*/ 250 w 466"/>
                <a:gd name="T51" fmla="*/ 22 h 666"/>
                <a:gd name="T52" fmla="*/ 260 w 466"/>
                <a:gd name="T53" fmla="*/ 2 h 666"/>
                <a:gd name="T54" fmla="*/ 284 w 466"/>
                <a:gd name="T55" fmla="*/ 0 h 666"/>
                <a:gd name="T56" fmla="*/ 292 w 466"/>
                <a:gd name="T57" fmla="*/ 52 h 666"/>
                <a:gd name="T58" fmla="*/ 314 w 466"/>
                <a:gd name="T59" fmla="*/ 56 h 666"/>
                <a:gd name="T60" fmla="*/ 326 w 466"/>
                <a:gd name="T61" fmla="*/ 34 h 666"/>
                <a:gd name="T62" fmla="*/ 334 w 466"/>
                <a:gd name="T63" fmla="*/ 14 h 666"/>
                <a:gd name="T64" fmla="*/ 344 w 466"/>
                <a:gd name="T65" fmla="*/ 36 h 666"/>
                <a:gd name="T66" fmla="*/ 362 w 466"/>
                <a:gd name="T67" fmla="*/ 50 h 666"/>
                <a:gd name="T68" fmla="*/ 384 w 466"/>
                <a:gd name="T69" fmla="*/ 54 h 666"/>
                <a:gd name="T70" fmla="*/ 424 w 466"/>
                <a:gd name="T71" fmla="*/ 42 h 666"/>
                <a:gd name="T72" fmla="*/ 442 w 466"/>
                <a:gd name="T73" fmla="*/ 42 h 666"/>
                <a:gd name="T74" fmla="*/ 422 w 466"/>
                <a:gd name="T75" fmla="*/ 66 h 666"/>
                <a:gd name="T76" fmla="*/ 414 w 466"/>
                <a:gd name="T77" fmla="*/ 88 h 666"/>
                <a:gd name="T78" fmla="*/ 428 w 466"/>
                <a:gd name="T79" fmla="*/ 112 h 666"/>
                <a:gd name="T80" fmla="*/ 466 w 466"/>
                <a:gd name="T81" fmla="*/ 168 h 666"/>
                <a:gd name="T82" fmla="*/ 464 w 466"/>
                <a:gd name="T83" fmla="*/ 192 h 666"/>
                <a:gd name="T84" fmla="*/ 450 w 466"/>
                <a:gd name="T85" fmla="*/ 218 h 666"/>
                <a:gd name="T86" fmla="*/ 430 w 466"/>
                <a:gd name="T87" fmla="*/ 236 h 666"/>
                <a:gd name="T88" fmla="*/ 396 w 466"/>
                <a:gd name="T89" fmla="*/ 244 h 666"/>
                <a:gd name="T90" fmla="*/ 376 w 466"/>
                <a:gd name="T91" fmla="*/ 250 h 666"/>
                <a:gd name="T92" fmla="*/ 348 w 466"/>
                <a:gd name="T93" fmla="*/ 276 h 666"/>
                <a:gd name="T94" fmla="*/ 348 w 466"/>
                <a:gd name="T95" fmla="*/ 304 h 666"/>
                <a:gd name="T96" fmla="*/ 354 w 466"/>
                <a:gd name="T97" fmla="*/ 332 h 666"/>
                <a:gd name="T98" fmla="*/ 328 w 466"/>
                <a:gd name="T99" fmla="*/ 366 h 666"/>
                <a:gd name="T100" fmla="*/ 302 w 466"/>
                <a:gd name="T101" fmla="*/ 386 h 666"/>
                <a:gd name="T102" fmla="*/ 296 w 466"/>
                <a:gd name="T103" fmla="*/ 408 h 666"/>
                <a:gd name="T104" fmla="*/ 292 w 466"/>
                <a:gd name="T105" fmla="*/ 468 h 666"/>
                <a:gd name="T106" fmla="*/ 270 w 466"/>
                <a:gd name="T107" fmla="*/ 490 h 666"/>
                <a:gd name="T108" fmla="*/ 264 w 466"/>
                <a:gd name="T109" fmla="*/ 522 h 666"/>
                <a:gd name="T110" fmla="*/ 266 w 466"/>
                <a:gd name="T111" fmla="*/ 546 h 666"/>
                <a:gd name="T112" fmla="*/ 254 w 466"/>
                <a:gd name="T113" fmla="*/ 596 h 666"/>
                <a:gd name="T114" fmla="*/ 260 w 466"/>
                <a:gd name="T115" fmla="*/ 630 h 666"/>
                <a:gd name="T116" fmla="*/ 224 w 466"/>
                <a:gd name="T117" fmla="*/ 650 h 666"/>
                <a:gd name="T118" fmla="*/ 196 w 466"/>
                <a:gd name="T119" fmla="*/ 636 h 666"/>
                <a:gd name="T120" fmla="*/ 168 w 466"/>
                <a:gd name="T121" fmla="*/ 646 h 666"/>
                <a:gd name="T122" fmla="*/ 134 w 466"/>
                <a:gd name="T123" fmla="*/ 660 h 6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66" h="666">
                  <a:moveTo>
                    <a:pt x="118" y="666"/>
                  </a:moveTo>
                  <a:lnTo>
                    <a:pt x="118" y="666"/>
                  </a:lnTo>
                  <a:lnTo>
                    <a:pt x="112" y="660"/>
                  </a:lnTo>
                  <a:lnTo>
                    <a:pt x="106" y="658"/>
                  </a:lnTo>
                  <a:lnTo>
                    <a:pt x="94" y="656"/>
                  </a:lnTo>
                  <a:lnTo>
                    <a:pt x="94" y="650"/>
                  </a:lnTo>
                  <a:lnTo>
                    <a:pt x="134" y="598"/>
                  </a:lnTo>
                  <a:lnTo>
                    <a:pt x="132" y="578"/>
                  </a:lnTo>
                  <a:lnTo>
                    <a:pt x="128" y="566"/>
                  </a:lnTo>
                  <a:lnTo>
                    <a:pt x="114" y="566"/>
                  </a:lnTo>
                  <a:lnTo>
                    <a:pt x="104" y="568"/>
                  </a:lnTo>
                  <a:lnTo>
                    <a:pt x="96" y="572"/>
                  </a:lnTo>
                  <a:lnTo>
                    <a:pt x="88" y="576"/>
                  </a:lnTo>
                  <a:lnTo>
                    <a:pt x="60" y="576"/>
                  </a:lnTo>
                  <a:lnTo>
                    <a:pt x="48" y="536"/>
                  </a:lnTo>
                  <a:lnTo>
                    <a:pt x="50" y="514"/>
                  </a:lnTo>
                  <a:lnTo>
                    <a:pt x="52" y="494"/>
                  </a:lnTo>
                  <a:lnTo>
                    <a:pt x="54" y="474"/>
                  </a:lnTo>
                  <a:lnTo>
                    <a:pt x="52" y="466"/>
                  </a:lnTo>
                  <a:lnTo>
                    <a:pt x="52" y="456"/>
                  </a:lnTo>
                  <a:lnTo>
                    <a:pt x="42" y="446"/>
                  </a:lnTo>
                  <a:lnTo>
                    <a:pt x="40" y="434"/>
                  </a:lnTo>
                  <a:lnTo>
                    <a:pt x="38" y="422"/>
                  </a:lnTo>
                  <a:lnTo>
                    <a:pt x="30" y="398"/>
                  </a:lnTo>
                  <a:lnTo>
                    <a:pt x="22" y="376"/>
                  </a:lnTo>
                  <a:lnTo>
                    <a:pt x="16" y="356"/>
                  </a:lnTo>
                  <a:lnTo>
                    <a:pt x="6" y="334"/>
                  </a:lnTo>
                  <a:lnTo>
                    <a:pt x="4" y="326"/>
                  </a:lnTo>
                  <a:lnTo>
                    <a:pt x="2" y="316"/>
                  </a:lnTo>
                  <a:lnTo>
                    <a:pt x="0" y="308"/>
                  </a:lnTo>
                  <a:lnTo>
                    <a:pt x="2" y="300"/>
                  </a:lnTo>
                  <a:lnTo>
                    <a:pt x="6" y="292"/>
                  </a:lnTo>
                  <a:lnTo>
                    <a:pt x="12" y="282"/>
                  </a:lnTo>
                  <a:lnTo>
                    <a:pt x="16" y="280"/>
                  </a:lnTo>
                  <a:lnTo>
                    <a:pt x="20" y="276"/>
                  </a:lnTo>
                  <a:lnTo>
                    <a:pt x="30" y="264"/>
                  </a:lnTo>
                  <a:lnTo>
                    <a:pt x="42" y="240"/>
                  </a:lnTo>
                  <a:lnTo>
                    <a:pt x="42" y="188"/>
                  </a:lnTo>
                  <a:lnTo>
                    <a:pt x="30" y="156"/>
                  </a:lnTo>
                  <a:lnTo>
                    <a:pt x="22" y="146"/>
                  </a:lnTo>
                  <a:lnTo>
                    <a:pt x="46" y="126"/>
                  </a:lnTo>
                  <a:lnTo>
                    <a:pt x="62" y="122"/>
                  </a:lnTo>
                  <a:lnTo>
                    <a:pt x="74" y="118"/>
                  </a:lnTo>
                  <a:lnTo>
                    <a:pt x="78" y="116"/>
                  </a:lnTo>
                  <a:lnTo>
                    <a:pt x="80" y="114"/>
                  </a:lnTo>
                  <a:lnTo>
                    <a:pt x="88" y="114"/>
                  </a:lnTo>
                  <a:lnTo>
                    <a:pt x="94" y="106"/>
                  </a:lnTo>
                  <a:lnTo>
                    <a:pt x="102" y="98"/>
                  </a:lnTo>
                  <a:lnTo>
                    <a:pt x="122" y="84"/>
                  </a:lnTo>
                  <a:lnTo>
                    <a:pt x="142" y="72"/>
                  </a:lnTo>
                  <a:lnTo>
                    <a:pt x="160" y="60"/>
                  </a:lnTo>
                  <a:lnTo>
                    <a:pt x="168" y="52"/>
                  </a:lnTo>
                  <a:lnTo>
                    <a:pt x="176" y="46"/>
                  </a:lnTo>
                  <a:lnTo>
                    <a:pt x="188" y="42"/>
                  </a:lnTo>
                  <a:lnTo>
                    <a:pt x="200" y="38"/>
                  </a:lnTo>
                  <a:lnTo>
                    <a:pt x="226" y="32"/>
                  </a:lnTo>
                  <a:lnTo>
                    <a:pt x="238" y="28"/>
                  </a:lnTo>
                  <a:lnTo>
                    <a:pt x="250" y="22"/>
                  </a:lnTo>
                  <a:lnTo>
                    <a:pt x="256" y="8"/>
                  </a:lnTo>
                  <a:lnTo>
                    <a:pt x="258" y="4"/>
                  </a:lnTo>
                  <a:lnTo>
                    <a:pt x="260" y="2"/>
                  </a:lnTo>
                  <a:lnTo>
                    <a:pt x="270" y="0"/>
                  </a:lnTo>
                  <a:lnTo>
                    <a:pt x="284" y="0"/>
                  </a:lnTo>
                  <a:lnTo>
                    <a:pt x="286" y="48"/>
                  </a:lnTo>
                  <a:lnTo>
                    <a:pt x="292" y="52"/>
                  </a:lnTo>
                  <a:lnTo>
                    <a:pt x="298" y="54"/>
                  </a:lnTo>
                  <a:lnTo>
                    <a:pt x="314" y="56"/>
                  </a:lnTo>
                  <a:lnTo>
                    <a:pt x="320" y="50"/>
                  </a:lnTo>
                  <a:lnTo>
                    <a:pt x="322" y="44"/>
                  </a:lnTo>
                  <a:lnTo>
                    <a:pt x="326" y="34"/>
                  </a:lnTo>
                  <a:lnTo>
                    <a:pt x="330" y="22"/>
                  </a:lnTo>
                  <a:lnTo>
                    <a:pt x="332" y="18"/>
                  </a:lnTo>
                  <a:lnTo>
                    <a:pt x="334" y="14"/>
                  </a:lnTo>
                  <a:lnTo>
                    <a:pt x="338" y="24"/>
                  </a:lnTo>
                  <a:lnTo>
                    <a:pt x="344" y="36"/>
                  </a:lnTo>
                  <a:lnTo>
                    <a:pt x="350" y="42"/>
                  </a:lnTo>
                  <a:lnTo>
                    <a:pt x="356" y="46"/>
                  </a:lnTo>
                  <a:lnTo>
                    <a:pt x="362" y="50"/>
                  </a:lnTo>
                  <a:lnTo>
                    <a:pt x="370" y="54"/>
                  </a:lnTo>
                  <a:lnTo>
                    <a:pt x="384" y="54"/>
                  </a:lnTo>
                  <a:lnTo>
                    <a:pt x="396" y="52"/>
                  </a:lnTo>
                  <a:lnTo>
                    <a:pt x="410" y="48"/>
                  </a:lnTo>
                  <a:lnTo>
                    <a:pt x="424" y="42"/>
                  </a:lnTo>
                  <a:lnTo>
                    <a:pt x="442" y="42"/>
                  </a:lnTo>
                  <a:lnTo>
                    <a:pt x="438" y="48"/>
                  </a:lnTo>
                  <a:lnTo>
                    <a:pt x="432" y="54"/>
                  </a:lnTo>
                  <a:lnTo>
                    <a:pt x="422" y="66"/>
                  </a:lnTo>
                  <a:lnTo>
                    <a:pt x="418" y="74"/>
                  </a:lnTo>
                  <a:lnTo>
                    <a:pt x="414" y="80"/>
                  </a:lnTo>
                  <a:lnTo>
                    <a:pt x="414" y="88"/>
                  </a:lnTo>
                  <a:lnTo>
                    <a:pt x="414" y="96"/>
                  </a:lnTo>
                  <a:lnTo>
                    <a:pt x="428" y="112"/>
                  </a:lnTo>
                  <a:lnTo>
                    <a:pt x="440" y="128"/>
                  </a:lnTo>
                  <a:lnTo>
                    <a:pt x="452" y="146"/>
                  </a:lnTo>
                  <a:lnTo>
                    <a:pt x="466" y="168"/>
                  </a:lnTo>
                  <a:lnTo>
                    <a:pt x="464" y="192"/>
                  </a:lnTo>
                  <a:lnTo>
                    <a:pt x="460" y="196"/>
                  </a:lnTo>
                  <a:lnTo>
                    <a:pt x="456" y="202"/>
                  </a:lnTo>
                  <a:lnTo>
                    <a:pt x="450" y="218"/>
                  </a:lnTo>
                  <a:lnTo>
                    <a:pt x="440" y="228"/>
                  </a:lnTo>
                  <a:lnTo>
                    <a:pt x="430" y="236"/>
                  </a:lnTo>
                  <a:lnTo>
                    <a:pt x="422" y="240"/>
                  </a:lnTo>
                  <a:lnTo>
                    <a:pt x="414" y="242"/>
                  </a:lnTo>
                  <a:lnTo>
                    <a:pt x="396" y="244"/>
                  </a:lnTo>
                  <a:lnTo>
                    <a:pt x="386" y="246"/>
                  </a:lnTo>
                  <a:lnTo>
                    <a:pt x="376" y="250"/>
                  </a:lnTo>
                  <a:lnTo>
                    <a:pt x="360" y="262"/>
                  </a:lnTo>
                  <a:lnTo>
                    <a:pt x="352" y="272"/>
                  </a:lnTo>
                  <a:lnTo>
                    <a:pt x="348" y="276"/>
                  </a:lnTo>
                  <a:lnTo>
                    <a:pt x="348" y="282"/>
                  </a:lnTo>
                  <a:lnTo>
                    <a:pt x="348" y="304"/>
                  </a:lnTo>
                  <a:lnTo>
                    <a:pt x="354" y="312"/>
                  </a:lnTo>
                  <a:lnTo>
                    <a:pt x="356" y="322"/>
                  </a:lnTo>
                  <a:lnTo>
                    <a:pt x="354" y="332"/>
                  </a:lnTo>
                  <a:lnTo>
                    <a:pt x="350" y="344"/>
                  </a:lnTo>
                  <a:lnTo>
                    <a:pt x="328" y="366"/>
                  </a:lnTo>
                  <a:lnTo>
                    <a:pt x="308" y="382"/>
                  </a:lnTo>
                  <a:lnTo>
                    <a:pt x="302" y="386"/>
                  </a:lnTo>
                  <a:lnTo>
                    <a:pt x="298" y="392"/>
                  </a:lnTo>
                  <a:lnTo>
                    <a:pt x="296" y="400"/>
                  </a:lnTo>
                  <a:lnTo>
                    <a:pt x="296" y="408"/>
                  </a:lnTo>
                  <a:lnTo>
                    <a:pt x="300" y="440"/>
                  </a:lnTo>
                  <a:lnTo>
                    <a:pt x="292" y="468"/>
                  </a:lnTo>
                  <a:lnTo>
                    <a:pt x="278" y="480"/>
                  </a:lnTo>
                  <a:lnTo>
                    <a:pt x="270" y="490"/>
                  </a:lnTo>
                  <a:lnTo>
                    <a:pt x="266" y="496"/>
                  </a:lnTo>
                  <a:lnTo>
                    <a:pt x="264" y="502"/>
                  </a:lnTo>
                  <a:lnTo>
                    <a:pt x="264" y="522"/>
                  </a:lnTo>
                  <a:lnTo>
                    <a:pt x="266" y="546"/>
                  </a:lnTo>
                  <a:lnTo>
                    <a:pt x="262" y="560"/>
                  </a:lnTo>
                  <a:lnTo>
                    <a:pt x="256" y="576"/>
                  </a:lnTo>
                  <a:lnTo>
                    <a:pt x="254" y="596"/>
                  </a:lnTo>
                  <a:lnTo>
                    <a:pt x="254" y="614"/>
                  </a:lnTo>
                  <a:lnTo>
                    <a:pt x="260" y="630"/>
                  </a:lnTo>
                  <a:lnTo>
                    <a:pt x="224" y="650"/>
                  </a:lnTo>
                  <a:lnTo>
                    <a:pt x="216" y="642"/>
                  </a:lnTo>
                  <a:lnTo>
                    <a:pt x="206" y="638"/>
                  </a:lnTo>
                  <a:lnTo>
                    <a:pt x="196" y="636"/>
                  </a:lnTo>
                  <a:lnTo>
                    <a:pt x="188" y="638"/>
                  </a:lnTo>
                  <a:lnTo>
                    <a:pt x="178" y="642"/>
                  </a:lnTo>
                  <a:lnTo>
                    <a:pt x="168" y="646"/>
                  </a:lnTo>
                  <a:lnTo>
                    <a:pt x="148" y="654"/>
                  </a:lnTo>
                  <a:lnTo>
                    <a:pt x="134" y="660"/>
                  </a:lnTo>
                  <a:lnTo>
                    <a:pt x="118" y="666"/>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dirty="0">
                <a:solidFill>
                  <a:srgbClr val="FF0000"/>
                </a:solidFill>
              </a:endParaRPr>
            </a:p>
          </p:txBody>
        </p:sp>
        <p:sp>
          <p:nvSpPr>
            <p:cNvPr id="99" name="Freeform 19"/>
            <p:cNvSpPr/>
            <p:nvPr/>
          </p:nvSpPr>
          <p:spPr bwMode="auto">
            <a:xfrm>
              <a:off x="3746500" y="3927476"/>
              <a:ext cx="1543050" cy="1517650"/>
            </a:xfrm>
            <a:custGeom>
              <a:avLst/>
              <a:gdLst>
                <a:gd name="T0" fmla="*/ 392 w 972"/>
                <a:gd name="T1" fmla="*/ 934 h 956"/>
                <a:gd name="T2" fmla="*/ 354 w 972"/>
                <a:gd name="T3" fmla="*/ 888 h 956"/>
                <a:gd name="T4" fmla="*/ 366 w 972"/>
                <a:gd name="T5" fmla="*/ 840 h 956"/>
                <a:gd name="T6" fmla="*/ 324 w 972"/>
                <a:gd name="T7" fmla="*/ 780 h 956"/>
                <a:gd name="T8" fmla="*/ 290 w 972"/>
                <a:gd name="T9" fmla="*/ 722 h 956"/>
                <a:gd name="T10" fmla="*/ 248 w 972"/>
                <a:gd name="T11" fmla="*/ 712 h 956"/>
                <a:gd name="T12" fmla="*/ 192 w 972"/>
                <a:gd name="T13" fmla="*/ 608 h 956"/>
                <a:gd name="T14" fmla="*/ 160 w 972"/>
                <a:gd name="T15" fmla="*/ 662 h 956"/>
                <a:gd name="T16" fmla="*/ 140 w 972"/>
                <a:gd name="T17" fmla="*/ 634 h 956"/>
                <a:gd name="T18" fmla="*/ 138 w 972"/>
                <a:gd name="T19" fmla="*/ 590 h 956"/>
                <a:gd name="T20" fmla="*/ 130 w 972"/>
                <a:gd name="T21" fmla="*/ 500 h 956"/>
                <a:gd name="T22" fmla="*/ 150 w 972"/>
                <a:gd name="T23" fmla="*/ 442 h 956"/>
                <a:gd name="T24" fmla="*/ 110 w 972"/>
                <a:gd name="T25" fmla="*/ 312 h 956"/>
                <a:gd name="T26" fmla="*/ 50 w 972"/>
                <a:gd name="T27" fmla="*/ 222 h 956"/>
                <a:gd name="T28" fmla="*/ 6 w 972"/>
                <a:gd name="T29" fmla="*/ 178 h 956"/>
                <a:gd name="T30" fmla="*/ 2 w 972"/>
                <a:gd name="T31" fmla="*/ 134 h 956"/>
                <a:gd name="T32" fmla="*/ 26 w 972"/>
                <a:gd name="T33" fmla="*/ 80 h 956"/>
                <a:gd name="T34" fmla="*/ 74 w 972"/>
                <a:gd name="T35" fmla="*/ 24 h 956"/>
                <a:gd name="T36" fmla="*/ 112 w 972"/>
                <a:gd name="T37" fmla="*/ 64 h 956"/>
                <a:gd name="T38" fmla="*/ 166 w 972"/>
                <a:gd name="T39" fmla="*/ 152 h 956"/>
                <a:gd name="T40" fmla="*/ 200 w 972"/>
                <a:gd name="T41" fmla="*/ 172 h 956"/>
                <a:gd name="T42" fmla="*/ 236 w 972"/>
                <a:gd name="T43" fmla="*/ 158 h 956"/>
                <a:gd name="T44" fmla="*/ 250 w 972"/>
                <a:gd name="T45" fmla="*/ 170 h 956"/>
                <a:gd name="T46" fmla="*/ 290 w 972"/>
                <a:gd name="T47" fmla="*/ 188 h 956"/>
                <a:gd name="T48" fmla="*/ 374 w 972"/>
                <a:gd name="T49" fmla="*/ 166 h 956"/>
                <a:gd name="T50" fmla="*/ 378 w 972"/>
                <a:gd name="T51" fmla="*/ 128 h 956"/>
                <a:gd name="T52" fmla="*/ 370 w 972"/>
                <a:gd name="T53" fmla="*/ 66 h 956"/>
                <a:gd name="T54" fmla="*/ 412 w 972"/>
                <a:gd name="T55" fmla="*/ 100 h 956"/>
                <a:gd name="T56" fmla="*/ 468 w 972"/>
                <a:gd name="T57" fmla="*/ 100 h 956"/>
                <a:gd name="T58" fmla="*/ 472 w 972"/>
                <a:gd name="T59" fmla="*/ 30 h 956"/>
                <a:gd name="T60" fmla="*/ 516 w 972"/>
                <a:gd name="T61" fmla="*/ 0 h 956"/>
                <a:gd name="T62" fmla="*/ 562 w 972"/>
                <a:gd name="T63" fmla="*/ 50 h 956"/>
                <a:gd name="T64" fmla="*/ 628 w 972"/>
                <a:gd name="T65" fmla="*/ 98 h 956"/>
                <a:gd name="T66" fmla="*/ 656 w 972"/>
                <a:gd name="T67" fmla="*/ 150 h 956"/>
                <a:gd name="T68" fmla="*/ 764 w 972"/>
                <a:gd name="T69" fmla="*/ 184 h 956"/>
                <a:gd name="T70" fmla="*/ 812 w 972"/>
                <a:gd name="T71" fmla="*/ 168 h 956"/>
                <a:gd name="T72" fmla="*/ 932 w 972"/>
                <a:gd name="T73" fmla="*/ 208 h 956"/>
                <a:gd name="T74" fmla="*/ 972 w 972"/>
                <a:gd name="T75" fmla="*/ 278 h 956"/>
                <a:gd name="T76" fmla="*/ 908 w 972"/>
                <a:gd name="T77" fmla="*/ 388 h 956"/>
                <a:gd name="T78" fmla="*/ 840 w 972"/>
                <a:gd name="T79" fmla="*/ 418 h 956"/>
                <a:gd name="T80" fmla="*/ 788 w 972"/>
                <a:gd name="T81" fmla="*/ 376 h 956"/>
                <a:gd name="T82" fmla="*/ 764 w 972"/>
                <a:gd name="T83" fmla="*/ 422 h 956"/>
                <a:gd name="T84" fmla="*/ 772 w 972"/>
                <a:gd name="T85" fmla="*/ 478 h 956"/>
                <a:gd name="T86" fmla="*/ 784 w 972"/>
                <a:gd name="T87" fmla="*/ 564 h 956"/>
                <a:gd name="T88" fmla="*/ 810 w 972"/>
                <a:gd name="T89" fmla="*/ 602 h 956"/>
                <a:gd name="T90" fmla="*/ 780 w 972"/>
                <a:gd name="T91" fmla="*/ 646 h 956"/>
                <a:gd name="T92" fmla="*/ 788 w 972"/>
                <a:gd name="T93" fmla="*/ 686 h 956"/>
                <a:gd name="T94" fmla="*/ 848 w 972"/>
                <a:gd name="T95" fmla="*/ 740 h 956"/>
                <a:gd name="T96" fmla="*/ 796 w 972"/>
                <a:gd name="T97" fmla="*/ 758 h 956"/>
                <a:gd name="T98" fmla="*/ 756 w 972"/>
                <a:gd name="T99" fmla="*/ 712 h 956"/>
                <a:gd name="T100" fmla="*/ 716 w 972"/>
                <a:gd name="T101" fmla="*/ 718 h 956"/>
                <a:gd name="T102" fmla="*/ 662 w 972"/>
                <a:gd name="T103" fmla="*/ 706 h 956"/>
                <a:gd name="T104" fmla="*/ 630 w 972"/>
                <a:gd name="T105" fmla="*/ 636 h 956"/>
                <a:gd name="T106" fmla="*/ 578 w 972"/>
                <a:gd name="T107" fmla="*/ 648 h 956"/>
                <a:gd name="T108" fmla="*/ 550 w 972"/>
                <a:gd name="T109" fmla="*/ 682 h 956"/>
                <a:gd name="T110" fmla="*/ 558 w 972"/>
                <a:gd name="T111" fmla="*/ 726 h 956"/>
                <a:gd name="T112" fmla="*/ 558 w 972"/>
                <a:gd name="T113" fmla="*/ 766 h 956"/>
                <a:gd name="T114" fmla="*/ 500 w 972"/>
                <a:gd name="T115" fmla="*/ 810 h 956"/>
                <a:gd name="T116" fmla="*/ 522 w 972"/>
                <a:gd name="T117" fmla="*/ 870 h 956"/>
                <a:gd name="T118" fmla="*/ 522 w 972"/>
                <a:gd name="T119" fmla="*/ 918 h 9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72" h="956">
                  <a:moveTo>
                    <a:pt x="432" y="956"/>
                  </a:moveTo>
                  <a:lnTo>
                    <a:pt x="432" y="956"/>
                  </a:lnTo>
                  <a:lnTo>
                    <a:pt x="422" y="952"/>
                  </a:lnTo>
                  <a:lnTo>
                    <a:pt x="406" y="942"/>
                  </a:lnTo>
                  <a:lnTo>
                    <a:pt x="392" y="934"/>
                  </a:lnTo>
                  <a:lnTo>
                    <a:pt x="380" y="928"/>
                  </a:lnTo>
                  <a:lnTo>
                    <a:pt x="368" y="920"/>
                  </a:lnTo>
                  <a:lnTo>
                    <a:pt x="354" y="904"/>
                  </a:lnTo>
                  <a:lnTo>
                    <a:pt x="354" y="888"/>
                  </a:lnTo>
                  <a:lnTo>
                    <a:pt x="362" y="878"/>
                  </a:lnTo>
                  <a:lnTo>
                    <a:pt x="368" y="866"/>
                  </a:lnTo>
                  <a:lnTo>
                    <a:pt x="370" y="858"/>
                  </a:lnTo>
                  <a:lnTo>
                    <a:pt x="368" y="848"/>
                  </a:lnTo>
                  <a:lnTo>
                    <a:pt x="366" y="840"/>
                  </a:lnTo>
                  <a:lnTo>
                    <a:pt x="362" y="832"/>
                  </a:lnTo>
                  <a:lnTo>
                    <a:pt x="350" y="816"/>
                  </a:lnTo>
                  <a:lnTo>
                    <a:pt x="342" y="808"/>
                  </a:lnTo>
                  <a:lnTo>
                    <a:pt x="336" y="798"/>
                  </a:lnTo>
                  <a:lnTo>
                    <a:pt x="324" y="780"/>
                  </a:lnTo>
                  <a:lnTo>
                    <a:pt x="316" y="764"/>
                  </a:lnTo>
                  <a:lnTo>
                    <a:pt x="306" y="750"/>
                  </a:lnTo>
                  <a:lnTo>
                    <a:pt x="298" y="730"/>
                  </a:lnTo>
                  <a:lnTo>
                    <a:pt x="294" y="726"/>
                  </a:lnTo>
                  <a:lnTo>
                    <a:pt x="290" y="722"/>
                  </a:lnTo>
                  <a:lnTo>
                    <a:pt x="286" y="720"/>
                  </a:lnTo>
                  <a:lnTo>
                    <a:pt x="282" y="720"/>
                  </a:lnTo>
                  <a:lnTo>
                    <a:pt x="266" y="720"/>
                  </a:lnTo>
                  <a:lnTo>
                    <a:pt x="248" y="712"/>
                  </a:lnTo>
                  <a:lnTo>
                    <a:pt x="224" y="678"/>
                  </a:lnTo>
                  <a:lnTo>
                    <a:pt x="206" y="626"/>
                  </a:lnTo>
                  <a:lnTo>
                    <a:pt x="192" y="608"/>
                  </a:lnTo>
                  <a:lnTo>
                    <a:pt x="178" y="608"/>
                  </a:lnTo>
                  <a:lnTo>
                    <a:pt x="170" y="614"/>
                  </a:lnTo>
                  <a:lnTo>
                    <a:pt x="164" y="620"/>
                  </a:lnTo>
                  <a:lnTo>
                    <a:pt x="162" y="630"/>
                  </a:lnTo>
                  <a:lnTo>
                    <a:pt x="162" y="652"/>
                  </a:lnTo>
                  <a:lnTo>
                    <a:pt x="160" y="662"/>
                  </a:lnTo>
                  <a:lnTo>
                    <a:pt x="156" y="674"/>
                  </a:lnTo>
                  <a:lnTo>
                    <a:pt x="148" y="670"/>
                  </a:lnTo>
                  <a:lnTo>
                    <a:pt x="146" y="652"/>
                  </a:lnTo>
                  <a:lnTo>
                    <a:pt x="140" y="634"/>
                  </a:lnTo>
                  <a:lnTo>
                    <a:pt x="134" y="620"/>
                  </a:lnTo>
                  <a:lnTo>
                    <a:pt x="130" y="606"/>
                  </a:lnTo>
                  <a:lnTo>
                    <a:pt x="134" y="602"/>
                  </a:lnTo>
                  <a:lnTo>
                    <a:pt x="136" y="598"/>
                  </a:lnTo>
                  <a:lnTo>
                    <a:pt x="138" y="590"/>
                  </a:lnTo>
                  <a:lnTo>
                    <a:pt x="138" y="576"/>
                  </a:lnTo>
                  <a:lnTo>
                    <a:pt x="142" y="538"/>
                  </a:lnTo>
                  <a:lnTo>
                    <a:pt x="134" y="518"/>
                  </a:lnTo>
                  <a:lnTo>
                    <a:pt x="130" y="500"/>
                  </a:lnTo>
                  <a:lnTo>
                    <a:pt x="128" y="482"/>
                  </a:lnTo>
                  <a:lnTo>
                    <a:pt x="130" y="466"/>
                  </a:lnTo>
                  <a:lnTo>
                    <a:pt x="140" y="454"/>
                  </a:lnTo>
                  <a:lnTo>
                    <a:pt x="150" y="442"/>
                  </a:lnTo>
                  <a:lnTo>
                    <a:pt x="146" y="396"/>
                  </a:lnTo>
                  <a:lnTo>
                    <a:pt x="124" y="364"/>
                  </a:lnTo>
                  <a:lnTo>
                    <a:pt x="114" y="326"/>
                  </a:lnTo>
                  <a:lnTo>
                    <a:pt x="110" y="312"/>
                  </a:lnTo>
                  <a:lnTo>
                    <a:pt x="104" y="300"/>
                  </a:lnTo>
                  <a:lnTo>
                    <a:pt x="84" y="276"/>
                  </a:lnTo>
                  <a:lnTo>
                    <a:pt x="68" y="254"/>
                  </a:lnTo>
                  <a:lnTo>
                    <a:pt x="54" y="232"/>
                  </a:lnTo>
                  <a:lnTo>
                    <a:pt x="50" y="222"/>
                  </a:lnTo>
                  <a:lnTo>
                    <a:pt x="48" y="212"/>
                  </a:lnTo>
                  <a:lnTo>
                    <a:pt x="12" y="188"/>
                  </a:lnTo>
                  <a:lnTo>
                    <a:pt x="6" y="178"/>
                  </a:lnTo>
                  <a:lnTo>
                    <a:pt x="0" y="178"/>
                  </a:lnTo>
                  <a:lnTo>
                    <a:pt x="0" y="154"/>
                  </a:lnTo>
                  <a:lnTo>
                    <a:pt x="0" y="142"/>
                  </a:lnTo>
                  <a:lnTo>
                    <a:pt x="2" y="134"/>
                  </a:lnTo>
                  <a:lnTo>
                    <a:pt x="10" y="130"/>
                  </a:lnTo>
                  <a:lnTo>
                    <a:pt x="16" y="124"/>
                  </a:lnTo>
                  <a:lnTo>
                    <a:pt x="20" y="118"/>
                  </a:lnTo>
                  <a:lnTo>
                    <a:pt x="22" y="110"/>
                  </a:lnTo>
                  <a:lnTo>
                    <a:pt x="24" y="96"/>
                  </a:lnTo>
                  <a:lnTo>
                    <a:pt x="26" y="80"/>
                  </a:lnTo>
                  <a:lnTo>
                    <a:pt x="0" y="50"/>
                  </a:lnTo>
                  <a:lnTo>
                    <a:pt x="0" y="28"/>
                  </a:lnTo>
                  <a:lnTo>
                    <a:pt x="74" y="24"/>
                  </a:lnTo>
                  <a:lnTo>
                    <a:pt x="82" y="28"/>
                  </a:lnTo>
                  <a:lnTo>
                    <a:pt x="92" y="38"/>
                  </a:lnTo>
                  <a:lnTo>
                    <a:pt x="102" y="50"/>
                  </a:lnTo>
                  <a:lnTo>
                    <a:pt x="112" y="64"/>
                  </a:lnTo>
                  <a:lnTo>
                    <a:pt x="112" y="76"/>
                  </a:lnTo>
                  <a:lnTo>
                    <a:pt x="116" y="88"/>
                  </a:lnTo>
                  <a:lnTo>
                    <a:pt x="122" y="98"/>
                  </a:lnTo>
                  <a:lnTo>
                    <a:pt x="128" y="110"/>
                  </a:lnTo>
                  <a:lnTo>
                    <a:pt x="146" y="132"/>
                  </a:lnTo>
                  <a:lnTo>
                    <a:pt x="166" y="152"/>
                  </a:lnTo>
                  <a:lnTo>
                    <a:pt x="174" y="152"/>
                  </a:lnTo>
                  <a:lnTo>
                    <a:pt x="182" y="154"/>
                  </a:lnTo>
                  <a:lnTo>
                    <a:pt x="186" y="156"/>
                  </a:lnTo>
                  <a:lnTo>
                    <a:pt x="190" y="158"/>
                  </a:lnTo>
                  <a:lnTo>
                    <a:pt x="200" y="172"/>
                  </a:lnTo>
                  <a:lnTo>
                    <a:pt x="208" y="170"/>
                  </a:lnTo>
                  <a:lnTo>
                    <a:pt x="216" y="170"/>
                  </a:lnTo>
                  <a:lnTo>
                    <a:pt x="224" y="166"/>
                  </a:lnTo>
                  <a:lnTo>
                    <a:pt x="236" y="158"/>
                  </a:lnTo>
                  <a:lnTo>
                    <a:pt x="242" y="158"/>
                  </a:lnTo>
                  <a:lnTo>
                    <a:pt x="248" y="162"/>
                  </a:lnTo>
                  <a:lnTo>
                    <a:pt x="248" y="166"/>
                  </a:lnTo>
                  <a:lnTo>
                    <a:pt x="250" y="170"/>
                  </a:lnTo>
                  <a:lnTo>
                    <a:pt x="254" y="172"/>
                  </a:lnTo>
                  <a:lnTo>
                    <a:pt x="258" y="174"/>
                  </a:lnTo>
                  <a:lnTo>
                    <a:pt x="270" y="176"/>
                  </a:lnTo>
                  <a:lnTo>
                    <a:pt x="282" y="178"/>
                  </a:lnTo>
                  <a:lnTo>
                    <a:pt x="290" y="188"/>
                  </a:lnTo>
                  <a:lnTo>
                    <a:pt x="310" y="188"/>
                  </a:lnTo>
                  <a:lnTo>
                    <a:pt x="328" y="174"/>
                  </a:lnTo>
                  <a:lnTo>
                    <a:pt x="374" y="166"/>
                  </a:lnTo>
                  <a:lnTo>
                    <a:pt x="378" y="160"/>
                  </a:lnTo>
                  <a:lnTo>
                    <a:pt x="382" y="154"/>
                  </a:lnTo>
                  <a:lnTo>
                    <a:pt x="382" y="142"/>
                  </a:lnTo>
                  <a:lnTo>
                    <a:pt x="378" y="128"/>
                  </a:lnTo>
                  <a:lnTo>
                    <a:pt x="372" y="104"/>
                  </a:lnTo>
                  <a:lnTo>
                    <a:pt x="368" y="92"/>
                  </a:lnTo>
                  <a:lnTo>
                    <a:pt x="366" y="80"/>
                  </a:lnTo>
                  <a:lnTo>
                    <a:pt x="368" y="72"/>
                  </a:lnTo>
                  <a:lnTo>
                    <a:pt x="370" y="66"/>
                  </a:lnTo>
                  <a:lnTo>
                    <a:pt x="376" y="70"/>
                  </a:lnTo>
                  <a:lnTo>
                    <a:pt x="384" y="78"/>
                  </a:lnTo>
                  <a:lnTo>
                    <a:pt x="392" y="84"/>
                  </a:lnTo>
                  <a:lnTo>
                    <a:pt x="406" y="92"/>
                  </a:lnTo>
                  <a:lnTo>
                    <a:pt x="412" y="100"/>
                  </a:lnTo>
                  <a:lnTo>
                    <a:pt x="424" y="104"/>
                  </a:lnTo>
                  <a:lnTo>
                    <a:pt x="438" y="104"/>
                  </a:lnTo>
                  <a:lnTo>
                    <a:pt x="452" y="104"/>
                  </a:lnTo>
                  <a:lnTo>
                    <a:pt x="468" y="100"/>
                  </a:lnTo>
                  <a:lnTo>
                    <a:pt x="484" y="84"/>
                  </a:lnTo>
                  <a:lnTo>
                    <a:pt x="482" y="64"/>
                  </a:lnTo>
                  <a:lnTo>
                    <a:pt x="478" y="50"/>
                  </a:lnTo>
                  <a:lnTo>
                    <a:pt x="474" y="40"/>
                  </a:lnTo>
                  <a:lnTo>
                    <a:pt x="472" y="30"/>
                  </a:lnTo>
                  <a:lnTo>
                    <a:pt x="482" y="18"/>
                  </a:lnTo>
                  <a:lnTo>
                    <a:pt x="494" y="8"/>
                  </a:lnTo>
                  <a:lnTo>
                    <a:pt x="502" y="2"/>
                  </a:lnTo>
                  <a:lnTo>
                    <a:pt x="508" y="0"/>
                  </a:lnTo>
                  <a:lnTo>
                    <a:pt x="516" y="0"/>
                  </a:lnTo>
                  <a:lnTo>
                    <a:pt x="526" y="4"/>
                  </a:lnTo>
                  <a:lnTo>
                    <a:pt x="530" y="16"/>
                  </a:lnTo>
                  <a:lnTo>
                    <a:pt x="536" y="26"/>
                  </a:lnTo>
                  <a:lnTo>
                    <a:pt x="546" y="36"/>
                  </a:lnTo>
                  <a:lnTo>
                    <a:pt x="562" y="50"/>
                  </a:lnTo>
                  <a:lnTo>
                    <a:pt x="588" y="60"/>
                  </a:lnTo>
                  <a:lnTo>
                    <a:pt x="598" y="72"/>
                  </a:lnTo>
                  <a:lnTo>
                    <a:pt x="612" y="84"/>
                  </a:lnTo>
                  <a:lnTo>
                    <a:pt x="628" y="98"/>
                  </a:lnTo>
                  <a:lnTo>
                    <a:pt x="636" y="106"/>
                  </a:lnTo>
                  <a:lnTo>
                    <a:pt x="642" y="118"/>
                  </a:lnTo>
                  <a:lnTo>
                    <a:pt x="650" y="138"/>
                  </a:lnTo>
                  <a:lnTo>
                    <a:pt x="656" y="150"/>
                  </a:lnTo>
                  <a:lnTo>
                    <a:pt x="666" y="164"/>
                  </a:lnTo>
                  <a:lnTo>
                    <a:pt x="678" y="176"/>
                  </a:lnTo>
                  <a:lnTo>
                    <a:pt x="686" y="182"/>
                  </a:lnTo>
                  <a:lnTo>
                    <a:pt x="694" y="184"/>
                  </a:lnTo>
                  <a:lnTo>
                    <a:pt x="764" y="184"/>
                  </a:lnTo>
                  <a:lnTo>
                    <a:pt x="774" y="178"/>
                  </a:lnTo>
                  <a:lnTo>
                    <a:pt x="786" y="172"/>
                  </a:lnTo>
                  <a:lnTo>
                    <a:pt x="798" y="168"/>
                  </a:lnTo>
                  <a:lnTo>
                    <a:pt x="812" y="168"/>
                  </a:lnTo>
                  <a:lnTo>
                    <a:pt x="858" y="184"/>
                  </a:lnTo>
                  <a:lnTo>
                    <a:pt x="900" y="184"/>
                  </a:lnTo>
                  <a:lnTo>
                    <a:pt x="920" y="202"/>
                  </a:lnTo>
                  <a:lnTo>
                    <a:pt x="932" y="208"/>
                  </a:lnTo>
                  <a:lnTo>
                    <a:pt x="952" y="210"/>
                  </a:lnTo>
                  <a:lnTo>
                    <a:pt x="972" y="228"/>
                  </a:lnTo>
                  <a:lnTo>
                    <a:pt x="972" y="278"/>
                  </a:lnTo>
                  <a:lnTo>
                    <a:pt x="958" y="296"/>
                  </a:lnTo>
                  <a:lnTo>
                    <a:pt x="946" y="316"/>
                  </a:lnTo>
                  <a:lnTo>
                    <a:pt x="938" y="336"/>
                  </a:lnTo>
                  <a:lnTo>
                    <a:pt x="930" y="358"/>
                  </a:lnTo>
                  <a:lnTo>
                    <a:pt x="908" y="388"/>
                  </a:lnTo>
                  <a:lnTo>
                    <a:pt x="880" y="418"/>
                  </a:lnTo>
                  <a:lnTo>
                    <a:pt x="866" y="422"/>
                  </a:lnTo>
                  <a:lnTo>
                    <a:pt x="856" y="422"/>
                  </a:lnTo>
                  <a:lnTo>
                    <a:pt x="846" y="420"/>
                  </a:lnTo>
                  <a:lnTo>
                    <a:pt x="840" y="418"/>
                  </a:lnTo>
                  <a:lnTo>
                    <a:pt x="828" y="406"/>
                  </a:lnTo>
                  <a:lnTo>
                    <a:pt x="812" y="394"/>
                  </a:lnTo>
                  <a:lnTo>
                    <a:pt x="806" y="388"/>
                  </a:lnTo>
                  <a:lnTo>
                    <a:pt x="800" y="382"/>
                  </a:lnTo>
                  <a:lnTo>
                    <a:pt x="788" y="376"/>
                  </a:lnTo>
                  <a:lnTo>
                    <a:pt x="778" y="374"/>
                  </a:lnTo>
                  <a:lnTo>
                    <a:pt x="768" y="374"/>
                  </a:lnTo>
                  <a:lnTo>
                    <a:pt x="764" y="382"/>
                  </a:lnTo>
                  <a:lnTo>
                    <a:pt x="764" y="422"/>
                  </a:lnTo>
                  <a:lnTo>
                    <a:pt x="768" y="434"/>
                  </a:lnTo>
                  <a:lnTo>
                    <a:pt x="772" y="446"/>
                  </a:lnTo>
                  <a:lnTo>
                    <a:pt x="772" y="460"/>
                  </a:lnTo>
                  <a:lnTo>
                    <a:pt x="772" y="478"/>
                  </a:lnTo>
                  <a:lnTo>
                    <a:pt x="770" y="492"/>
                  </a:lnTo>
                  <a:lnTo>
                    <a:pt x="766" y="510"/>
                  </a:lnTo>
                  <a:lnTo>
                    <a:pt x="766" y="528"/>
                  </a:lnTo>
                  <a:lnTo>
                    <a:pt x="768" y="548"/>
                  </a:lnTo>
                  <a:lnTo>
                    <a:pt x="784" y="564"/>
                  </a:lnTo>
                  <a:lnTo>
                    <a:pt x="790" y="568"/>
                  </a:lnTo>
                  <a:lnTo>
                    <a:pt x="796" y="574"/>
                  </a:lnTo>
                  <a:lnTo>
                    <a:pt x="802" y="582"/>
                  </a:lnTo>
                  <a:lnTo>
                    <a:pt x="808" y="592"/>
                  </a:lnTo>
                  <a:lnTo>
                    <a:pt x="810" y="602"/>
                  </a:lnTo>
                  <a:lnTo>
                    <a:pt x="810" y="612"/>
                  </a:lnTo>
                  <a:lnTo>
                    <a:pt x="808" y="622"/>
                  </a:lnTo>
                  <a:lnTo>
                    <a:pt x="800" y="632"/>
                  </a:lnTo>
                  <a:lnTo>
                    <a:pt x="786" y="640"/>
                  </a:lnTo>
                  <a:lnTo>
                    <a:pt x="780" y="646"/>
                  </a:lnTo>
                  <a:lnTo>
                    <a:pt x="778" y="650"/>
                  </a:lnTo>
                  <a:lnTo>
                    <a:pt x="776" y="656"/>
                  </a:lnTo>
                  <a:lnTo>
                    <a:pt x="776" y="674"/>
                  </a:lnTo>
                  <a:lnTo>
                    <a:pt x="782" y="680"/>
                  </a:lnTo>
                  <a:lnTo>
                    <a:pt x="788" y="686"/>
                  </a:lnTo>
                  <a:lnTo>
                    <a:pt x="806" y="694"/>
                  </a:lnTo>
                  <a:lnTo>
                    <a:pt x="828" y="702"/>
                  </a:lnTo>
                  <a:lnTo>
                    <a:pt x="840" y="710"/>
                  </a:lnTo>
                  <a:lnTo>
                    <a:pt x="850" y="718"/>
                  </a:lnTo>
                  <a:lnTo>
                    <a:pt x="848" y="740"/>
                  </a:lnTo>
                  <a:lnTo>
                    <a:pt x="846" y="752"/>
                  </a:lnTo>
                  <a:lnTo>
                    <a:pt x="842" y="756"/>
                  </a:lnTo>
                  <a:lnTo>
                    <a:pt x="840" y="762"/>
                  </a:lnTo>
                  <a:lnTo>
                    <a:pt x="818" y="760"/>
                  </a:lnTo>
                  <a:lnTo>
                    <a:pt x="796" y="758"/>
                  </a:lnTo>
                  <a:lnTo>
                    <a:pt x="778" y="754"/>
                  </a:lnTo>
                  <a:lnTo>
                    <a:pt x="764" y="748"/>
                  </a:lnTo>
                  <a:lnTo>
                    <a:pt x="762" y="734"/>
                  </a:lnTo>
                  <a:lnTo>
                    <a:pt x="760" y="722"/>
                  </a:lnTo>
                  <a:lnTo>
                    <a:pt x="756" y="712"/>
                  </a:lnTo>
                  <a:lnTo>
                    <a:pt x="752" y="702"/>
                  </a:lnTo>
                  <a:lnTo>
                    <a:pt x="744" y="704"/>
                  </a:lnTo>
                  <a:lnTo>
                    <a:pt x="736" y="704"/>
                  </a:lnTo>
                  <a:lnTo>
                    <a:pt x="726" y="710"/>
                  </a:lnTo>
                  <a:lnTo>
                    <a:pt x="716" y="718"/>
                  </a:lnTo>
                  <a:lnTo>
                    <a:pt x="706" y="724"/>
                  </a:lnTo>
                  <a:lnTo>
                    <a:pt x="680" y="724"/>
                  </a:lnTo>
                  <a:lnTo>
                    <a:pt x="670" y="716"/>
                  </a:lnTo>
                  <a:lnTo>
                    <a:pt x="662" y="706"/>
                  </a:lnTo>
                  <a:lnTo>
                    <a:pt x="656" y="698"/>
                  </a:lnTo>
                  <a:lnTo>
                    <a:pt x="652" y="688"/>
                  </a:lnTo>
                  <a:lnTo>
                    <a:pt x="646" y="668"/>
                  </a:lnTo>
                  <a:lnTo>
                    <a:pt x="642" y="652"/>
                  </a:lnTo>
                  <a:lnTo>
                    <a:pt x="630" y="636"/>
                  </a:lnTo>
                  <a:lnTo>
                    <a:pt x="604" y="636"/>
                  </a:lnTo>
                  <a:lnTo>
                    <a:pt x="594" y="636"/>
                  </a:lnTo>
                  <a:lnTo>
                    <a:pt x="588" y="638"/>
                  </a:lnTo>
                  <a:lnTo>
                    <a:pt x="582" y="642"/>
                  </a:lnTo>
                  <a:lnTo>
                    <a:pt x="578" y="648"/>
                  </a:lnTo>
                  <a:lnTo>
                    <a:pt x="574" y="658"/>
                  </a:lnTo>
                  <a:lnTo>
                    <a:pt x="572" y="670"/>
                  </a:lnTo>
                  <a:lnTo>
                    <a:pt x="564" y="676"/>
                  </a:lnTo>
                  <a:lnTo>
                    <a:pt x="556" y="680"/>
                  </a:lnTo>
                  <a:lnTo>
                    <a:pt x="550" y="682"/>
                  </a:lnTo>
                  <a:lnTo>
                    <a:pt x="542" y="686"/>
                  </a:lnTo>
                  <a:lnTo>
                    <a:pt x="542" y="704"/>
                  </a:lnTo>
                  <a:lnTo>
                    <a:pt x="550" y="712"/>
                  </a:lnTo>
                  <a:lnTo>
                    <a:pt x="558" y="726"/>
                  </a:lnTo>
                  <a:lnTo>
                    <a:pt x="562" y="732"/>
                  </a:lnTo>
                  <a:lnTo>
                    <a:pt x="564" y="740"/>
                  </a:lnTo>
                  <a:lnTo>
                    <a:pt x="564" y="748"/>
                  </a:lnTo>
                  <a:lnTo>
                    <a:pt x="562" y="758"/>
                  </a:lnTo>
                  <a:lnTo>
                    <a:pt x="558" y="766"/>
                  </a:lnTo>
                  <a:lnTo>
                    <a:pt x="552" y="772"/>
                  </a:lnTo>
                  <a:lnTo>
                    <a:pt x="536" y="782"/>
                  </a:lnTo>
                  <a:lnTo>
                    <a:pt x="508" y="800"/>
                  </a:lnTo>
                  <a:lnTo>
                    <a:pt x="500" y="810"/>
                  </a:lnTo>
                  <a:lnTo>
                    <a:pt x="500" y="850"/>
                  </a:lnTo>
                  <a:lnTo>
                    <a:pt x="504" y="856"/>
                  </a:lnTo>
                  <a:lnTo>
                    <a:pt x="508" y="860"/>
                  </a:lnTo>
                  <a:lnTo>
                    <a:pt x="518" y="866"/>
                  </a:lnTo>
                  <a:lnTo>
                    <a:pt x="522" y="870"/>
                  </a:lnTo>
                  <a:lnTo>
                    <a:pt x="526" y="878"/>
                  </a:lnTo>
                  <a:lnTo>
                    <a:pt x="528" y="888"/>
                  </a:lnTo>
                  <a:lnTo>
                    <a:pt x="530" y="902"/>
                  </a:lnTo>
                  <a:lnTo>
                    <a:pt x="522" y="918"/>
                  </a:lnTo>
                  <a:lnTo>
                    <a:pt x="510" y="924"/>
                  </a:lnTo>
                  <a:lnTo>
                    <a:pt x="498" y="930"/>
                  </a:lnTo>
                  <a:lnTo>
                    <a:pt x="432" y="956"/>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00" name="Freeform 20"/>
            <p:cNvSpPr/>
            <p:nvPr/>
          </p:nvSpPr>
          <p:spPr bwMode="auto">
            <a:xfrm>
              <a:off x="873125" y="3270251"/>
              <a:ext cx="3095625" cy="1895475"/>
            </a:xfrm>
            <a:custGeom>
              <a:avLst/>
              <a:gdLst>
                <a:gd name="T0" fmla="*/ 1244 w 1950"/>
                <a:gd name="T1" fmla="*/ 1192 h 1194"/>
                <a:gd name="T2" fmla="*/ 1218 w 1950"/>
                <a:gd name="T3" fmla="*/ 1156 h 1194"/>
                <a:gd name="T4" fmla="*/ 1200 w 1950"/>
                <a:gd name="T5" fmla="*/ 1100 h 1194"/>
                <a:gd name="T6" fmla="*/ 1152 w 1950"/>
                <a:gd name="T7" fmla="*/ 1058 h 1194"/>
                <a:gd name="T8" fmla="*/ 1050 w 1950"/>
                <a:gd name="T9" fmla="*/ 1000 h 1194"/>
                <a:gd name="T10" fmla="*/ 970 w 1950"/>
                <a:gd name="T11" fmla="*/ 1022 h 1194"/>
                <a:gd name="T12" fmla="*/ 928 w 1950"/>
                <a:gd name="T13" fmla="*/ 1096 h 1194"/>
                <a:gd name="T14" fmla="*/ 898 w 1950"/>
                <a:gd name="T15" fmla="*/ 1042 h 1194"/>
                <a:gd name="T16" fmla="*/ 872 w 1950"/>
                <a:gd name="T17" fmla="*/ 992 h 1194"/>
                <a:gd name="T18" fmla="*/ 754 w 1950"/>
                <a:gd name="T19" fmla="*/ 1010 h 1194"/>
                <a:gd name="T20" fmla="*/ 634 w 1950"/>
                <a:gd name="T21" fmla="*/ 966 h 1194"/>
                <a:gd name="T22" fmla="*/ 580 w 1950"/>
                <a:gd name="T23" fmla="*/ 900 h 1194"/>
                <a:gd name="T24" fmla="*/ 492 w 1950"/>
                <a:gd name="T25" fmla="*/ 842 h 1194"/>
                <a:gd name="T26" fmla="*/ 468 w 1950"/>
                <a:gd name="T27" fmla="*/ 764 h 1194"/>
                <a:gd name="T28" fmla="*/ 390 w 1950"/>
                <a:gd name="T29" fmla="*/ 726 h 1194"/>
                <a:gd name="T30" fmla="*/ 284 w 1950"/>
                <a:gd name="T31" fmla="*/ 610 h 1194"/>
                <a:gd name="T32" fmla="*/ 182 w 1950"/>
                <a:gd name="T33" fmla="*/ 630 h 1194"/>
                <a:gd name="T34" fmla="*/ 142 w 1950"/>
                <a:gd name="T35" fmla="*/ 552 h 1194"/>
                <a:gd name="T36" fmla="*/ 12 w 1950"/>
                <a:gd name="T37" fmla="*/ 454 h 1194"/>
                <a:gd name="T38" fmla="*/ 8 w 1950"/>
                <a:gd name="T39" fmla="*/ 412 h 1194"/>
                <a:gd name="T40" fmla="*/ 16 w 1950"/>
                <a:gd name="T41" fmla="*/ 290 h 1194"/>
                <a:gd name="T42" fmla="*/ 54 w 1950"/>
                <a:gd name="T43" fmla="*/ 300 h 1194"/>
                <a:gd name="T44" fmla="*/ 104 w 1950"/>
                <a:gd name="T45" fmla="*/ 280 h 1194"/>
                <a:gd name="T46" fmla="*/ 78 w 1950"/>
                <a:gd name="T47" fmla="*/ 126 h 1194"/>
                <a:gd name="T48" fmla="*/ 146 w 1950"/>
                <a:gd name="T49" fmla="*/ 98 h 1194"/>
                <a:gd name="T50" fmla="*/ 216 w 1950"/>
                <a:gd name="T51" fmla="*/ 72 h 1194"/>
                <a:gd name="T52" fmla="*/ 304 w 1950"/>
                <a:gd name="T53" fmla="*/ 6 h 1194"/>
                <a:gd name="T54" fmla="*/ 386 w 1950"/>
                <a:gd name="T55" fmla="*/ 48 h 1194"/>
                <a:gd name="T56" fmla="*/ 470 w 1950"/>
                <a:gd name="T57" fmla="*/ 10 h 1194"/>
                <a:gd name="T58" fmla="*/ 510 w 1950"/>
                <a:gd name="T59" fmla="*/ 56 h 1194"/>
                <a:gd name="T60" fmla="*/ 622 w 1950"/>
                <a:gd name="T61" fmla="*/ 72 h 1194"/>
                <a:gd name="T62" fmla="*/ 710 w 1950"/>
                <a:gd name="T63" fmla="*/ 56 h 1194"/>
                <a:gd name="T64" fmla="*/ 804 w 1950"/>
                <a:gd name="T65" fmla="*/ 44 h 1194"/>
                <a:gd name="T66" fmla="*/ 898 w 1950"/>
                <a:gd name="T67" fmla="*/ 30 h 1194"/>
                <a:gd name="T68" fmla="*/ 1046 w 1950"/>
                <a:gd name="T69" fmla="*/ 38 h 1194"/>
                <a:gd name="T70" fmla="*/ 1106 w 1950"/>
                <a:gd name="T71" fmla="*/ 114 h 1194"/>
                <a:gd name="T72" fmla="*/ 1092 w 1950"/>
                <a:gd name="T73" fmla="*/ 220 h 1194"/>
                <a:gd name="T74" fmla="*/ 1118 w 1950"/>
                <a:gd name="T75" fmla="*/ 378 h 1194"/>
                <a:gd name="T76" fmla="*/ 1192 w 1950"/>
                <a:gd name="T77" fmla="*/ 440 h 1194"/>
                <a:gd name="T78" fmla="*/ 1308 w 1950"/>
                <a:gd name="T79" fmla="*/ 502 h 1194"/>
                <a:gd name="T80" fmla="*/ 1406 w 1950"/>
                <a:gd name="T81" fmla="*/ 546 h 1194"/>
                <a:gd name="T82" fmla="*/ 1586 w 1950"/>
                <a:gd name="T83" fmla="*/ 576 h 1194"/>
                <a:gd name="T84" fmla="*/ 1666 w 1950"/>
                <a:gd name="T85" fmla="*/ 682 h 1194"/>
                <a:gd name="T86" fmla="*/ 1706 w 1950"/>
                <a:gd name="T87" fmla="*/ 676 h 1194"/>
                <a:gd name="T88" fmla="*/ 1794 w 1950"/>
                <a:gd name="T89" fmla="*/ 616 h 1194"/>
                <a:gd name="T90" fmla="*/ 1848 w 1950"/>
                <a:gd name="T91" fmla="*/ 632 h 1194"/>
                <a:gd name="T92" fmla="*/ 1926 w 1950"/>
                <a:gd name="T93" fmla="*/ 788 h 1194"/>
                <a:gd name="T94" fmla="*/ 1930 w 1950"/>
                <a:gd name="T95" fmla="*/ 878 h 1194"/>
                <a:gd name="T96" fmla="*/ 1940 w 1950"/>
                <a:gd name="T97" fmla="*/ 976 h 1194"/>
                <a:gd name="T98" fmla="*/ 1930 w 1950"/>
                <a:gd name="T99" fmla="*/ 1002 h 1194"/>
                <a:gd name="T100" fmla="*/ 1872 w 1950"/>
                <a:gd name="T101" fmla="*/ 1006 h 1194"/>
                <a:gd name="T102" fmla="*/ 1866 w 1950"/>
                <a:gd name="T103" fmla="*/ 1096 h 1194"/>
                <a:gd name="T104" fmla="*/ 1772 w 1950"/>
                <a:gd name="T105" fmla="*/ 1052 h 1194"/>
                <a:gd name="T106" fmla="*/ 1744 w 1950"/>
                <a:gd name="T107" fmla="*/ 1124 h 1194"/>
                <a:gd name="T108" fmla="*/ 1696 w 1950"/>
                <a:gd name="T109" fmla="*/ 1086 h 1194"/>
                <a:gd name="T110" fmla="*/ 1594 w 1950"/>
                <a:gd name="T111" fmla="*/ 1048 h 1194"/>
                <a:gd name="T112" fmla="*/ 1498 w 1950"/>
                <a:gd name="T113" fmla="*/ 1102 h 1194"/>
                <a:gd name="T114" fmla="*/ 1430 w 1950"/>
                <a:gd name="T115" fmla="*/ 1144 h 1194"/>
                <a:gd name="T116" fmla="*/ 1342 w 1950"/>
                <a:gd name="T117" fmla="*/ 1194 h 119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950" h="1194">
                  <a:moveTo>
                    <a:pt x="1342" y="1194"/>
                  </a:moveTo>
                  <a:lnTo>
                    <a:pt x="1342" y="1194"/>
                  </a:lnTo>
                  <a:lnTo>
                    <a:pt x="1336" y="1192"/>
                  </a:lnTo>
                  <a:lnTo>
                    <a:pt x="1324" y="1188"/>
                  </a:lnTo>
                  <a:lnTo>
                    <a:pt x="1298" y="1186"/>
                  </a:lnTo>
                  <a:lnTo>
                    <a:pt x="1258" y="1186"/>
                  </a:lnTo>
                  <a:lnTo>
                    <a:pt x="1244" y="1192"/>
                  </a:lnTo>
                  <a:lnTo>
                    <a:pt x="1226" y="1188"/>
                  </a:lnTo>
                  <a:lnTo>
                    <a:pt x="1216" y="1184"/>
                  </a:lnTo>
                  <a:lnTo>
                    <a:pt x="1212" y="1182"/>
                  </a:lnTo>
                  <a:lnTo>
                    <a:pt x="1210" y="1180"/>
                  </a:lnTo>
                  <a:lnTo>
                    <a:pt x="1210" y="1172"/>
                  </a:lnTo>
                  <a:lnTo>
                    <a:pt x="1214" y="1164"/>
                  </a:lnTo>
                  <a:lnTo>
                    <a:pt x="1218" y="1156"/>
                  </a:lnTo>
                  <a:lnTo>
                    <a:pt x="1224" y="1146"/>
                  </a:lnTo>
                  <a:lnTo>
                    <a:pt x="1228" y="1136"/>
                  </a:lnTo>
                  <a:lnTo>
                    <a:pt x="1228" y="1114"/>
                  </a:lnTo>
                  <a:lnTo>
                    <a:pt x="1216" y="1108"/>
                  </a:lnTo>
                  <a:lnTo>
                    <a:pt x="1206" y="1104"/>
                  </a:lnTo>
                  <a:lnTo>
                    <a:pt x="1200" y="1100"/>
                  </a:lnTo>
                  <a:lnTo>
                    <a:pt x="1194" y="1094"/>
                  </a:lnTo>
                  <a:lnTo>
                    <a:pt x="1192" y="1088"/>
                  </a:lnTo>
                  <a:lnTo>
                    <a:pt x="1190" y="1082"/>
                  </a:lnTo>
                  <a:lnTo>
                    <a:pt x="1186" y="1068"/>
                  </a:lnTo>
                  <a:lnTo>
                    <a:pt x="1180" y="1058"/>
                  </a:lnTo>
                  <a:lnTo>
                    <a:pt x="1152" y="1058"/>
                  </a:lnTo>
                  <a:lnTo>
                    <a:pt x="1128" y="1052"/>
                  </a:lnTo>
                  <a:lnTo>
                    <a:pt x="1112" y="1028"/>
                  </a:lnTo>
                  <a:lnTo>
                    <a:pt x="1092" y="1022"/>
                  </a:lnTo>
                  <a:lnTo>
                    <a:pt x="1074" y="1014"/>
                  </a:lnTo>
                  <a:lnTo>
                    <a:pt x="1060" y="1006"/>
                  </a:lnTo>
                  <a:lnTo>
                    <a:pt x="1050" y="1000"/>
                  </a:lnTo>
                  <a:lnTo>
                    <a:pt x="1038" y="994"/>
                  </a:lnTo>
                  <a:lnTo>
                    <a:pt x="1002" y="994"/>
                  </a:lnTo>
                  <a:lnTo>
                    <a:pt x="992" y="1002"/>
                  </a:lnTo>
                  <a:lnTo>
                    <a:pt x="982" y="1012"/>
                  </a:lnTo>
                  <a:lnTo>
                    <a:pt x="970" y="1022"/>
                  </a:lnTo>
                  <a:lnTo>
                    <a:pt x="956" y="1028"/>
                  </a:lnTo>
                  <a:lnTo>
                    <a:pt x="944" y="1040"/>
                  </a:lnTo>
                  <a:lnTo>
                    <a:pt x="936" y="1056"/>
                  </a:lnTo>
                  <a:lnTo>
                    <a:pt x="932" y="1076"/>
                  </a:lnTo>
                  <a:lnTo>
                    <a:pt x="928" y="1096"/>
                  </a:lnTo>
                  <a:lnTo>
                    <a:pt x="912" y="1092"/>
                  </a:lnTo>
                  <a:lnTo>
                    <a:pt x="906" y="1090"/>
                  </a:lnTo>
                  <a:lnTo>
                    <a:pt x="902" y="1086"/>
                  </a:lnTo>
                  <a:lnTo>
                    <a:pt x="896" y="1076"/>
                  </a:lnTo>
                  <a:lnTo>
                    <a:pt x="894" y="1066"/>
                  </a:lnTo>
                  <a:lnTo>
                    <a:pt x="894" y="1054"/>
                  </a:lnTo>
                  <a:lnTo>
                    <a:pt x="898" y="1042"/>
                  </a:lnTo>
                  <a:lnTo>
                    <a:pt x="902" y="1030"/>
                  </a:lnTo>
                  <a:lnTo>
                    <a:pt x="908" y="1020"/>
                  </a:lnTo>
                  <a:lnTo>
                    <a:pt x="908" y="1004"/>
                  </a:lnTo>
                  <a:lnTo>
                    <a:pt x="894" y="996"/>
                  </a:lnTo>
                  <a:lnTo>
                    <a:pt x="886" y="992"/>
                  </a:lnTo>
                  <a:lnTo>
                    <a:pt x="872" y="992"/>
                  </a:lnTo>
                  <a:lnTo>
                    <a:pt x="822" y="1002"/>
                  </a:lnTo>
                  <a:lnTo>
                    <a:pt x="802" y="1008"/>
                  </a:lnTo>
                  <a:lnTo>
                    <a:pt x="782" y="1018"/>
                  </a:lnTo>
                  <a:lnTo>
                    <a:pt x="772" y="1016"/>
                  </a:lnTo>
                  <a:lnTo>
                    <a:pt x="762" y="1014"/>
                  </a:lnTo>
                  <a:lnTo>
                    <a:pt x="754" y="1010"/>
                  </a:lnTo>
                  <a:lnTo>
                    <a:pt x="748" y="1006"/>
                  </a:lnTo>
                  <a:lnTo>
                    <a:pt x="736" y="994"/>
                  </a:lnTo>
                  <a:lnTo>
                    <a:pt x="728" y="982"/>
                  </a:lnTo>
                  <a:lnTo>
                    <a:pt x="714" y="966"/>
                  </a:lnTo>
                  <a:lnTo>
                    <a:pt x="634" y="966"/>
                  </a:lnTo>
                  <a:lnTo>
                    <a:pt x="626" y="960"/>
                  </a:lnTo>
                  <a:lnTo>
                    <a:pt x="620" y="954"/>
                  </a:lnTo>
                  <a:lnTo>
                    <a:pt x="612" y="938"/>
                  </a:lnTo>
                  <a:lnTo>
                    <a:pt x="606" y="922"/>
                  </a:lnTo>
                  <a:lnTo>
                    <a:pt x="600" y="908"/>
                  </a:lnTo>
                  <a:lnTo>
                    <a:pt x="584" y="904"/>
                  </a:lnTo>
                  <a:lnTo>
                    <a:pt x="580" y="900"/>
                  </a:lnTo>
                  <a:lnTo>
                    <a:pt x="576" y="894"/>
                  </a:lnTo>
                  <a:lnTo>
                    <a:pt x="554" y="878"/>
                  </a:lnTo>
                  <a:lnTo>
                    <a:pt x="514" y="864"/>
                  </a:lnTo>
                  <a:lnTo>
                    <a:pt x="500" y="852"/>
                  </a:lnTo>
                  <a:lnTo>
                    <a:pt x="492" y="842"/>
                  </a:lnTo>
                  <a:lnTo>
                    <a:pt x="486" y="832"/>
                  </a:lnTo>
                  <a:lnTo>
                    <a:pt x="482" y="824"/>
                  </a:lnTo>
                  <a:lnTo>
                    <a:pt x="480" y="816"/>
                  </a:lnTo>
                  <a:lnTo>
                    <a:pt x="480" y="808"/>
                  </a:lnTo>
                  <a:lnTo>
                    <a:pt x="478" y="784"/>
                  </a:lnTo>
                  <a:lnTo>
                    <a:pt x="468" y="764"/>
                  </a:lnTo>
                  <a:lnTo>
                    <a:pt x="424" y="766"/>
                  </a:lnTo>
                  <a:lnTo>
                    <a:pt x="406" y="758"/>
                  </a:lnTo>
                  <a:lnTo>
                    <a:pt x="400" y="754"/>
                  </a:lnTo>
                  <a:lnTo>
                    <a:pt x="396" y="750"/>
                  </a:lnTo>
                  <a:lnTo>
                    <a:pt x="392" y="740"/>
                  </a:lnTo>
                  <a:lnTo>
                    <a:pt x="390" y="726"/>
                  </a:lnTo>
                  <a:lnTo>
                    <a:pt x="380" y="716"/>
                  </a:lnTo>
                  <a:lnTo>
                    <a:pt x="372" y="710"/>
                  </a:lnTo>
                  <a:lnTo>
                    <a:pt x="358" y="700"/>
                  </a:lnTo>
                  <a:lnTo>
                    <a:pt x="318" y="666"/>
                  </a:lnTo>
                  <a:lnTo>
                    <a:pt x="284" y="610"/>
                  </a:lnTo>
                  <a:lnTo>
                    <a:pt x="260" y="610"/>
                  </a:lnTo>
                  <a:lnTo>
                    <a:pt x="252" y="612"/>
                  </a:lnTo>
                  <a:lnTo>
                    <a:pt x="242" y="616"/>
                  </a:lnTo>
                  <a:lnTo>
                    <a:pt x="230" y="622"/>
                  </a:lnTo>
                  <a:lnTo>
                    <a:pt x="218" y="630"/>
                  </a:lnTo>
                  <a:lnTo>
                    <a:pt x="182" y="630"/>
                  </a:lnTo>
                  <a:lnTo>
                    <a:pt x="170" y="620"/>
                  </a:lnTo>
                  <a:lnTo>
                    <a:pt x="162" y="612"/>
                  </a:lnTo>
                  <a:lnTo>
                    <a:pt x="156" y="602"/>
                  </a:lnTo>
                  <a:lnTo>
                    <a:pt x="150" y="592"/>
                  </a:lnTo>
                  <a:lnTo>
                    <a:pt x="144" y="572"/>
                  </a:lnTo>
                  <a:lnTo>
                    <a:pt x="142" y="552"/>
                  </a:lnTo>
                  <a:lnTo>
                    <a:pt x="112" y="506"/>
                  </a:lnTo>
                  <a:lnTo>
                    <a:pt x="100" y="494"/>
                  </a:lnTo>
                  <a:lnTo>
                    <a:pt x="88" y="486"/>
                  </a:lnTo>
                  <a:lnTo>
                    <a:pt x="74" y="478"/>
                  </a:lnTo>
                  <a:lnTo>
                    <a:pt x="62" y="472"/>
                  </a:lnTo>
                  <a:lnTo>
                    <a:pt x="36" y="462"/>
                  </a:lnTo>
                  <a:lnTo>
                    <a:pt x="12" y="454"/>
                  </a:lnTo>
                  <a:lnTo>
                    <a:pt x="4" y="448"/>
                  </a:lnTo>
                  <a:lnTo>
                    <a:pt x="0" y="442"/>
                  </a:lnTo>
                  <a:lnTo>
                    <a:pt x="0" y="436"/>
                  </a:lnTo>
                  <a:lnTo>
                    <a:pt x="0" y="430"/>
                  </a:lnTo>
                  <a:lnTo>
                    <a:pt x="2" y="420"/>
                  </a:lnTo>
                  <a:lnTo>
                    <a:pt x="8" y="412"/>
                  </a:lnTo>
                  <a:lnTo>
                    <a:pt x="14" y="406"/>
                  </a:lnTo>
                  <a:lnTo>
                    <a:pt x="18" y="400"/>
                  </a:lnTo>
                  <a:lnTo>
                    <a:pt x="22" y="388"/>
                  </a:lnTo>
                  <a:lnTo>
                    <a:pt x="26" y="316"/>
                  </a:lnTo>
                  <a:lnTo>
                    <a:pt x="18" y="296"/>
                  </a:lnTo>
                  <a:lnTo>
                    <a:pt x="16" y="290"/>
                  </a:lnTo>
                  <a:lnTo>
                    <a:pt x="14" y="286"/>
                  </a:lnTo>
                  <a:lnTo>
                    <a:pt x="16" y="284"/>
                  </a:lnTo>
                  <a:lnTo>
                    <a:pt x="20" y="282"/>
                  </a:lnTo>
                  <a:lnTo>
                    <a:pt x="36" y="280"/>
                  </a:lnTo>
                  <a:lnTo>
                    <a:pt x="48" y="288"/>
                  </a:lnTo>
                  <a:lnTo>
                    <a:pt x="54" y="300"/>
                  </a:lnTo>
                  <a:lnTo>
                    <a:pt x="58" y="308"/>
                  </a:lnTo>
                  <a:lnTo>
                    <a:pt x="64" y="314"/>
                  </a:lnTo>
                  <a:lnTo>
                    <a:pt x="70" y="318"/>
                  </a:lnTo>
                  <a:lnTo>
                    <a:pt x="78" y="320"/>
                  </a:lnTo>
                  <a:lnTo>
                    <a:pt x="86" y="316"/>
                  </a:lnTo>
                  <a:lnTo>
                    <a:pt x="94" y="308"/>
                  </a:lnTo>
                  <a:lnTo>
                    <a:pt x="104" y="280"/>
                  </a:lnTo>
                  <a:lnTo>
                    <a:pt x="98" y="216"/>
                  </a:lnTo>
                  <a:lnTo>
                    <a:pt x="80" y="166"/>
                  </a:lnTo>
                  <a:lnTo>
                    <a:pt x="76" y="144"/>
                  </a:lnTo>
                  <a:lnTo>
                    <a:pt x="76" y="134"/>
                  </a:lnTo>
                  <a:lnTo>
                    <a:pt x="78" y="126"/>
                  </a:lnTo>
                  <a:lnTo>
                    <a:pt x="80" y="118"/>
                  </a:lnTo>
                  <a:lnTo>
                    <a:pt x="84" y="112"/>
                  </a:lnTo>
                  <a:lnTo>
                    <a:pt x="90" y="104"/>
                  </a:lnTo>
                  <a:lnTo>
                    <a:pt x="98" y="98"/>
                  </a:lnTo>
                  <a:lnTo>
                    <a:pt x="108" y="82"/>
                  </a:lnTo>
                  <a:lnTo>
                    <a:pt x="146" y="98"/>
                  </a:lnTo>
                  <a:lnTo>
                    <a:pt x="182" y="98"/>
                  </a:lnTo>
                  <a:lnTo>
                    <a:pt x="190" y="92"/>
                  </a:lnTo>
                  <a:lnTo>
                    <a:pt x="198" y="86"/>
                  </a:lnTo>
                  <a:lnTo>
                    <a:pt x="206" y="80"/>
                  </a:lnTo>
                  <a:lnTo>
                    <a:pt x="216" y="72"/>
                  </a:lnTo>
                  <a:lnTo>
                    <a:pt x="226" y="48"/>
                  </a:lnTo>
                  <a:lnTo>
                    <a:pt x="238" y="30"/>
                  </a:lnTo>
                  <a:lnTo>
                    <a:pt x="244" y="22"/>
                  </a:lnTo>
                  <a:lnTo>
                    <a:pt x="254" y="14"/>
                  </a:lnTo>
                  <a:lnTo>
                    <a:pt x="276" y="0"/>
                  </a:lnTo>
                  <a:lnTo>
                    <a:pt x="286" y="0"/>
                  </a:lnTo>
                  <a:lnTo>
                    <a:pt x="304" y="6"/>
                  </a:lnTo>
                  <a:lnTo>
                    <a:pt x="350" y="34"/>
                  </a:lnTo>
                  <a:lnTo>
                    <a:pt x="352" y="42"/>
                  </a:lnTo>
                  <a:lnTo>
                    <a:pt x="356" y="48"/>
                  </a:lnTo>
                  <a:lnTo>
                    <a:pt x="362" y="50"/>
                  </a:lnTo>
                  <a:lnTo>
                    <a:pt x="368" y="50"/>
                  </a:lnTo>
                  <a:lnTo>
                    <a:pt x="386" y="48"/>
                  </a:lnTo>
                  <a:lnTo>
                    <a:pt x="402" y="42"/>
                  </a:lnTo>
                  <a:lnTo>
                    <a:pt x="438" y="36"/>
                  </a:lnTo>
                  <a:lnTo>
                    <a:pt x="454" y="20"/>
                  </a:lnTo>
                  <a:lnTo>
                    <a:pt x="458" y="14"/>
                  </a:lnTo>
                  <a:lnTo>
                    <a:pt x="464" y="10"/>
                  </a:lnTo>
                  <a:lnTo>
                    <a:pt x="470" y="10"/>
                  </a:lnTo>
                  <a:lnTo>
                    <a:pt x="476" y="10"/>
                  </a:lnTo>
                  <a:lnTo>
                    <a:pt x="486" y="14"/>
                  </a:lnTo>
                  <a:lnTo>
                    <a:pt x="496" y="22"/>
                  </a:lnTo>
                  <a:lnTo>
                    <a:pt x="498" y="38"/>
                  </a:lnTo>
                  <a:lnTo>
                    <a:pt x="498" y="44"/>
                  </a:lnTo>
                  <a:lnTo>
                    <a:pt x="500" y="48"/>
                  </a:lnTo>
                  <a:lnTo>
                    <a:pt x="510" y="56"/>
                  </a:lnTo>
                  <a:lnTo>
                    <a:pt x="528" y="68"/>
                  </a:lnTo>
                  <a:lnTo>
                    <a:pt x="564" y="82"/>
                  </a:lnTo>
                  <a:lnTo>
                    <a:pt x="594" y="82"/>
                  </a:lnTo>
                  <a:lnTo>
                    <a:pt x="608" y="76"/>
                  </a:lnTo>
                  <a:lnTo>
                    <a:pt x="622" y="72"/>
                  </a:lnTo>
                  <a:lnTo>
                    <a:pt x="638" y="68"/>
                  </a:lnTo>
                  <a:lnTo>
                    <a:pt x="658" y="66"/>
                  </a:lnTo>
                  <a:lnTo>
                    <a:pt x="678" y="56"/>
                  </a:lnTo>
                  <a:lnTo>
                    <a:pt x="686" y="54"/>
                  </a:lnTo>
                  <a:lnTo>
                    <a:pt x="694" y="54"/>
                  </a:lnTo>
                  <a:lnTo>
                    <a:pt x="700" y="54"/>
                  </a:lnTo>
                  <a:lnTo>
                    <a:pt x="710" y="56"/>
                  </a:lnTo>
                  <a:lnTo>
                    <a:pt x="734" y="68"/>
                  </a:lnTo>
                  <a:lnTo>
                    <a:pt x="776" y="68"/>
                  </a:lnTo>
                  <a:lnTo>
                    <a:pt x="784" y="60"/>
                  </a:lnTo>
                  <a:lnTo>
                    <a:pt x="788" y="54"/>
                  </a:lnTo>
                  <a:lnTo>
                    <a:pt x="794" y="48"/>
                  </a:lnTo>
                  <a:lnTo>
                    <a:pt x="804" y="44"/>
                  </a:lnTo>
                  <a:lnTo>
                    <a:pt x="824" y="28"/>
                  </a:lnTo>
                  <a:lnTo>
                    <a:pt x="834" y="22"/>
                  </a:lnTo>
                  <a:lnTo>
                    <a:pt x="844" y="18"/>
                  </a:lnTo>
                  <a:lnTo>
                    <a:pt x="854" y="18"/>
                  </a:lnTo>
                  <a:lnTo>
                    <a:pt x="866" y="18"/>
                  </a:lnTo>
                  <a:lnTo>
                    <a:pt x="882" y="24"/>
                  </a:lnTo>
                  <a:lnTo>
                    <a:pt x="898" y="30"/>
                  </a:lnTo>
                  <a:lnTo>
                    <a:pt x="926" y="30"/>
                  </a:lnTo>
                  <a:lnTo>
                    <a:pt x="956" y="26"/>
                  </a:lnTo>
                  <a:lnTo>
                    <a:pt x="986" y="24"/>
                  </a:lnTo>
                  <a:lnTo>
                    <a:pt x="1018" y="24"/>
                  </a:lnTo>
                  <a:lnTo>
                    <a:pt x="1046" y="38"/>
                  </a:lnTo>
                  <a:lnTo>
                    <a:pt x="1060" y="52"/>
                  </a:lnTo>
                  <a:lnTo>
                    <a:pt x="1072" y="60"/>
                  </a:lnTo>
                  <a:lnTo>
                    <a:pt x="1086" y="66"/>
                  </a:lnTo>
                  <a:lnTo>
                    <a:pt x="1088" y="90"/>
                  </a:lnTo>
                  <a:lnTo>
                    <a:pt x="1096" y="100"/>
                  </a:lnTo>
                  <a:lnTo>
                    <a:pt x="1106" y="114"/>
                  </a:lnTo>
                  <a:lnTo>
                    <a:pt x="1110" y="122"/>
                  </a:lnTo>
                  <a:lnTo>
                    <a:pt x="1112" y="130"/>
                  </a:lnTo>
                  <a:lnTo>
                    <a:pt x="1112" y="140"/>
                  </a:lnTo>
                  <a:lnTo>
                    <a:pt x="1110" y="152"/>
                  </a:lnTo>
                  <a:lnTo>
                    <a:pt x="1092" y="182"/>
                  </a:lnTo>
                  <a:lnTo>
                    <a:pt x="1092" y="220"/>
                  </a:lnTo>
                  <a:lnTo>
                    <a:pt x="1094" y="246"/>
                  </a:lnTo>
                  <a:lnTo>
                    <a:pt x="1096" y="270"/>
                  </a:lnTo>
                  <a:lnTo>
                    <a:pt x="1096" y="294"/>
                  </a:lnTo>
                  <a:lnTo>
                    <a:pt x="1100" y="320"/>
                  </a:lnTo>
                  <a:lnTo>
                    <a:pt x="1104" y="344"/>
                  </a:lnTo>
                  <a:lnTo>
                    <a:pt x="1112" y="368"/>
                  </a:lnTo>
                  <a:lnTo>
                    <a:pt x="1118" y="378"/>
                  </a:lnTo>
                  <a:lnTo>
                    <a:pt x="1126" y="390"/>
                  </a:lnTo>
                  <a:lnTo>
                    <a:pt x="1134" y="402"/>
                  </a:lnTo>
                  <a:lnTo>
                    <a:pt x="1144" y="412"/>
                  </a:lnTo>
                  <a:lnTo>
                    <a:pt x="1166" y="426"/>
                  </a:lnTo>
                  <a:lnTo>
                    <a:pt x="1178" y="432"/>
                  </a:lnTo>
                  <a:lnTo>
                    <a:pt x="1192" y="440"/>
                  </a:lnTo>
                  <a:lnTo>
                    <a:pt x="1236" y="446"/>
                  </a:lnTo>
                  <a:lnTo>
                    <a:pt x="1244" y="460"/>
                  </a:lnTo>
                  <a:lnTo>
                    <a:pt x="1254" y="472"/>
                  </a:lnTo>
                  <a:lnTo>
                    <a:pt x="1266" y="482"/>
                  </a:lnTo>
                  <a:lnTo>
                    <a:pt x="1278" y="490"/>
                  </a:lnTo>
                  <a:lnTo>
                    <a:pt x="1292" y="496"/>
                  </a:lnTo>
                  <a:lnTo>
                    <a:pt x="1308" y="502"/>
                  </a:lnTo>
                  <a:lnTo>
                    <a:pt x="1324" y="506"/>
                  </a:lnTo>
                  <a:lnTo>
                    <a:pt x="1344" y="510"/>
                  </a:lnTo>
                  <a:lnTo>
                    <a:pt x="1360" y="522"/>
                  </a:lnTo>
                  <a:lnTo>
                    <a:pt x="1376" y="534"/>
                  </a:lnTo>
                  <a:lnTo>
                    <a:pt x="1384" y="538"/>
                  </a:lnTo>
                  <a:lnTo>
                    <a:pt x="1394" y="542"/>
                  </a:lnTo>
                  <a:lnTo>
                    <a:pt x="1406" y="546"/>
                  </a:lnTo>
                  <a:lnTo>
                    <a:pt x="1420" y="548"/>
                  </a:lnTo>
                  <a:lnTo>
                    <a:pt x="1528" y="546"/>
                  </a:lnTo>
                  <a:lnTo>
                    <a:pt x="1552" y="554"/>
                  </a:lnTo>
                  <a:lnTo>
                    <a:pt x="1586" y="576"/>
                  </a:lnTo>
                  <a:lnTo>
                    <a:pt x="1606" y="622"/>
                  </a:lnTo>
                  <a:lnTo>
                    <a:pt x="1610" y="640"/>
                  </a:lnTo>
                  <a:lnTo>
                    <a:pt x="1616" y="652"/>
                  </a:lnTo>
                  <a:lnTo>
                    <a:pt x="1626" y="664"/>
                  </a:lnTo>
                  <a:lnTo>
                    <a:pt x="1644" y="682"/>
                  </a:lnTo>
                  <a:lnTo>
                    <a:pt x="1666" y="682"/>
                  </a:lnTo>
                  <a:lnTo>
                    <a:pt x="1678" y="664"/>
                  </a:lnTo>
                  <a:lnTo>
                    <a:pt x="1696" y="662"/>
                  </a:lnTo>
                  <a:lnTo>
                    <a:pt x="1698" y="666"/>
                  </a:lnTo>
                  <a:lnTo>
                    <a:pt x="1698" y="670"/>
                  </a:lnTo>
                  <a:lnTo>
                    <a:pt x="1706" y="676"/>
                  </a:lnTo>
                  <a:lnTo>
                    <a:pt x="1716" y="680"/>
                  </a:lnTo>
                  <a:lnTo>
                    <a:pt x="1728" y="682"/>
                  </a:lnTo>
                  <a:lnTo>
                    <a:pt x="1764" y="660"/>
                  </a:lnTo>
                  <a:lnTo>
                    <a:pt x="1774" y="646"/>
                  </a:lnTo>
                  <a:lnTo>
                    <a:pt x="1784" y="632"/>
                  </a:lnTo>
                  <a:lnTo>
                    <a:pt x="1794" y="616"/>
                  </a:lnTo>
                  <a:lnTo>
                    <a:pt x="1804" y="604"/>
                  </a:lnTo>
                  <a:lnTo>
                    <a:pt x="1808" y="602"/>
                  </a:lnTo>
                  <a:lnTo>
                    <a:pt x="1814" y="610"/>
                  </a:lnTo>
                  <a:lnTo>
                    <a:pt x="1824" y="616"/>
                  </a:lnTo>
                  <a:lnTo>
                    <a:pt x="1848" y="632"/>
                  </a:lnTo>
                  <a:lnTo>
                    <a:pt x="1850" y="642"/>
                  </a:lnTo>
                  <a:lnTo>
                    <a:pt x="1856" y="654"/>
                  </a:lnTo>
                  <a:lnTo>
                    <a:pt x="1868" y="676"/>
                  </a:lnTo>
                  <a:lnTo>
                    <a:pt x="1886" y="698"/>
                  </a:lnTo>
                  <a:lnTo>
                    <a:pt x="1906" y="722"/>
                  </a:lnTo>
                  <a:lnTo>
                    <a:pt x="1926" y="788"/>
                  </a:lnTo>
                  <a:lnTo>
                    <a:pt x="1934" y="800"/>
                  </a:lnTo>
                  <a:lnTo>
                    <a:pt x="1942" y="814"/>
                  </a:lnTo>
                  <a:lnTo>
                    <a:pt x="1948" y="830"/>
                  </a:lnTo>
                  <a:lnTo>
                    <a:pt x="1950" y="840"/>
                  </a:lnTo>
                  <a:lnTo>
                    <a:pt x="1950" y="850"/>
                  </a:lnTo>
                  <a:lnTo>
                    <a:pt x="1938" y="866"/>
                  </a:lnTo>
                  <a:lnTo>
                    <a:pt x="1930" y="878"/>
                  </a:lnTo>
                  <a:lnTo>
                    <a:pt x="1928" y="892"/>
                  </a:lnTo>
                  <a:lnTo>
                    <a:pt x="1928" y="918"/>
                  </a:lnTo>
                  <a:lnTo>
                    <a:pt x="1932" y="932"/>
                  </a:lnTo>
                  <a:lnTo>
                    <a:pt x="1938" y="948"/>
                  </a:lnTo>
                  <a:lnTo>
                    <a:pt x="1940" y="958"/>
                  </a:lnTo>
                  <a:lnTo>
                    <a:pt x="1942" y="966"/>
                  </a:lnTo>
                  <a:lnTo>
                    <a:pt x="1940" y="976"/>
                  </a:lnTo>
                  <a:lnTo>
                    <a:pt x="1938" y="986"/>
                  </a:lnTo>
                  <a:lnTo>
                    <a:pt x="1938" y="1008"/>
                  </a:lnTo>
                  <a:lnTo>
                    <a:pt x="1932" y="1008"/>
                  </a:lnTo>
                  <a:lnTo>
                    <a:pt x="1932" y="1004"/>
                  </a:lnTo>
                  <a:lnTo>
                    <a:pt x="1930" y="1002"/>
                  </a:lnTo>
                  <a:lnTo>
                    <a:pt x="1924" y="996"/>
                  </a:lnTo>
                  <a:lnTo>
                    <a:pt x="1918" y="992"/>
                  </a:lnTo>
                  <a:lnTo>
                    <a:pt x="1912" y="988"/>
                  </a:lnTo>
                  <a:lnTo>
                    <a:pt x="1896" y="990"/>
                  </a:lnTo>
                  <a:lnTo>
                    <a:pt x="1886" y="994"/>
                  </a:lnTo>
                  <a:lnTo>
                    <a:pt x="1880" y="998"/>
                  </a:lnTo>
                  <a:lnTo>
                    <a:pt x="1872" y="1006"/>
                  </a:lnTo>
                  <a:lnTo>
                    <a:pt x="1872" y="1018"/>
                  </a:lnTo>
                  <a:lnTo>
                    <a:pt x="1876" y="1032"/>
                  </a:lnTo>
                  <a:lnTo>
                    <a:pt x="1882" y="1066"/>
                  </a:lnTo>
                  <a:lnTo>
                    <a:pt x="1880" y="1092"/>
                  </a:lnTo>
                  <a:lnTo>
                    <a:pt x="1866" y="1096"/>
                  </a:lnTo>
                  <a:lnTo>
                    <a:pt x="1842" y="1096"/>
                  </a:lnTo>
                  <a:lnTo>
                    <a:pt x="1810" y="1054"/>
                  </a:lnTo>
                  <a:lnTo>
                    <a:pt x="1796" y="1050"/>
                  </a:lnTo>
                  <a:lnTo>
                    <a:pt x="1782" y="1048"/>
                  </a:lnTo>
                  <a:lnTo>
                    <a:pt x="1772" y="1052"/>
                  </a:lnTo>
                  <a:lnTo>
                    <a:pt x="1762" y="1058"/>
                  </a:lnTo>
                  <a:lnTo>
                    <a:pt x="1756" y="1068"/>
                  </a:lnTo>
                  <a:lnTo>
                    <a:pt x="1752" y="1078"/>
                  </a:lnTo>
                  <a:lnTo>
                    <a:pt x="1752" y="1092"/>
                  </a:lnTo>
                  <a:lnTo>
                    <a:pt x="1754" y="1108"/>
                  </a:lnTo>
                  <a:lnTo>
                    <a:pt x="1748" y="1116"/>
                  </a:lnTo>
                  <a:lnTo>
                    <a:pt x="1744" y="1124"/>
                  </a:lnTo>
                  <a:lnTo>
                    <a:pt x="1730" y="1122"/>
                  </a:lnTo>
                  <a:lnTo>
                    <a:pt x="1718" y="1118"/>
                  </a:lnTo>
                  <a:lnTo>
                    <a:pt x="1706" y="1112"/>
                  </a:lnTo>
                  <a:lnTo>
                    <a:pt x="1700" y="1108"/>
                  </a:lnTo>
                  <a:lnTo>
                    <a:pt x="1696" y="1086"/>
                  </a:lnTo>
                  <a:lnTo>
                    <a:pt x="1678" y="1076"/>
                  </a:lnTo>
                  <a:lnTo>
                    <a:pt x="1660" y="1070"/>
                  </a:lnTo>
                  <a:lnTo>
                    <a:pt x="1632" y="1060"/>
                  </a:lnTo>
                  <a:lnTo>
                    <a:pt x="1620" y="1046"/>
                  </a:lnTo>
                  <a:lnTo>
                    <a:pt x="1600" y="1046"/>
                  </a:lnTo>
                  <a:lnTo>
                    <a:pt x="1594" y="1048"/>
                  </a:lnTo>
                  <a:lnTo>
                    <a:pt x="1588" y="1050"/>
                  </a:lnTo>
                  <a:lnTo>
                    <a:pt x="1580" y="1058"/>
                  </a:lnTo>
                  <a:lnTo>
                    <a:pt x="1566" y="1070"/>
                  </a:lnTo>
                  <a:lnTo>
                    <a:pt x="1522" y="1094"/>
                  </a:lnTo>
                  <a:lnTo>
                    <a:pt x="1504" y="1100"/>
                  </a:lnTo>
                  <a:lnTo>
                    <a:pt x="1498" y="1102"/>
                  </a:lnTo>
                  <a:lnTo>
                    <a:pt x="1492" y="1106"/>
                  </a:lnTo>
                  <a:lnTo>
                    <a:pt x="1486" y="1116"/>
                  </a:lnTo>
                  <a:lnTo>
                    <a:pt x="1474" y="1132"/>
                  </a:lnTo>
                  <a:lnTo>
                    <a:pt x="1450" y="1134"/>
                  </a:lnTo>
                  <a:lnTo>
                    <a:pt x="1442" y="1138"/>
                  </a:lnTo>
                  <a:lnTo>
                    <a:pt x="1436" y="1140"/>
                  </a:lnTo>
                  <a:lnTo>
                    <a:pt x="1430" y="1144"/>
                  </a:lnTo>
                  <a:lnTo>
                    <a:pt x="1424" y="1150"/>
                  </a:lnTo>
                  <a:lnTo>
                    <a:pt x="1410" y="1170"/>
                  </a:lnTo>
                  <a:lnTo>
                    <a:pt x="1400" y="1178"/>
                  </a:lnTo>
                  <a:lnTo>
                    <a:pt x="1382" y="1182"/>
                  </a:lnTo>
                  <a:lnTo>
                    <a:pt x="1368" y="1186"/>
                  </a:lnTo>
                  <a:lnTo>
                    <a:pt x="1342" y="1194"/>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dirty="0"/>
            </a:p>
          </p:txBody>
        </p:sp>
        <p:sp>
          <p:nvSpPr>
            <p:cNvPr id="101" name="Freeform 21"/>
            <p:cNvSpPr/>
            <p:nvPr/>
          </p:nvSpPr>
          <p:spPr bwMode="auto">
            <a:xfrm>
              <a:off x="6962775" y="4486276"/>
              <a:ext cx="577850" cy="571500"/>
            </a:xfrm>
            <a:custGeom>
              <a:avLst/>
              <a:gdLst>
                <a:gd name="T0" fmla="*/ 138 w 364"/>
                <a:gd name="T1" fmla="*/ 356 h 360"/>
                <a:gd name="T2" fmla="*/ 108 w 364"/>
                <a:gd name="T3" fmla="*/ 340 h 360"/>
                <a:gd name="T4" fmla="*/ 86 w 364"/>
                <a:gd name="T5" fmla="*/ 274 h 360"/>
                <a:gd name="T6" fmla="*/ 48 w 364"/>
                <a:gd name="T7" fmla="*/ 256 h 360"/>
                <a:gd name="T8" fmla="*/ 46 w 364"/>
                <a:gd name="T9" fmla="*/ 226 h 360"/>
                <a:gd name="T10" fmla="*/ 24 w 364"/>
                <a:gd name="T11" fmla="*/ 188 h 360"/>
                <a:gd name="T12" fmla="*/ 0 w 364"/>
                <a:gd name="T13" fmla="*/ 162 h 360"/>
                <a:gd name="T14" fmla="*/ 10 w 364"/>
                <a:gd name="T15" fmla="*/ 140 h 360"/>
                <a:gd name="T16" fmla="*/ 26 w 364"/>
                <a:gd name="T17" fmla="*/ 122 h 360"/>
                <a:gd name="T18" fmla="*/ 32 w 364"/>
                <a:gd name="T19" fmla="*/ 104 h 360"/>
                <a:gd name="T20" fmla="*/ 58 w 364"/>
                <a:gd name="T21" fmla="*/ 88 h 360"/>
                <a:gd name="T22" fmla="*/ 70 w 364"/>
                <a:gd name="T23" fmla="*/ 68 h 360"/>
                <a:gd name="T24" fmla="*/ 72 w 364"/>
                <a:gd name="T25" fmla="*/ 16 h 360"/>
                <a:gd name="T26" fmla="*/ 90 w 364"/>
                <a:gd name="T27" fmla="*/ 8 h 360"/>
                <a:gd name="T28" fmla="*/ 106 w 364"/>
                <a:gd name="T29" fmla="*/ 6 h 360"/>
                <a:gd name="T30" fmla="*/ 140 w 364"/>
                <a:gd name="T31" fmla="*/ 10 h 360"/>
                <a:gd name="T32" fmla="*/ 152 w 364"/>
                <a:gd name="T33" fmla="*/ 2 h 360"/>
                <a:gd name="T34" fmla="*/ 186 w 364"/>
                <a:gd name="T35" fmla="*/ 4 h 360"/>
                <a:gd name="T36" fmla="*/ 212 w 364"/>
                <a:gd name="T37" fmla="*/ 16 h 360"/>
                <a:gd name="T38" fmla="*/ 238 w 364"/>
                <a:gd name="T39" fmla="*/ 26 h 360"/>
                <a:gd name="T40" fmla="*/ 254 w 364"/>
                <a:gd name="T41" fmla="*/ 22 h 360"/>
                <a:gd name="T42" fmla="*/ 280 w 364"/>
                <a:gd name="T43" fmla="*/ 2 h 360"/>
                <a:gd name="T44" fmla="*/ 300 w 364"/>
                <a:gd name="T45" fmla="*/ 8 h 360"/>
                <a:gd name="T46" fmla="*/ 324 w 364"/>
                <a:gd name="T47" fmla="*/ 18 h 360"/>
                <a:gd name="T48" fmla="*/ 360 w 364"/>
                <a:gd name="T49" fmla="*/ 28 h 360"/>
                <a:gd name="T50" fmla="*/ 324 w 364"/>
                <a:gd name="T51" fmla="*/ 58 h 360"/>
                <a:gd name="T52" fmla="*/ 316 w 364"/>
                <a:gd name="T53" fmla="*/ 76 h 360"/>
                <a:gd name="T54" fmla="*/ 320 w 364"/>
                <a:gd name="T55" fmla="*/ 84 h 360"/>
                <a:gd name="T56" fmla="*/ 362 w 364"/>
                <a:gd name="T57" fmla="*/ 72 h 360"/>
                <a:gd name="T58" fmla="*/ 364 w 364"/>
                <a:gd name="T59" fmla="*/ 90 h 360"/>
                <a:gd name="T60" fmla="*/ 346 w 364"/>
                <a:gd name="T61" fmla="*/ 100 h 360"/>
                <a:gd name="T62" fmla="*/ 322 w 364"/>
                <a:gd name="T63" fmla="*/ 112 h 360"/>
                <a:gd name="T64" fmla="*/ 344 w 364"/>
                <a:gd name="T65" fmla="*/ 142 h 360"/>
                <a:gd name="T66" fmla="*/ 340 w 364"/>
                <a:gd name="T67" fmla="*/ 196 h 360"/>
                <a:gd name="T68" fmla="*/ 344 w 364"/>
                <a:gd name="T69" fmla="*/ 214 h 360"/>
                <a:gd name="T70" fmla="*/ 338 w 364"/>
                <a:gd name="T71" fmla="*/ 238 h 360"/>
                <a:gd name="T72" fmla="*/ 330 w 364"/>
                <a:gd name="T73" fmla="*/ 240 h 360"/>
                <a:gd name="T74" fmla="*/ 324 w 364"/>
                <a:gd name="T75" fmla="*/ 224 h 360"/>
                <a:gd name="T76" fmla="*/ 304 w 364"/>
                <a:gd name="T77" fmla="*/ 232 h 360"/>
                <a:gd name="T78" fmla="*/ 270 w 364"/>
                <a:gd name="T79" fmla="*/ 268 h 360"/>
                <a:gd name="T80" fmla="*/ 262 w 364"/>
                <a:gd name="T81" fmla="*/ 286 h 360"/>
                <a:gd name="T82" fmla="*/ 260 w 364"/>
                <a:gd name="T83" fmla="*/ 344 h 360"/>
                <a:gd name="T84" fmla="*/ 222 w 364"/>
                <a:gd name="T85" fmla="*/ 344 h 360"/>
                <a:gd name="T86" fmla="*/ 158 w 364"/>
                <a:gd name="T87" fmla="*/ 360 h 3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64" h="360">
                  <a:moveTo>
                    <a:pt x="158" y="360"/>
                  </a:moveTo>
                  <a:lnTo>
                    <a:pt x="158" y="360"/>
                  </a:lnTo>
                  <a:lnTo>
                    <a:pt x="138" y="356"/>
                  </a:lnTo>
                  <a:lnTo>
                    <a:pt x="126" y="352"/>
                  </a:lnTo>
                  <a:lnTo>
                    <a:pt x="116" y="346"/>
                  </a:lnTo>
                  <a:lnTo>
                    <a:pt x="108" y="340"/>
                  </a:lnTo>
                  <a:lnTo>
                    <a:pt x="86" y="274"/>
                  </a:lnTo>
                  <a:lnTo>
                    <a:pt x="66" y="258"/>
                  </a:lnTo>
                  <a:lnTo>
                    <a:pt x="48" y="256"/>
                  </a:lnTo>
                  <a:lnTo>
                    <a:pt x="50" y="240"/>
                  </a:lnTo>
                  <a:lnTo>
                    <a:pt x="46" y="226"/>
                  </a:lnTo>
                  <a:lnTo>
                    <a:pt x="40" y="212"/>
                  </a:lnTo>
                  <a:lnTo>
                    <a:pt x="34" y="200"/>
                  </a:lnTo>
                  <a:lnTo>
                    <a:pt x="24" y="188"/>
                  </a:lnTo>
                  <a:lnTo>
                    <a:pt x="14" y="178"/>
                  </a:lnTo>
                  <a:lnTo>
                    <a:pt x="0" y="162"/>
                  </a:lnTo>
                  <a:lnTo>
                    <a:pt x="0" y="156"/>
                  </a:lnTo>
                  <a:lnTo>
                    <a:pt x="2" y="150"/>
                  </a:lnTo>
                  <a:lnTo>
                    <a:pt x="10" y="140"/>
                  </a:lnTo>
                  <a:lnTo>
                    <a:pt x="18" y="130"/>
                  </a:lnTo>
                  <a:lnTo>
                    <a:pt x="26" y="122"/>
                  </a:lnTo>
                  <a:lnTo>
                    <a:pt x="26" y="114"/>
                  </a:lnTo>
                  <a:lnTo>
                    <a:pt x="28" y="110"/>
                  </a:lnTo>
                  <a:lnTo>
                    <a:pt x="32" y="104"/>
                  </a:lnTo>
                  <a:lnTo>
                    <a:pt x="36" y="102"/>
                  </a:lnTo>
                  <a:lnTo>
                    <a:pt x="48" y="94"/>
                  </a:lnTo>
                  <a:lnTo>
                    <a:pt x="58" y="88"/>
                  </a:lnTo>
                  <a:lnTo>
                    <a:pt x="70" y="68"/>
                  </a:lnTo>
                  <a:lnTo>
                    <a:pt x="70" y="38"/>
                  </a:lnTo>
                  <a:lnTo>
                    <a:pt x="70" y="24"/>
                  </a:lnTo>
                  <a:lnTo>
                    <a:pt x="72" y="16"/>
                  </a:lnTo>
                  <a:lnTo>
                    <a:pt x="80" y="14"/>
                  </a:lnTo>
                  <a:lnTo>
                    <a:pt x="90" y="8"/>
                  </a:lnTo>
                  <a:lnTo>
                    <a:pt x="94" y="6"/>
                  </a:lnTo>
                  <a:lnTo>
                    <a:pt x="100" y="6"/>
                  </a:lnTo>
                  <a:lnTo>
                    <a:pt x="106" y="6"/>
                  </a:lnTo>
                  <a:lnTo>
                    <a:pt x="112" y="10"/>
                  </a:lnTo>
                  <a:lnTo>
                    <a:pt x="140" y="10"/>
                  </a:lnTo>
                  <a:lnTo>
                    <a:pt x="146" y="6"/>
                  </a:lnTo>
                  <a:lnTo>
                    <a:pt x="152" y="2"/>
                  </a:lnTo>
                  <a:lnTo>
                    <a:pt x="160" y="0"/>
                  </a:lnTo>
                  <a:lnTo>
                    <a:pt x="168" y="0"/>
                  </a:lnTo>
                  <a:lnTo>
                    <a:pt x="186" y="4"/>
                  </a:lnTo>
                  <a:lnTo>
                    <a:pt x="202" y="8"/>
                  </a:lnTo>
                  <a:lnTo>
                    <a:pt x="212" y="16"/>
                  </a:lnTo>
                  <a:lnTo>
                    <a:pt x="224" y="22"/>
                  </a:lnTo>
                  <a:lnTo>
                    <a:pt x="230" y="24"/>
                  </a:lnTo>
                  <a:lnTo>
                    <a:pt x="238" y="26"/>
                  </a:lnTo>
                  <a:lnTo>
                    <a:pt x="246" y="24"/>
                  </a:lnTo>
                  <a:lnTo>
                    <a:pt x="254" y="22"/>
                  </a:lnTo>
                  <a:lnTo>
                    <a:pt x="264" y="14"/>
                  </a:lnTo>
                  <a:lnTo>
                    <a:pt x="274" y="4"/>
                  </a:lnTo>
                  <a:lnTo>
                    <a:pt x="280" y="2"/>
                  </a:lnTo>
                  <a:lnTo>
                    <a:pt x="286" y="0"/>
                  </a:lnTo>
                  <a:lnTo>
                    <a:pt x="292" y="2"/>
                  </a:lnTo>
                  <a:lnTo>
                    <a:pt x="300" y="8"/>
                  </a:lnTo>
                  <a:lnTo>
                    <a:pt x="324" y="18"/>
                  </a:lnTo>
                  <a:lnTo>
                    <a:pt x="364" y="22"/>
                  </a:lnTo>
                  <a:lnTo>
                    <a:pt x="360" y="28"/>
                  </a:lnTo>
                  <a:lnTo>
                    <a:pt x="352" y="34"/>
                  </a:lnTo>
                  <a:lnTo>
                    <a:pt x="332" y="48"/>
                  </a:lnTo>
                  <a:lnTo>
                    <a:pt x="324" y="58"/>
                  </a:lnTo>
                  <a:lnTo>
                    <a:pt x="318" y="66"/>
                  </a:lnTo>
                  <a:lnTo>
                    <a:pt x="316" y="72"/>
                  </a:lnTo>
                  <a:lnTo>
                    <a:pt x="316" y="76"/>
                  </a:lnTo>
                  <a:lnTo>
                    <a:pt x="316" y="80"/>
                  </a:lnTo>
                  <a:lnTo>
                    <a:pt x="320" y="84"/>
                  </a:lnTo>
                  <a:lnTo>
                    <a:pt x="350" y="84"/>
                  </a:lnTo>
                  <a:lnTo>
                    <a:pt x="362" y="72"/>
                  </a:lnTo>
                  <a:lnTo>
                    <a:pt x="364" y="82"/>
                  </a:lnTo>
                  <a:lnTo>
                    <a:pt x="364" y="90"/>
                  </a:lnTo>
                  <a:lnTo>
                    <a:pt x="360" y="96"/>
                  </a:lnTo>
                  <a:lnTo>
                    <a:pt x="346" y="100"/>
                  </a:lnTo>
                  <a:lnTo>
                    <a:pt x="338" y="104"/>
                  </a:lnTo>
                  <a:lnTo>
                    <a:pt x="322" y="112"/>
                  </a:lnTo>
                  <a:lnTo>
                    <a:pt x="324" y="132"/>
                  </a:lnTo>
                  <a:lnTo>
                    <a:pt x="344" y="142"/>
                  </a:lnTo>
                  <a:lnTo>
                    <a:pt x="340" y="166"/>
                  </a:lnTo>
                  <a:lnTo>
                    <a:pt x="340" y="196"/>
                  </a:lnTo>
                  <a:lnTo>
                    <a:pt x="342" y="204"/>
                  </a:lnTo>
                  <a:lnTo>
                    <a:pt x="344" y="214"/>
                  </a:lnTo>
                  <a:lnTo>
                    <a:pt x="342" y="228"/>
                  </a:lnTo>
                  <a:lnTo>
                    <a:pt x="340" y="232"/>
                  </a:lnTo>
                  <a:lnTo>
                    <a:pt x="338" y="238"/>
                  </a:lnTo>
                  <a:lnTo>
                    <a:pt x="330" y="240"/>
                  </a:lnTo>
                  <a:lnTo>
                    <a:pt x="328" y="226"/>
                  </a:lnTo>
                  <a:lnTo>
                    <a:pt x="324" y="224"/>
                  </a:lnTo>
                  <a:lnTo>
                    <a:pt x="320" y="224"/>
                  </a:lnTo>
                  <a:lnTo>
                    <a:pt x="312" y="226"/>
                  </a:lnTo>
                  <a:lnTo>
                    <a:pt x="304" y="232"/>
                  </a:lnTo>
                  <a:lnTo>
                    <a:pt x="296" y="240"/>
                  </a:lnTo>
                  <a:lnTo>
                    <a:pt x="280" y="256"/>
                  </a:lnTo>
                  <a:lnTo>
                    <a:pt x="270" y="268"/>
                  </a:lnTo>
                  <a:lnTo>
                    <a:pt x="266" y="278"/>
                  </a:lnTo>
                  <a:lnTo>
                    <a:pt x="262" y="286"/>
                  </a:lnTo>
                  <a:lnTo>
                    <a:pt x="260" y="344"/>
                  </a:lnTo>
                  <a:lnTo>
                    <a:pt x="250" y="342"/>
                  </a:lnTo>
                  <a:lnTo>
                    <a:pt x="222" y="344"/>
                  </a:lnTo>
                  <a:lnTo>
                    <a:pt x="200" y="346"/>
                  </a:lnTo>
                  <a:lnTo>
                    <a:pt x="180" y="352"/>
                  </a:lnTo>
                  <a:lnTo>
                    <a:pt x="158" y="360"/>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02" name="Freeform 22"/>
            <p:cNvSpPr/>
            <p:nvPr/>
          </p:nvSpPr>
          <p:spPr bwMode="auto">
            <a:xfrm>
              <a:off x="4975225" y="4273551"/>
              <a:ext cx="733425" cy="762000"/>
            </a:xfrm>
            <a:custGeom>
              <a:avLst/>
              <a:gdLst>
                <a:gd name="T0" fmla="*/ 360 w 462"/>
                <a:gd name="T1" fmla="*/ 474 h 480"/>
                <a:gd name="T2" fmla="*/ 328 w 462"/>
                <a:gd name="T3" fmla="*/ 448 h 480"/>
                <a:gd name="T4" fmla="*/ 300 w 462"/>
                <a:gd name="T5" fmla="*/ 412 h 480"/>
                <a:gd name="T6" fmla="*/ 282 w 462"/>
                <a:gd name="T7" fmla="*/ 362 h 480"/>
                <a:gd name="T8" fmla="*/ 252 w 462"/>
                <a:gd name="T9" fmla="*/ 340 h 480"/>
                <a:gd name="T10" fmla="*/ 230 w 462"/>
                <a:gd name="T11" fmla="*/ 340 h 480"/>
                <a:gd name="T12" fmla="*/ 214 w 462"/>
                <a:gd name="T13" fmla="*/ 346 h 480"/>
                <a:gd name="T14" fmla="*/ 196 w 462"/>
                <a:gd name="T15" fmla="*/ 376 h 480"/>
                <a:gd name="T16" fmla="*/ 176 w 462"/>
                <a:gd name="T17" fmla="*/ 402 h 480"/>
                <a:gd name="T18" fmla="*/ 152 w 462"/>
                <a:gd name="T19" fmla="*/ 428 h 480"/>
                <a:gd name="T20" fmla="*/ 144 w 462"/>
                <a:gd name="T21" fmla="*/ 430 h 480"/>
                <a:gd name="T22" fmla="*/ 118 w 462"/>
                <a:gd name="T23" fmla="*/ 442 h 480"/>
                <a:gd name="T24" fmla="*/ 72 w 462"/>
                <a:gd name="T25" fmla="*/ 434 h 480"/>
                <a:gd name="T26" fmla="*/ 38 w 462"/>
                <a:gd name="T27" fmla="*/ 416 h 480"/>
                <a:gd name="T28" fmla="*/ 46 w 462"/>
                <a:gd name="T29" fmla="*/ 386 h 480"/>
                <a:gd name="T30" fmla="*/ 42 w 462"/>
                <a:gd name="T31" fmla="*/ 360 h 480"/>
                <a:gd name="T32" fmla="*/ 2 w 462"/>
                <a:gd name="T33" fmla="*/ 312 h 480"/>
                <a:gd name="T34" fmla="*/ 10 w 462"/>
                <a:gd name="T35" fmla="*/ 228 h 480"/>
                <a:gd name="T36" fmla="*/ 0 w 462"/>
                <a:gd name="T37" fmla="*/ 168 h 480"/>
                <a:gd name="T38" fmla="*/ 4 w 462"/>
                <a:gd name="T39" fmla="*/ 166 h 480"/>
                <a:gd name="T40" fmla="*/ 64 w 462"/>
                <a:gd name="T41" fmla="*/ 212 h 480"/>
                <a:gd name="T42" fmla="*/ 82 w 462"/>
                <a:gd name="T43" fmla="*/ 216 h 480"/>
                <a:gd name="T44" fmla="*/ 110 w 462"/>
                <a:gd name="T45" fmla="*/ 208 h 480"/>
                <a:gd name="T46" fmla="*/ 148 w 462"/>
                <a:gd name="T47" fmla="*/ 172 h 480"/>
                <a:gd name="T48" fmla="*/ 176 w 462"/>
                <a:gd name="T49" fmla="*/ 116 h 480"/>
                <a:gd name="T50" fmla="*/ 210 w 462"/>
                <a:gd name="T51" fmla="*/ 62 h 480"/>
                <a:gd name="T52" fmla="*/ 232 w 462"/>
                <a:gd name="T53" fmla="*/ 4 h 480"/>
                <a:gd name="T54" fmla="*/ 272 w 462"/>
                <a:gd name="T55" fmla="*/ 0 h 480"/>
                <a:gd name="T56" fmla="*/ 306 w 462"/>
                <a:gd name="T57" fmla="*/ 10 h 480"/>
                <a:gd name="T58" fmla="*/ 352 w 462"/>
                <a:gd name="T59" fmla="*/ 50 h 480"/>
                <a:gd name="T60" fmla="*/ 394 w 462"/>
                <a:gd name="T61" fmla="*/ 60 h 480"/>
                <a:gd name="T62" fmla="*/ 444 w 462"/>
                <a:gd name="T63" fmla="*/ 98 h 480"/>
                <a:gd name="T64" fmla="*/ 462 w 462"/>
                <a:gd name="T65" fmla="*/ 134 h 480"/>
                <a:gd name="T66" fmla="*/ 430 w 462"/>
                <a:gd name="T67" fmla="*/ 158 h 480"/>
                <a:gd name="T68" fmla="*/ 402 w 462"/>
                <a:gd name="T69" fmla="*/ 182 h 480"/>
                <a:gd name="T70" fmla="*/ 336 w 462"/>
                <a:gd name="T71" fmla="*/ 188 h 480"/>
                <a:gd name="T72" fmla="*/ 292 w 462"/>
                <a:gd name="T73" fmla="*/ 192 h 480"/>
                <a:gd name="T74" fmla="*/ 284 w 462"/>
                <a:gd name="T75" fmla="*/ 218 h 480"/>
                <a:gd name="T76" fmla="*/ 288 w 462"/>
                <a:gd name="T77" fmla="*/ 236 h 480"/>
                <a:gd name="T78" fmla="*/ 284 w 462"/>
                <a:gd name="T79" fmla="*/ 276 h 480"/>
                <a:gd name="T80" fmla="*/ 304 w 462"/>
                <a:gd name="T81" fmla="*/ 296 h 480"/>
                <a:gd name="T82" fmla="*/ 362 w 462"/>
                <a:gd name="T83" fmla="*/ 364 h 480"/>
                <a:gd name="T84" fmla="*/ 372 w 462"/>
                <a:gd name="T85" fmla="*/ 400 h 4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62" h="480">
                  <a:moveTo>
                    <a:pt x="372" y="480"/>
                  </a:moveTo>
                  <a:lnTo>
                    <a:pt x="372" y="480"/>
                  </a:lnTo>
                  <a:lnTo>
                    <a:pt x="360" y="474"/>
                  </a:lnTo>
                  <a:lnTo>
                    <a:pt x="348" y="466"/>
                  </a:lnTo>
                  <a:lnTo>
                    <a:pt x="338" y="458"/>
                  </a:lnTo>
                  <a:lnTo>
                    <a:pt x="328" y="448"/>
                  </a:lnTo>
                  <a:lnTo>
                    <a:pt x="312" y="430"/>
                  </a:lnTo>
                  <a:lnTo>
                    <a:pt x="300" y="412"/>
                  </a:lnTo>
                  <a:lnTo>
                    <a:pt x="296" y="394"/>
                  </a:lnTo>
                  <a:lnTo>
                    <a:pt x="290" y="376"/>
                  </a:lnTo>
                  <a:lnTo>
                    <a:pt x="282" y="362"/>
                  </a:lnTo>
                  <a:lnTo>
                    <a:pt x="272" y="350"/>
                  </a:lnTo>
                  <a:lnTo>
                    <a:pt x="258" y="342"/>
                  </a:lnTo>
                  <a:lnTo>
                    <a:pt x="252" y="340"/>
                  </a:lnTo>
                  <a:lnTo>
                    <a:pt x="246" y="338"/>
                  </a:lnTo>
                  <a:lnTo>
                    <a:pt x="238" y="338"/>
                  </a:lnTo>
                  <a:lnTo>
                    <a:pt x="230" y="340"/>
                  </a:lnTo>
                  <a:lnTo>
                    <a:pt x="222" y="342"/>
                  </a:lnTo>
                  <a:lnTo>
                    <a:pt x="214" y="346"/>
                  </a:lnTo>
                  <a:lnTo>
                    <a:pt x="202" y="358"/>
                  </a:lnTo>
                  <a:lnTo>
                    <a:pt x="198" y="364"/>
                  </a:lnTo>
                  <a:lnTo>
                    <a:pt x="196" y="376"/>
                  </a:lnTo>
                  <a:lnTo>
                    <a:pt x="188" y="390"/>
                  </a:lnTo>
                  <a:lnTo>
                    <a:pt x="176" y="402"/>
                  </a:lnTo>
                  <a:lnTo>
                    <a:pt x="152" y="424"/>
                  </a:lnTo>
                  <a:lnTo>
                    <a:pt x="152" y="428"/>
                  </a:lnTo>
                  <a:lnTo>
                    <a:pt x="146" y="428"/>
                  </a:lnTo>
                  <a:lnTo>
                    <a:pt x="144" y="430"/>
                  </a:lnTo>
                  <a:lnTo>
                    <a:pt x="140" y="434"/>
                  </a:lnTo>
                  <a:lnTo>
                    <a:pt x="118" y="442"/>
                  </a:lnTo>
                  <a:lnTo>
                    <a:pt x="94" y="440"/>
                  </a:lnTo>
                  <a:lnTo>
                    <a:pt x="72" y="434"/>
                  </a:lnTo>
                  <a:lnTo>
                    <a:pt x="54" y="426"/>
                  </a:lnTo>
                  <a:lnTo>
                    <a:pt x="46" y="422"/>
                  </a:lnTo>
                  <a:lnTo>
                    <a:pt x="38" y="416"/>
                  </a:lnTo>
                  <a:lnTo>
                    <a:pt x="46" y="400"/>
                  </a:lnTo>
                  <a:lnTo>
                    <a:pt x="46" y="386"/>
                  </a:lnTo>
                  <a:lnTo>
                    <a:pt x="44" y="374"/>
                  </a:lnTo>
                  <a:lnTo>
                    <a:pt x="42" y="360"/>
                  </a:lnTo>
                  <a:lnTo>
                    <a:pt x="16" y="336"/>
                  </a:lnTo>
                  <a:lnTo>
                    <a:pt x="8" y="324"/>
                  </a:lnTo>
                  <a:lnTo>
                    <a:pt x="2" y="312"/>
                  </a:lnTo>
                  <a:lnTo>
                    <a:pt x="10" y="228"/>
                  </a:lnTo>
                  <a:lnTo>
                    <a:pt x="2" y="194"/>
                  </a:lnTo>
                  <a:lnTo>
                    <a:pt x="0" y="182"/>
                  </a:lnTo>
                  <a:lnTo>
                    <a:pt x="0" y="168"/>
                  </a:lnTo>
                  <a:lnTo>
                    <a:pt x="4" y="166"/>
                  </a:lnTo>
                  <a:lnTo>
                    <a:pt x="38" y="188"/>
                  </a:lnTo>
                  <a:lnTo>
                    <a:pt x="64" y="212"/>
                  </a:lnTo>
                  <a:lnTo>
                    <a:pt x="74" y="216"/>
                  </a:lnTo>
                  <a:lnTo>
                    <a:pt x="82" y="216"/>
                  </a:lnTo>
                  <a:lnTo>
                    <a:pt x="92" y="216"/>
                  </a:lnTo>
                  <a:lnTo>
                    <a:pt x="102" y="212"/>
                  </a:lnTo>
                  <a:lnTo>
                    <a:pt x="110" y="208"/>
                  </a:lnTo>
                  <a:lnTo>
                    <a:pt x="118" y="204"/>
                  </a:lnTo>
                  <a:lnTo>
                    <a:pt x="134" y="190"/>
                  </a:lnTo>
                  <a:lnTo>
                    <a:pt x="148" y="172"/>
                  </a:lnTo>
                  <a:lnTo>
                    <a:pt x="158" y="154"/>
                  </a:lnTo>
                  <a:lnTo>
                    <a:pt x="168" y="134"/>
                  </a:lnTo>
                  <a:lnTo>
                    <a:pt x="176" y="116"/>
                  </a:lnTo>
                  <a:lnTo>
                    <a:pt x="210" y="62"/>
                  </a:lnTo>
                  <a:lnTo>
                    <a:pt x="210" y="16"/>
                  </a:lnTo>
                  <a:lnTo>
                    <a:pt x="232" y="4"/>
                  </a:lnTo>
                  <a:lnTo>
                    <a:pt x="252" y="2"/>
                  </a:lnTo>
                  <a:lnTo>
                    <a:pt x="272" y="0"/>
                  </a:lnTo>
                  <a:lnTo>
                    <a:pt x="284" y="2"/>
                  </a:lnTo>
                  <a:lnTo>
                    <a:pt x="294" y="4"/>
                  </a:lnTo>
                  <a:lnTo>
                    <a:pt x="306" y="10"/>
                  </a:lnTo>
                  <a:lnTo>
                    <a:pt x="318" y="18"/>
                  </a:lnTo>
                  <a:lnTo>
                    <a:pt x="352" y="50"/>
                  </a:lnTo>
                  <a:lnTo>
                    <a:pt x="394" y="60"/>
                  </a:lnTo>
                  <a:lnTo>
                    <a:pt x="412" y="70"/>
                  </a:lnTo>
                  <a:lnTo>
                    <a:pt x="434" y="88"/>
                  </a:lnTo>
                  <a:lnTo>
                    <a:pt x="444" y="98"/>
                  </a:lnTo>
                  <a:lnTo>
                    <a:pt x="454" y="110"/>
                  </a:lnTo>
                  <a:lnTo>
                    <a:pt x="460" y="122"/>
                  </a:lnTo>
                  <a:lnTo>
                    <a:pt x="462" y="134"/>
                  </a:lnTo>
                  <a:lnTo>
                    <a:pt x="444" y="146"/>
                  </a:lnTo>
                  <a:lnTo>
                    <a:pt x="430" y="158"/>
                  </a:lnTo>
                  <a:lnTo>
                    <a:pt x="416" y="170"/>
                  </a:lnTo>
                  <a:lnTo>
                    <a:pt x="402" y="182"/>
                  </a:lnTo>
                  <a:lnTo>
                    <a:pt x="386" y="186"/>
                  </a:lnTo>
                  <a:lnTo>
                    <a:pt x="368" y="188"/>
                  </a:lnTo>
                  <a:lnTo>
                    <a:pt x="336" y="188"/>
                  </a:lnTo>
                  <a:lnTo>
                    <a:pt x="322" y="186"/>
                  </a:lnTo>
                  <a:lnTo>
                    <a:pt x="306" y="188"/>
                  </a:lnTo>
                  <a:lnTo>
                    <a:pt x="292" y="192"/>
                  </a:lnTo>
                  <a:lnTo>
                    <a:pt x="280" y="198"/>
                  </a:lnTo>
                  <a:lnTo>
                    <a:pt x="284" y="218"/>
                  </a:lnTo>
                  <a:lnTo>
                    <a:pt x="288" y="228"/>
                  </a:lnTo>
                  <a:lnTo>
                    <a:pt x="288" y="236"/>
                  </a:lnTo>
                  <a:lnTo>
                    <a:pt x="284" y="256"/>
                  </a:lnTo>
                  <a:lnTo>
                    <a:pt x="282" y="266"/>
                  </a:lnTo>
                  <a:lnTo>
                    <a:pt x="284" y="276"/>
                  </a:lnTo>
                  <a:lnTo>
                    <a:pt x="290" y="286"/>
                  </a:lnTo>
                  <a:lnTo>
                    <a:pt x="304" y="296"/>
                  </a:lnTo>
                  <a:lnTo>
                    <a:pt x="334" y="324"/>
                  </a:lnTo>
                  <a:lnTo>
                    <a:pt x="362" y="364"/>
                  </a:lnTo>
                  <a:lnTo>
                    <a:pt x="372" y="400"/>
                  </a:lnTo>
                  <a:lnTo>
                    <a:pt x="372" y="480"/>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03" name="Freeform 23"/>
            <p:cNvSpPr/>
            <p:nvPr/>
          </p:nvSpPr>
          <p:spPr bwMode="auto">
            <a:xfrm>
              <a:off x="5438775" y="4105276"/>
              <a:ext cx="1196975" cy="739775"/>
            </a:xfrm>
            <a:custGeom>
              <a:avLst/>
              <a:gdLst>
                <a:gd name="T0" fmla="*/ 72 w 754"/>
                <a:gd name="T1" fmla="*/ 452 h 466"/>
                <a:gd name="T2" fmla="*/ 4 w 754"/>
                <a:gd name="T3" fmla="*/ 380 h 466"/>
                <a:gd name="T4" fmla="*/ 2 w 754"/>
                <a:gd name="T5" fmla="*/ 362 h 466"/>
                <a:gd name="T6" fmla="*/ 6 w 754"/>
                <a:gd name="T7" fmla="*/ 348 h 466"/>
                <a:gd name="T8" fmla="*/ 0 w 754"/>
                <a:gd name="T9" fmla="*/ 310 h 466"/>
                <a:gd name="T10" fmla="*/ 18 w 754"/>
                <a:gd name="T11" fmla="*/ 304 h 466"/>
                <a:gd name="T12" fmla="*/ 96 w 754"/>
                <a:gd name="T13" fmla="*/ 304 h 466"/>
                <a:gd name="T14" fmla="*/ 138 w 754"/>
                <a:gd name="T15" fmla="*/ 276 h 466"/>
                <a:gd name="T16" fmla="*/ 178 w 754"/>
                <a:gd name="T17" fmla="*/ 244 h 466"/>
                <a:gd name="T18" fmla="*/ 180 w 754"/>
                <a:gd name="T19" fmla="*/ 226 h 466"/>
                <a:gd name="T20" fmla="*/ 126 w 754"/>
                <a:gd name="T21" fmla="*/ 166 h 466"/>
                <a:gd name="T22" fmla="*/ 100 w 754"/>
                <a:gd name="T23" fmla="*/ 144 h 466"/>
                <a:gd name="T24" fmla="*/ 98 w 754"/>
                <a:gd name="T25" fmla="*/ 96 h 466"/>
                <a:gd name="T26" fmla="*/ 136 w 754"/>
                <a:gd name="T27" fmla="*/ 66 h 466"/>
                <a:gd name="T28" fmla="*/ 146 w 754"/>
                <a:gd name="T29" fmla="*/ 54 h 466"/>
                <a:gd name="T30" fmla="*/ 140 w 754"/>
                <a:gd name="T31" fmla="*/ 30 h 466"/>
                <a:gd name="T32" fmla="*/ 118 w 754"/>
                <a:gd name="T33" fmla="*/ 10 h 466"/>
                <a:gd name="T34" fmla="*/ 108 w 754"/>
                <a:gd name="T35" fmla="*/ 0 h 466"/>
                <a:gd name="T36" fmla="*/ 234 w 754"/>
                <a:gd name="T37" fmla="*/ 6 h 466"/>
                <a:gd name="T38" fmla="*/ 246 w 754"/>
                <a:gd name="T39" fmla="*/ 22 h 466"/>
                <a:gd name="T40" fmla="*/ 276 w 754"/>
                <a:gd name="T41" fmla="*/ 46 h 466"/>
                <a:gd name="T42" fmla="*/ 314 w 754"/>
                <a:gd name="T43" fmla="*/ 62 h 466"/>
                <a:gd name="T44" fmla="*/ 338 w 754"/>
                <a:gd name="T45" fmla="*/ 72 h 466"/>
                <a:gd name="T46" fmla="*/ 494 w 754"/>
                <a:gd name="T47" fmla="*/ 100 h 466"/>
                <a:gd name="T48" fmla="*/ 504 w 754"/>
                <a:gd name="T49" fmla="*/ 116 h 466"/>
                <a:gd name="T50" fmla="*/ 524 w 754"/>
                <a:gd name="T51" fmla="*/ 136 h 466"/>
                <a:gd name="T52" fmla="*/ 618 w 754"/>
                <a:gd name="T53" fmla="*/ 158 h 466"/>
                <a:gd name="T54" fmla="*/ 626 w 754"/>
                <a:gd name="T55" fmla="*/ 160 h 466"/>
                <a:gd name="T56" fmla="*/ 660 w 754"/>
                <a:gd name="T57" fmla="*/ 164 h 466"/>
                <a:gd name="T58" fmla="*/ 670 w 754"/>
                <a:gd name="T59" fmla="*/ 174 h 466"/>
                <a:gd name="T60" fmla="*/ 684 w 754"/>
                <a:gd name="T61" fmla="*/ 192 h 466"/>
                <a:gd name="T62" fmla="*/ 702 w 754"/>
                <a:gd name="T63" fmla="*/ 196 h 466"/>
                <a:gd name="T64" fmla="*/ 718 w 754"/>
                <a:gd name="T65" fmla="*/ 208 h 466"/>
                <a:gd name="T66" fmla="*/ 708 w 754"/>
                <a:gd name="T67" fmla="*/ 228 h 466"/>
                <a:gd name="T68" fmla="*/ 702 w 754"/>
                <a:gd name="T69" fmla="*/ 250 h 466"/>
                <a:gd name="T70" fmla="*/ 724 w 754"/>
                <a:gd name="T71" fmla="*/ 274 h 466"/>
                <a:gd name="T72" fmla="*/ 732 w 754"/>
                <a:gd name="T73" fmla="*/ 298 h 466"/>
                <a:gd name="T74" fmla="*/ 740 w 754"/>
                <a:gd name="T75" fmla="*/ 320 h 466"/>
                <a:gd name="T76" fmla="*/ 754 w 754"/>
                <a:gd name="T77" fmla="*/ 330 h 466"/>
                <a:gd name="T78" fmla="*/ 734 w 754"/>
                <a:gd name="T79" fmla="*/ 338 h 466"/>
                <a:gd name="T80" fmla="*/ 692 w 754"/>
                <a:gd name="T81" fmla="*/ 354 h 466"/>
                <a:gd name="T82" fmla="*/ 640 w 754"/>
                <a:gd name="T83" fmla="*/ 392 h 466"/>
                <a:gd name="T84" fmla="*/ 616 w 754"/>
                <a:gd name="T85" fmla="*/ 414 h 466"/>
                <a:gd name="T86" fmla="*/ 582 w 754"/>
                <a:gd name="T87" fmla="*/ 424 h 466"/>
                <a:gd name="T88" fmla="*/ 562 w 754"/>
                <a:gd name="T89" fmla="*/ 434 h 466"/>
                <a:gd name="T90" fmla="*/ 544 w 754"/>
                <a:gd name="T91" fmla="*/ 448 h 466"/>
                <a:gd name="T92" fmla="*/ 512 w 754"/>
                <a:gd name="T93" fmla="*/ 422 h 466"/>
                <a:gd name="T94" fmla="*/ 482 w 754"/>
                <a:gd name="T95" fmla="*/ 408 h 466"/>
                <a:gd name="T96" fmla="*/ 450 w 754"/>
                <a:gd name="T97" fmla="*/ 380 h 466"/>
                <a:gd name="T98" fmla="*/ 426 w 754"/>
                <a:gd name="T99" fmla="*/ 384 h 466"/>
                <a:gd name="T100" fmla="*/ 410 w 754"/>
                <a:gd name="T101" fmla="*/ 404 h 466"/>
                <a:gd name="T102" fmla="*/ 358 w 754"/>
                <a:gd name="T103" fmla="*/ 392 h 466"/>
                <a:gd name="T104" fmla="*/ 286 w 754"/>
                <a:gd name="T105" fmla="*/ 352 h 466"/>
                <a:gd name="T106" fmla="*/ 252 w 754"/>
                <a:gd name="T107" fmla="*/ 346 h 466"/>
                <a:gd name="T108" fmla="*/ 200 w 754"/>
                <a:gd name="T109" fmla="*/ 338 h 466"/>
                <a:gd name="T110" fmla="*/ 184 w 754"/>
                <a:gd name="T111" fmla="*/ 350 h 466"/>
                <a:gd name="T112" fmla="*/ 202 w 754"/>
                <a:gd name="T113" fmla="*/ 380 h 466"/>
                <a:gd name="T114" fmla="*/ 196 w 754"/>
                <a:gd name="T115" fmla="*/ 392 h 466"/>
                <a:gd name="T116" fmla="*/ 164 w 754"/>
                <a:gd name="T117" fmla="*/ 390 h 466"/>
                <a:gd name="T118" fmla="*/ 128 w 754"/>
                <a:gd name="T119" fmla="*/ 406 h 466"/>
                <a:gd name="T120" fmla="*/ 96 w 754"/>
                <a:gd name="T121" fmla="*/ 454 h 466"/>
                <a:gd name="T122" fmla="*/ 80 w 754"/>
                <a:gd name="T123" fmla="*/ 466 h 4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54" h="466">
                  <a:moveTo>
                    <a:pt x="80" y="466"/>
                  </a:moveTo>
                  <a:lnTo>
                    <a:pt x="80" y="466"/>
                  </a:lnTo>
                  <a:lnTo>
                    <a:pt x="72" y="452"/>
                  </a:lnTo>
                  <a:lnTo>
                    <a:pt x="64" y="440"/>
                  </a:lnTo>
                  <a:lnTo>
                    <a:pt x="44" y="418"/>
                  </a:lnTo>
                  <a:lnTo>
                    <a:pt x="4" y="380"/>
                  </a:lnTo>
                  <a:lnTo>
                    <a:pt x="2" y="368"/>
                  </a:lnTo>
                  <a:lnTo>
                    <a:pt x="2" y="362"/>
                  </a:lnTo>
                  <a:lnTo>
                    <a:pt x="4" y="356"/>
                  </a:lnTo>
                  <a:lnTo>
                    <a:pt x="6" y="348"/>
                  </a:lnTo>
                  <a:lnTo>
                    <a:pt x="8" y="328"/>
                  </a:lnTo>
                  <a:lnTo>
                    <a:pt x="0" y="310"/>
                  </a:lnTo>
                  <a:lnTo>
                    <a:pt x="6" y="306"/>
                  </a:lnTo>
                  <a:lnTo>
                    <a:pt x="18" y="304"/>
                  </a:lnTo>
                  <a:lnTo>
                    <a:pt x="44" y="302"/>
                  </a:lnTo>
                  <a:lnTo>
                    <a:pt x="96" y="304"/>
                  </a:lnTo>
                  <a:lnTo>
                    <a:pt x="112" y="298"/>
                  </a:lnTo>
                  <a:lnTo>
                    <a:pt x="126" y="288"/>
                  </a:lnTo>
                  <a:lnTo>
                    <a:pt x="138" y="276"/>
                  </a:lnTo>
                  <a:lnTo>
                    <a:pt x="152" y="264"/>
                  </a:lnTo>
                  <a:lnTo>
                    <a:pt x="178" y="244"/>
                  </a:lnTo>
                  <a:lnTo>
                    <a:pt x="180" y="226"/>
                  </a:lnTo>
                  <a:lnTo>
                    <a:pt x="162" y="200"/>
                  </a:lnTo>
                  <a:lnTo>
                    <a:pt x="144" y="182"/>
                  </a:lnTo>
                  <a:lnTo>
                    <a:pt x="126" y="166"/>
                  </a:lnTo>
                  <a:lnTo>
                    <a:pt x="106" y="156"/>
                  </a:lnTo>
                  <a:lnTo>
                    <a:pt x="100" y="144"/>
                  </a:lnTo>
                  <a:lnTo>
                    <a:pt x="98" y="96"/>
                  </a:lnTo>
                  <a:lnTo>
                    <a:pt x="114" y="80"/>
                  </a:lnTo>
                  <a:lnTo>
                    <a:pt x="124" y="72"/>
                  </a:lnTo>
                  <a:lnTo>
                    <a:pt x="136" y="66"/>
                  </a:lnTo>
                  <a:lnTo>
                    <a:pt x="142" y="60"/>
                  </a:lnTo>
                  <a:lnTo>
                    <a:pt x="146" y="54"/>
                  </a:lnTo>
                  <a:lnTo>
                    <a:pt x="146" y="48"/>
                  </a:lnTo>
                  <a:lnTo>
                    <a:pt x="146" y="42"/>
                  </a:lnTo>
                  <a:lnTo>
                    <a:pt x="140" y="30"/>
                  </a:lnTo>
                  <a:lnTo>
                    <a:pt x="134" y="22"/>
                  </a:lnTo>
                  <a:lnTo>
                    <a:pt x="118" y="10"/>
                  </a:lnTo>
                  <a:lnTo>
                    <a:pt x="112" y="6"/>
                  </a:lnTo>
                  <a:lnTo>
                    <a:pt x="108" y="0"/>
                  </a:lnTo>
                  <a:lnTo>
                    <a:pt x="196" y="0"/>
                  </a:lnTo>
                  <a:lnTo>
                    <a:pt x="234" y="6"/>
                  </a:lnTo>
                  <a:lnTo>
                    <a:pt x="238" y="14"/>
                  </a:lnTo>
                  <a:lnTo>
                    <a:pt x="246" y="22"/>
                  </a:lnTo>
                  <a:lnTo>
                    <a:pt x="254" y="30"/>
                  </a:lnTo>
                  <a:lnTo>
                    <a:pt x="264" y="38"/>
                  </a:lnTo>
                  <a:lnTo>
                    <a:pt x="276" y="46"/>
                  </a:lnTo>
                  <a:lnTo>
                    <a:pt x="288" y="52"/>
                  </a:lnTo>
                  <a:lnTo>
                    <a:pt x="300" y="58"/>
                  </a:lnTo>
                  <a:lnTo>
                    <a:pt x="314" y="62"/>
                  </a:lnTo>
                  <a:lnTo>
                    <a:pt x="338" y="72"/>
                  </a:lnTo>
                  <a:lnTo>
                    <a:pt x="456" y="74"/>
                  </a:lnTo>
                  <a:lnTo>
                    <a:pt x="494" y="100"/>
                  </a:lnTo>
                  <a:lnTo>
                    <a:pt x="498" y="108"/>
                  </a:lnTo>
                  <a:lnTo>
                    <a:pt x="504" y="116"/>
                  </a:lnTo>
                  <a:lnTo>
                    <a:pt x="512" y="126"/>
                  </a:lnTo>
                  <a:lnTo>
                    <a:pt x="524" y="136"/>
                  </a:lnTo>
                  <a:lnTo>
                    <a:pt x="578" y="140"/>
                  </a:lnTo>
                  <a:lnTo>
                    <a:pt x="618" y="158"/>
                  </a:lnTo>
                  <a:lnTo>
                    <a:pt x="622" y="160"/>
                  </a:lnTo>
                  <a:lnTo>
                    <a:pt x="626" y="160"/>
                  </a:lnTo>
                  <a:lnTo>
                    <a:pt x="638" y="160"/>
                  </a:lnTo>
                  <a:lnTo>
                    <a:pt x="652" y="162"/>
                  </a:lnTo>
                  <a:lnTo>
                    <a:pt x="660" y="164"/>
                  </a:lnTo>
                  <a:lnTo>
                    <a:pt x="668" y="170"/>
                  </a:lnTo>
                  <a:lnTo>
                    <a:pt x="670" y="174"/>
                  </a:lnTo>
                  <a:lnTo>
                    <a:pt x="672" y="180"/>
                  </a:lnTo>
                  <a:lnTo>
                    <a:pt x="676" y="186"/>
                  </a:lnTo>
                  <a:lnTo>
                    <a:pt x="684" y="192"/>
                  </a:lnTo>
                  <a:lnTo>
                    <a:pt x="690" y="194"/>
                  </a:lnTo>
                  <a:lnTo>
                    <a:pt x="702" y="196"/>
                  </a:lnTo>
                  <a:lnTo>
                    <a:pt x="710" y="198"/>
                  </a:lnTo>
                  <a:lnTo>
                    <a:pt x="714" y="202"/>
                  </a:lnTo>
                  <a:lnTo>
                    <a:pt x="718" y="208"/>
                  </a:lnTo>
                  <a:lnTo>
                    <a:pt x="720" y="214"/>
                  </a:lnTo>
                  <a:lnTo>
                    <a:pt x="708" y="228"/>
                  </a:lnTo>
                  <a:lnTo>
                    <a:pt x="706" y="236"/>
                  </a:lnTo>
                  <a:lnTo>
                    <a:pt x="702" y="250"/>
                  </a:lnTo>
                  <a:lnTo>
                    <a:pt x="708" y="256"/>
                  </a:lnTo>
                  <a:lnTo>
                    <a:pt x="716" y="264"/>
                  </a:lnTo>
                  <a:lnTo>
                    <a:pt x="724" y="274"/>
                  </a:lnTo>
                  <a:lnTo>
                    <a:pt x="732" y="290"/>
                  </a:lnTo>
                  <a:lnTo>
                    <a:pt x="732" y="298"/>
                  </a:lnTo>
                  <a:lnTo>
                    <a:pt x="734" y="310"/>
                  </a:lnTo>
                  <a:lnTo>
                    <a:pt x="736" y="316"/>
                  </a:lnTo>
                  <a:lnTo>
                    <a:pt x="740" y="320"/>
                  </a:lnTo>
                  <a:lnTo>
                    <a:pt x="746" y="326"/>
                  </a:lnTo>
                  <a:lnTo>
                    <a:pt x="754" y="330"/>
                  </a:lnTo>
                  <a:lnTo>
                    <a:pt x="754" y="334"/>
                  </a:lnTo>
                  <a:lnTo>
                    <a:pt x="734" y="338"/>
                  </a:lnTo>
                  <a:lnTo>
                    <a:pt x="718" y="342"/>
                  </a:lnTo>
                  <a:lnTo>
                    <a:pt x="704" y="348"/>
                  </a:lnTo>
                  <a:lnTo>
                    <a:pt x="692" y="354"/>
                  </a:lnTo>
                  <a:lnTo>
                    <a:pt x="670" y="372"/>
                  </a:lnTo>
                  <a:lnTo>
                    <a:pt x="640" y="392"/>
                  </a:lnTo>
                  <a:lnTo>
                    <a:pt x="634" y="396"/>
                  </a:lnTo>
                  <a:lnTo>
                    <a:pt x="626" y="400"/>
                  </a:lnTo>
                  <a:lnTo>
                    <a:pt x="616" y="414"/>
                  </a:lnTo>
                  <a:lnTo>
                    <a:pt x="598" y="420"/>
                  </a:lnTo>
                  <a:lnTo>
                    <a:pt x="582" y="424"/>
                  </a:lnTo>
                  <a:lnTo>
                    <a:pt x="576" y="426"/>
                  </a:lnTo>
                  <a:lnTo>
                    <a:pt x="570" y="430"/>
                  </a:lnTo>
                  <a:lnTo>
                    <a:pt x="562" y="434"/>
                  </a:lnTo>
                  <a:lnTo>
                    <a:pt x="556" y="442"/>
                  </a:lnTo>
                  <a:lnTo>
                    <a:pt x="544" y="448"/>
                  </a:lnTo>
                  <a:lnTo>
                    <a:pt x="512" y="422"/>
                  </a:lnTo>
                  <a:lnTo>
                    <a:pt x="500" y="418"/>
                  </a:lnTo>
                  <a:lnTo>
                    <a:pt x="490" y="414"/>
                  </a:lnTo>
                  <a:lnTo>
                    <a:pt x="482" y="408"/>
                  </a:lnTo>
                  <a:lnTo>
                    <a:pt x="474" y="402"/>
                  </a:lnTo>
                  <a:lnTo>
                    <a:pt x="462" y="390"/>
                  </a:lnTo>
                  <a:lnTo>
                    <a:pt x="450" y="380"/>
                  </a:lnTo>
                  <a:lnTo>
                    <a:pt x="434" y="382"/>
                  </a:lnTo>
                  <a:lnTo>
                    <a:pt x="426" y="384"/>
                  </a:lnTo>
                  <a:lnTo>
                    <a:pt x="420" y="392"/>
                  </a:lnTo>
                  <a:lnTo>
                    <a:pt x="410" y="404"/>
                  </a:lnTo>
                  <a:lnTo>
                    <a:pt x="392" y="402"/>
                  </a:lnTo>
                  <a:lnTo>
                    <a:pt x="374" y="398"/>
                  </a:lnTo>
                  <a:lnTo>
                    <a:pt x="358" y="392"/>
                  </a:lnTo>
                  <a:lnTo>
                    <a:pt x="342" y="384"/>
                  </a:lnTo>
                  <a:lnTo>
                    <a:pt x="312" y="366"/>
                  </a:lnTo>
                  <a:lnTo>
                    <a:pt x="286" y="352"/>
                  </a:lnTo>
                  <a:lnTo>
                    <a:pt x="268" y="348"/>
                  </a:lnTo>
                  <a:lnTo>
                    <a:pt x="252" y="346"/>
                  </a:lnTo>
                  <a:lnTo>
                    <a:pt x="228" y="338"/>
                  </a:lnTo>
                  <a:lnTo>
                    <a:pt x="200" y="338"/>
                  </a:lnTo>
                  <a:lnTo>
                    <a:pt x="192" y="342"/>
                  </a:lnTo>
                  <a:lnTo>
                    <a:pt x="186" y="344"/>
                  </a:lnTo>
                  <a:lnTo>
                    <a:pt x="184" y="350"/>
                  </a:lnTo>
                  <a:lnTo>
                    <a:pt x="186" y="358"/>
                  </a:lnTo>
                  <a:lnTo>
                    <a:pt x="192" y="368"/>
                  </a:lnTo>
                  <a:lnTo>
                    <a:pt x="202" y="380"/>
                  </a:lnTo>
                  <a:lnTo>
                    <a:pt x="196" y="392"/>
                  </a:lnTo>
                  <a:lnTo>
                    <a:pt x="182" y="390"/>
                  </a:lnTo>
                  <a:lnTo>
                    <a:pt x="164" y="390"/>
                  </a:lnTo>
                  <a:lnTo>
                    <a:pt x="150" y="394"/>
                  </a:lnTo>
                  <a:lnTo>
                    <a:pt x="138" y="398"/>
                  </a:lnTo>
                  <a:lnTo>
                    <a:pt x="128" y="406"/>
                  </a:lnTo>
                  <a:lnTo>
                    <a:pt x="118" y="414"/>
                  </a:lnTo>
                  <a:lnTo>
                    <a:pt x="112" y="426"/>
                  </a:lnTo>
                  <a:lnTo>
                    <a:pt x="96" y="454"/>
                  </a:lnTo>
                  <a:lnTo>
                    <a:pt x="88" y="460"/>
                  </a:lnTo>
                  <a:lnTo>
                    <a:pt x="80" y="466"/>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04" name="Freeform 24"/>
            <p:cNvSpPr/>
            <p:nvPr/>
          </p:nvSpPr>
          <p:spPr bwMode="auto">
            <a:xfrm>
              <a:off x="6423025" y="3759201"/>
              <a:ext cx="739775" cy="911225"/>
            </a:xfrm>
            <a:custGeom>
              <a:avLst/>
              <a:gdLst>
                <a:gd name="T0" fmla="*/ 212 w 466"/>
                <a:gd name="T1" fmla="*/ 570 h 574"/>
                <a:gd name="T2" fmla="*/ 202 w 466"/>
                <a:gd name="T3" fmla="*/ 516 h 574"/>
                <a:gd name="T4" fmla="*/ 166 w 466"/>
                <a:gd name="T5" fmla="*/ 522 h 574"/>
                <a:gd name="T6" fmla="*/ 148 w 466"/>
                <a:gd name="T7" fmla="*/ 546 h 574"/>
                <a:gd name="T8" fmla="*/ 140 w 466"/>
                <a:gd name="T9" fmla="*/ 538 h 574"/>
                <a:gd name="T10" fmla="*/ 122 w 466"/>
                <a:gd name="T11" fmla="*/ 520 h 574"/>
                <a:gd name="T12" fmla="*/ 114 w 466"/>
                <a:gd name="T13" fmla="*/ 490 h 574"/>
                <a:gd name="T14" fmla="*/ 102 w 466"/>
                <a:gd name="T15" fmla="*/ 470 h 574"/>
                <a:gd name="T16" fmla="*/ 100 w 466"/>
                <a:gd name="T17" fmla="*/ 446 h 574"/>
                <a:gd name="T18" fmla="*/ 106 w 466"/>
                <a:gd name="T19" fmla="*/ 416 h 574"/>
                <a:gd name="T20" fmla="*/ 68 w 466"/>
                <a:gd name="T21" fmla="*/ 398 h 574"/>
                <a:gd name="T22" fmla="*/ 58 w 466"/>
                <a:gd name="T23" fmla="*/ 380 h 574"/>
                <a:gd name="T24" fmla="*/ 56 w 466"/>
                <a:gd name="T25" fmla="*/ 366 h 574"/>
                <a:gd name="T26" fmla="*/ 86 w 466"/>
                <a:gd name="T27" fmla="*/ 346 h 574"/>
                <a:gd name="T28" fmla="*/ 96 w 466"/>
                <a:gd name="T29" fmla="*/ 284 h 574"/>
                <a:gd name="T30" fmla="*/ 78 w 466"/>
                <a:gd name="T31" fmla="*/ 252 h 574"/>
                <a:gd name="T32" fmla="*/ 48 w 466"/>
                <a:gd name="T33" fmla="*/ 262 h 574"/>
                <a:gd name="T34" fmla="*/ 30 w 466"/>
                <a:gd name="T35" fmla="*/ 252 h 574"/>
                <a:gd name="T36" fmla="*/ 0 w 466"/>
                <a:gd name="T37" fmla="*/ 202 h 574"/>
                <a:gd name="T38" fmla="*/ 10 w 466"/>
                <a:gd name="T39" fmla="*/ 180 h 574"/>
                <a:gd name="T40" fmla="*/ 42 w 466"/>
                <a:gd name="T41" fmla="*/ 148 h 574"/>
                <a:gd name="T42" fmla="*/ 44 w 466"/>
                <a:gd name="T43" fmla="*/ 72 h 574"/>
                <a:gd name="T44" fmla="*/ 58 w 466"/>
                <a:gd name="T45" fmla="*/ 74 h 574"/>
                <a:gd name="T46" fmla="*/ 76 w 466"/>
                <a:gd name="T47" fmla="*/ 110 h 574"/>
                <a:gd name="T48" fmla="*/ 110 w 466"/>
                <a:gd name="T49" fmla="*/ 120 h 574"/>
                <a:gd name="T50" fmla="*/ 126 w 466"/>
                <a:gd name="T51" fmla="*/ 80 h 574"/>
                <a:gd name="T52" fmla="*/ 134 w 466"/>
                <a:gd name="T53" fmla="*/ 54 h 574"/>
                <a:gd name="T54" fmla="*/ 102 w 466"/>
                <a:gd name="T55" fmla="*/ 6 h 574"/>
                <a:gd name="T56" fmla="*/ 118 w 466"/>
                <a:gd name="T57" fmla="*/ 0 h 574"/>
                <a:gd name="T58" fmla="*/ 150 w 466"/>
                <a:gd name="T59" fmla="*/ 40 h 574"/>
                <a:gd name="T60" fmla="*/ 176 w 466"/>
                <a:gd name="T61" fmla="*/ 80 h 574"/>
                <a:gd name="T62" fmla="*/ 264 w 466"/>
                <a:gd name="T63" fmla="*/ 106 h 574"/>
                <a:gd name="T64" fmla="*/ 294 w 466"/>
                <a:gd name="T65" fmla="*/ 174 h 574"/>
                <a:gd name="T66" fmla="*/ 318 w 466"/>
                <a:gd name="T67" fmla="*/ 202 h 574"/>
                <a:gd name="T68" fmla="*/ 358 w 466"/>
                <a:gd name="T69" fmla="*/ 194 h 574"/>
                <a:gd name="T70" fmla="*/ 362 w 466"/>
                <a:gd name="T71" fmla="*/ 180 h 574"/>
                <a:gd name="T72" fmla="*/ 388 w 466"/>
                <a:gd name="T73" fmla="*/ 194 h 574"/>
                <a:gd name="T74" fmla="*/ 382 w 466"/>
                <a:gd name="T75" fmla="*/ 224 h 574"/>
                <a:gd name="T76" fmla="*/ 338 w 466"/>
                <a:gd name="T77" fmla="*/ 250 h 574"/>
                <a:gd name="T78" fmla="*/ 330 w 466"/>
                <a:gd name="T79" fmla="*/ 280 h 574"/>
                <a:gd name="T80" fmla="*/ 326 w 466"/>
                <a:gd name="T81" fmla="*/ 302 h 574"/>
                <a:gd name="T82" fmla="*/ 380 w 466"/>
                <a:gd name="T83" fmla="*/ 346 h 574"/>
                <a:gd name="T84" fmla="*/ 392 w 466"/>
                <a:gd name="T85" fmla="*/ 360 h 574"/>
                <a:gd name="T86" fmla="*/ 456 w 466"/>
                <a:gd name="T87" fmla="*/ 378 h 574"/>
                <a:gd name="T88" fmla="*/ 466 w 466"/>
                <a:gd name="T89" fmla="*/ 402 h 574"/>
                <a:gd name="T90" fmla="*/ 426 w 466"/>
                <a:gd name="T91" fmla="*/ 420 h 574"/>
                <a:gd name="T92" fmla="*/ 416 w 466"/>
                <a:gd name="T93" fmla="*/ 440 h 574"/>
                <a:gd name="T94" fmla="*/ 420 w 466"/>
                <a:gd name="T95" fmla="*/ 460 h 574"/>
                <a:gd name="T96" fmla="*/ 400 w 466"/>
                <a:gd name="T97" fmla="*/ 522 h 574"/>
                <a:gd name="T98" fmla="*/ 378 w 466"/>
                <a:gd name="T99" fmla="*/ 546 h 574"/>
                <a:gd name="T100" fmla="*/ 330 w 466"/>
                <a:gd name="T101" fmla="*/ 560 h 574"/>
                <a:gd name="T102" fmla="*/ 278 w 466"/>
                <a:gd name="T103" fmla="*/ 566 h 574"/>
                <a:gd name="T104" fmla="*/ 256 w 466"/>
                <a:gd name="T105" fmla="*/ 536 h 574"/>
                <a:gd name="T106" fmla="*/ 238 w 466"/>
                <a:gd name="T107" fmla="*/ 532 h 574"/>
                <a:gd name="T108" fmla="*/ 226 w 466"/>
                <a:gd name="T109" fmla="*/ 574 h 5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66" h="574">
                  <a:moveTo>
                    <a:pt x="216" y="574"/>
                  </a:moveTo>
                  <a:lnTo>
                    <a:pt x="216" y="574"/>
                  </a:lnTo>
                  <a:lnTo>
                    <a:pt x="212" y="570"/>
                  </a:lnTo>
                  <a:lnTo>
                    <a:pt x="212" y="524"/>
                  </a:lnTo>
                  <a:lnTo>
                    <a:pt x="202" y="516"/>
                  </a:lnTo>
                  <a:lnTo>
                    <a:pt x="182" y="516"/>
                  </a:lnTo>
                  <a:lnTo>
                    <a:pt x="176" y="518"/>
                  </a:lnTo>
                  <a:lnTo>
                    <a:pt x="170" y="520"/>
                  </a:lnTo>
                  <a:lnTo>
                    <a:pt x="166" y="522"/>
                  </a:lnTo>
                  <a:lnTo>
                    <a:pt x="162" y="528"/>
                  </a:lnTo>
                  <a:lnTo>
                    <a:pt x="154" y="542"/>
                  </a:lnTo>
                  <a:lnTo>
                    <a:pt x="148" y="546"/>
                  </a:lnTo>
                  <a:lnTo>
                    <a:pt x="144" y="548"/>
                  </a:lnTo>
                  <a:lnTo>
                    <a:pt x="142" y="542"/>
                  </a:lnTo>
                  <a:lnTo>
                    <a:pt x="140" y="538"/>
                  </a:lnTo>
                  <a:lnTo>
                    <a:pt x="130" y="532"/>
                  </a:lnTo>
                  <a:lnTo>
                    <a:pt x="122" y="520"/>
                  </a:lnTo>
                  <a:lnTo>
                    <a:pt x="122" y="510"/>
                  </a:lnTo>
                  <a:lnTo>
                    <a:pt x="120" y="502"/>
                  </a:lnTo>
                  <a:lnTo>
                    <a:pt x="118" y="494"/>
                  </a:lnTo>
                  <a:lnTo>
                    <a:pt x="114" y="490"/>
                  </a:lnTo>
                  <a:lnTo>
                    <a:pt x="108" y="480"/>
                  </a:lnTo>
                  <a:lnTo>
                    <a:pt x="104" y="476"/>
                  </a:lnTo>
                  <a:lnTo>
                    <a:pt x="102" y="470"/>
                  </a:lnTo>
                  <a:lnTo>
                    <a:pt x="94" y="462"/>
                  </a:lnTo>
                  <a:lnTo>
                    <a:pt x="94" y="452"/>
                  </a:lnTo>
                  <a:lnTo>
                    <a:pt x="100" y="446"/>
                  </a:lnTo>
                  <a:lnTo>
                    <a:pt x="112" y="436"/>
                  </a:lnTo>
                  <a:lnTo>
                    <a:pt x="110" y="424"/>
                  </a:lnTo>
                  <a:lnTo>
                    <a:pt x="106" y="416"/>
                  </a:lnTo>
                  <a:lnTo>
                    <a:pt x="100" y="410"/>
                  </a:lnTo>
                  <a:lnTo>
                    <a:pt x="92" y="406"/>
                  </a:lnTo>
                  <a:lnTo>
                    <a:pt x="74" y="400"/>
                  </a:lnTo>
                  <a:lnTo>
                    <a:pt x="68" y="398"/>
                  </a:lnTo>
                  <a:lnTo>
                    <a:pt x="60" y="394"/>
                  </a:lnTo>
                  <a:lnTo>
                    <a:pt x="58" y="380"/>
                  </a:lnTo>
                  <a:lnTo>
                    <a:pt x="54" y="376"/>
                  </a:lnTo>
                  <a:lnTo>
                    <a:pt x="54" y="370"/>
                  </a:lnTo>
                  <a:lnTo>
                    <a:pt x="56" y="366"/>
                  </a:lnTo>
                  <a:lnTo>
                    <a:pt x="64" y="356"/>
                  </a:lnTo>
                  <a:lnTo>
                    <a:pt x="74" y="350"/>
                  </a:lnTo>
                  <a:lnTo>
                    <a:pt x="86" y="346"/>
                  </a:lnTo>
                  <a:lnTo>
                    <a:pt x="102" y="326"/>
                  </a:lnTo>
                  <a:lnTo>
                    <a:pt x="100" y="304"/>
                  </a:lnTo>
                  <a:lnTo>
                    <a:pt x="96" y="284"/>
                  </a:lnTo>
                  <a:lnTo>
                    <a:pt x="88" y="266"/>
                  </a:lnTo>
                  <a:lnTo>
                    <a:pt x="84" y="260"/>
                  </a:lnTo>
                  <a:lnTo>
                    <a:pt x="78" y="252"/>
                  </a:lnTo>
                  <a:lnTo>
                    <a:pt x="56" y="252"/>
                  </a:lnTo>
                  <a:lnTo>
                    <a:pt x="48" y="262"/>
                  </a:lnTo>
                  <a:lnTo>
                    <a:pt x="40" y="264"/>
                  </a:lnTo>
                  <a:lnTo>
                    <a:pt x="34" y="258"/>
                  </a:lnTo>
                  <a:lnTo>
                    <a:pt x="30" y="252"/>
                  </a:lnTo>
                  <a:lnTo>
                    <a:pt x="24" y="238"/>
                  </a:lnTo>
                  <a:lnTo>
                    <a:pt x="20" y="216"/>
                  </a:lnTo>
                  <a:lnTo>
                    <a:pt x="0" y="202"/>
                  </a:lnTo>
                  <a:lnTo>
                    <a:pt x="2" y="194"/>
                  </a:lnTo>
                  <a:lnTo>
                    <a:pt x="6" y="186"/>
                  </a:lnTo>
                  <a:lnTo>
                    <a:pt x="10" y="180"/>
                  </a:lnTo>
                  <a:lnTo>
                    <a:pt x="16" y="172"/>
                  </a:lnTo>
                  <a:lnTo>
                    <a:pt x="30" y="160"/>
                  </a:lnTo>
                  <a:lnTo>
                    <a:pt x="42" y="148"/>
                  </a:lnTo>
                  <a:lnTo>
                    <a:pt x="46" y="128"/>
                  </a:lnTo>
                  <a:lnTo>
                    <a:pt x="46" y="108"/>
                  </a:lnTo>
                  <a:lnTo>
                    <a:pt x="44" y="72"/>
                  </a:lnTo>
                  <a:lnTo>
                    <a:pt x="48" y="70"/>
                  </a:lnTo>
                  <a:lnTo>
                    <a:pt x="58" y="74"/>
                  </a:lnTo>
                  <a:lnTo>
                    <a:pt x="60" y="82"/>
                  </a:lnTo>
                  <a:lnTo>
                    <a:pt x="66" y="96"/>
                  </a:lnTo>
                  <a:lnTo>
                    <a:pt x="72" y="104"/>
                  </a:lnTo>
                  <a:lnTo>
                    <a:pt x="76" y="110"/>
                  </a:lnTo>
                  <a:lnTo>
                    <a:pt x="82" y="116"/>
                  </a:lnTo>
                  <a:lnTo>
                    <a:pt x="90" y="120"/>
                  </a:lnTo>
                  <a:lnTo>
                    <a:pt x="110" y="120"/>
                  </a:lnTo>
                  <a:lnTo>
                    <a:pt x="118" y="104"/>
                  </a:lnTo>
                  <a:lnTo>
                    <a:pt x="122" y="92"/>
                  </a:lnTo>
                  <a:lnTo>
                    <a:pt x="126" y="80"/>
                  </a:lnTo>
                  <a:lnTo>
                    <a:pt x="132" y="66"/>
                  </a:lnTo>
                  <a:lnTo>
                    <a:pt x="134" y="54"/>
                  </a:lnTo>
                  <a:lnTo>
                    <a:pt x="96" y="18"/>
                  </a:lnTo>
                  <a:lnTo>
                    <a:pt x="98" y="10"/>
                  </a:lnTo>
                  <a:lnTo>
                    <a:pt x="102" y="6"/>
                  </a:lnTo>
                  <a:lnTo>
                    <a:pt x="106" y="4"/>
                  </a:lnTo>
                  <a:lnTo>
                    <a:pt x="112" y="0"/>
                  </a:lnTo>
                  <a:lnTo>
                    <a:pt x="118" y="0"/>
                  </a:lnTo>
                  <a:lnTo>
                    <a:pt x="128" y="12"/>
                  </a:lnTo>
                  <a:lnTo>
                    <a:pt x="140" y="24"/>
                  </a:lnTo>
                  <a:lnTo>
                    <a:pt x="150" y="40"/>
                  </a:lnTo>
                  <a:lnTo>
                    <a:pt x="160" y="60"/>
                  </a:lnTo>
                  <a:lnTo>
                    <a:pt x="176" y="80"/>
                  </a:lnTo>
                  <a:lnTo>
                    <a:pt x="248" y="94"/>
                  </a:lnTo>
                  <a:lnTo>
                    <a:pt x="264" y="106"/>
                  </a:lnTo>
                  <a:lnTo>
                    <a:pt x="272" y="126"/>
                  </a:lnTo>
                  <a:lnTo>
                    <a:pt x="280" y="150"/>
                  </a:lnTo>
                  <a:lnTo>
                    <a:pt x="286" y="162"/>
                  </a:lnTo>
                  <a:lnTo>
                    <a:pt x="294" y="174"/>
                  </a:lnTo>
                  <a:lnTo>
                    <a:pt x="302" y="184"/>
                  </a:lnTo>
                  <a:lnTo>
                    <a:pt x="314" y="194"/>
                  </a:lnTo>
                  <a:lnTo>
                    <a:pt x="318" y="202"/>
                  </a:lnTo>
                  <a:lnTo>
                    <a:pt x="336" y="200"/>
                  </a:lnTo>
                  <a:lnTo>
                    <a:pt x="348" y="198"/>
                  </a:lnTo>
                  <a:lnTo>
                    <a:pt x="358" y="194"/>
                  </a:lnTo>
                  <a:lnTo>
                    <a:pt x="360" y="182"/>
                  </a:lnTo>
                  <a:lnTo>
                    <a:pt x="360" y="180"/>
                  </a:lnTo>
                  <a:lnTo>
                    <a:pt x="362" y="180"/>
                  </a:lnTo>
                  <a:lnTo>
                    <a:pt x="366" y="180"/>
                  </a:lnTo>
                  <a:lnTo>
                    <a:pt x="380" y="180"/>
                  </a:lnTo>
                  <a:lnTo>
                    <a:pt x="388" y="194"/>
                  </a:lnTo>
                  <a:lnTo>
                    <a:pt x="392" y="206"/>
                  </a:lnTo>
                  <a:lnTo>
                    <a:pt x="394" y="220"/>
                  </a:lnTo>
                  <a:lnTo>
                    <a:pt x="382" y="224"/>
                  </a:lnTo>
                  <a:lnTo>
                    <a:pt x="370" y="226"/>
                  </a:lnTo>
                  <a:lnTo>
                    <a:pt x="348" y="226"/>
                  </a:lnTo>
                  <a:lnTo>
                    <a:pt x="338" y="250"/>
                  </a:lnTo>
                  <a:lnTo>
                    <a:pt x="334" y="274"/>
                  </a:lnTo>
                  <a:lnTo>
                    <a:pt x="330" y="280"/>
                  </a:lnTo>
                  <a:lnTo>
                    <a:pt x="326" y="284"/>
                  </a:lnTo>
                  <a:lnTo>
                    <a:pt x="326" y="292"/>
                  </a:lnTo>
                  <a:lnTo>
                    <a:pt x="326" y="302"/>
                  </a:lnTo>
                  <a:lnTo>
                    <a:pt x="368" y="342"/>
                  </a:lnTo>
                  <a:lnTo>
                    <a:pt x="372" y="344"/>
                  </a:lnTo>
                  <a:lnTo>
                    <a:pt x="380" y="346"/>
                  </a:lnTo>
                  <a:lnTo>
                    <a:pt x="388" y="350"/>
                  </a:lnTo>
                  <a:lnTo>
                    <a:pt x="390" y="354"/>
                  </a:lnTo>
                  <a:lnTo>
                    <a:pt x="392" y="360"/>
                  </a:lnTo>
                  <a:lnTo>
                    <a:pt x="408" y="374"/>
                  </a:lnTo>
                  <a:lnTo>
                    <a:pt x="456" y="378"/>
                  </a:lnTo>
                  <a:lnTo>
                    <a:pt x="466" y="386"/>
                  </a:lnTo>
                  <a:lnTo>
                    <a:pt x="466" y="402"/>
                  </a:lnTo>
                  <a:lnTo>
                    <a:pt x="458" y="408"/>
                  </a:lnTo>
                  <a:lnTo>
                    <a:pt x="450" y="412"/>
                  </a:lnTo>
                  <a:lnTo>
                    <a:pt x="434" y="416"/>
                  </a:lnTo>
                  <a:lnTo>
                    <a:pt x="426" y="420"/>
                  </a:lnTo>
                  <a:lnTo>
                    <a:pt x="422" y="424"/>
                  </a:lnTo>
                  <a:lnTo>
                    <a:pt x="418" y="430"/>
                  </a:lnTo>
                  <a:lnTo>
                    <a:pt x="416" y="440"/>
                  </a:lnTo>
                  <a:lnTo>
                    <a:pt x="420" y="450"/>
                  </a:lnTo>
                  <a:lnTo>
                    <a:pt x="420" y="456"/>
                  </a:lnTo>
                  <a:lnTo>
                    <a:pt x="420" y="460"/>
                  </a:lnTo>
                  <a:lnTo>
                    <a:pt x="408" y="466"/>
                  </a:lnTo>
                  <a:lnTo>
                    <a:pt x="400" y="472"/>
                  </a:lnTo>
                  <a:lnTo>
                    <a:pt x="400" y="522"/>
                  </a:lnTo>
                  <a:lnTo>
                    <a:pt x="392" y="532"/>
                  </a:lnTo>
                  <a:lnTo>
                    <a:pt x="384" y="540"/>
                  </a:lnTo>
                  <a:lnTo>
                    <a:pt x="378" y="546"/>
                  </a:lnTo>
                  <a:lnTo>
                    <a:pt x="368" y="550"/>
                  </a:lnTo>
                  <a:lnTo>
                    <a:pt x="352" y="556"/>
                  </a:lnTo>
                  <a:lnTo>
                    <a:pt x="330" y="560"/>
                  </a:lnTo>
                  <a:lnTo>
                    <a:pt x="316" y="566"/>
                  </a:lnTo>
                  <a:lnTo>
                    <a:pt x="302" y="570"/>
                  </a:lnTo>
                  <a:lnTo>
                    <a:pt x="290" y="570"/>
                  </a:lnTo>
                  <a:lnTo>
                    <a:pt x="278" y="566"/>
                  </a:lnTo>
                  <a:lnTo>
                    <a:pt x="268" y="556"/>
                  </a:lnTo>
                  <a:lnTo>
                    <a:pt x="260" y="546"/>
                  </a:lnTo>
                  <a:lnTo>
                    <a:pt x="256" y="536"/>
                  </a:lnTo>
                  <a:lnTo>
                    <a:pt x="250" y="530"/>
                  </a:lnTo>
                  <a:lnTo>
                    <a:pt x="242" y="530"/>
                  </a:lnTo>
                  <a:lnTo>
                    <a:pt x="238" y="532"/>
                  </a:lnTo>
                  <a:lnTo>
                    <a:pt x="234" y="542"/>
                  </a:lnTo>
                  <a:lnTo>
                    <a:pt x="226" y="574"/>
                  </a:lnTo>
                  <a:lnTo>
                    <a:pt x="216" y="574"/>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05" name="Freeform 25"/>
            <p:cNvSpPr/>
            <p:nvPr/>
          </p:nvSpPr>
          <p:spPr bwMode="auto">
            <a:xfrm>
              <a:off x="6619875" y="3635376"/>
              <a:ext cx="863600" cy="854075"/>
            </a:xfrm>
            <a:custGeom>
              <a:avLst/>
              <a:gdLst>
                <a:gd name="T0" fmla="*/ 322 w 544"/>
                <a:gd name="T1" fmla="*/ 532 h 538"/>
                <a:gd name="T2" fmla="*/ 308 w 544"/>
                <a:gd name="T3" fmla="*/ 518 h 538"/>
                <a:gd name="T4" fmla="*/ 308 w 544"/>
                <a:gd name="T5" fmla="*/ 508 h 538"/>
                <a:gd name="T6" fmla="*/ 354 w 544"/>
                <a:gd name="T7" fmla="*/ 484 h 538"/>
                <a:gd name="T8" fmla="*/ 342 w 544"/>
                <a:gd name="T9" fmla="*/ 450 h 538"/>
                <a:gd name="T10" fmla="*/ 298 w 544"/>
                <a:gd name="T11" fmla="*/ 444 h 538"/>
                <a:gd name="T12" fmla="*/ 272 w 544"/>
                <a:gd name="T13" fmla="*/ 420 h 538"/>
                <a:gd name="T14" fmla="*/ 240 w 544"/>
                <a:gd name="T15" fmla="*/ 400 h 538"/>
                <a:gd name="T16" fmla="*/ 216 w 544"/>
                <a:gd name="T17" fmla="*/ 380 h 538"/>
                <a:gd name="T18" fmla="*/ 216 w 544"/>
                <a:gd name="T19" fmla="*/ 364 h 538"/>
                <a:gd name="T20" fmla="*/ 224 w 544"/>
                <a:gd name="T21" fmla="*/ 334 h 538"/>
                <a:gd name="T22" fmla="*/ 254 w 544"/>
                <a:gd name="T23" fmla="*/ 314 h 538"/>
                <a:gd name="T24" fmla="*/ 280 w 544"/>
                <a:gd name="T25" fmla="*/ 304 h 538"/>
                <a:gd name="T26" fmla="*/ 264 w 544"/>
                <a:gd name="T27" fmla="*/ 250 h 538"/>
                <a:gd name="T28" fmla="*/ 228 w 544"/>
                <a:gd name="T29" fmla="*/ 252 h 538"/>
                <a:gd name="T30" fmla="*/ 202 w 544"/>
                <a:gd name="T31" fmla="*/ 272 h 538"/>
                <a:gd name="T32" fmla="*/ 186 w 544"/>
                <a:gd name="T33" fmla="*/ 256 h 538"/>
                <a:gd name="T34" fmla="*/ 152 w 544"/>
                <a:gd name="T35" fmla="*/ 186 h 538"/>
                <a:gd name="T36" fmla="*/ 116 w 544"/>
                <a:gd name="T37" fmla="*/ 158 h 538"/>
                <a:gd name="T38" fmla="*/ 58 w 544"/>
                <a:gd name="T39" fmla="*/ 146 h 538"/>
                <a:gd name="T40" fmla="*/ 26 w 544"/>
                <a:gd name="T41" fmla="*/ 98 h 538"/>
                <a:gd name="T42" fmla="*/ 0 w 544"/>
                <a:gd name="T43" fmla="*/ 56 h 538"/>
                <a:gd name="T44" fmla="*/ 10 w 544"/>
                <a:gd name="T45" fmla="*/ 36 h 538"/>
                <a:gd name="T46" fmla="*/ 30 w 544"/>
                <a:gd name="T47" fmla="*/ 52 h 538"/>
                <a:gd name="T48" fmla="*/ 36 w 544"/>
                <a:gd name="T49" fmla="*/ 60 h 538"/>
                <a:gd name="T50" fmla="*/ 60 w 544"/>
                <a:gd name="T51" fmla="*/ 90 h 538"/>
                <a:gd name="T52" fmla="*/ 112 w 544"/>
                <a:gd name="T53" fmla="*/ 98 h 538"/>
                <a:gd name="T54" fmla="*/ 140 w 544"/>
                <a:gd name="T55" fmla="*/ 68 h 538"/>
                <a:gd name="T56" fmla="*/ 160 w 544"/>
                <a:gd name="T57" fmla="*/ 76 h 538"/>
                <a:gd name="T58" fmla="*/ 200 w 544"/>
                <a:gd name="T59" fmla="*/ 50 h 538"/>
                <a:gd name="T60" fmla="*/ 212 w 544"/>
                <a:gd name="T61" fmla="*/ 10 h 538"/>
                <a:gd name="T62" fmla="*/ 236 w 544"/>
                <a:gd name="T63" fmla="*/ 0 h 538"/>
                <a:gd name="T64" fmla="*/ 268 w 544"/>
                <a:gd name="T65" fmla="*/ 52 h 538"/>
                <a:gd name="T66" fmla="*/ 338 w 544"/>
                <a:gd name="T67" fmla="*/ 88 h 538"/>
                <a:gd name="T68" fmla="*/ 412 w 544"/>
                <a:gd name="T69" fmla="*/ 218 h 538"/>
                <a:gd name="T70" fmla="*/ 424 w 544"/>
                <a:gd name="T71" fmla="*/ 258 h 538"/>
                <a:gd name="T72" fmla="*/ 500 w 544"/>
                <a:gd name="T73" fmla="*/ 312 h 538"/>
                <a:gd name="T74" fmla="*/ 526 w 544"/>
                <a:gd name="T75" fmla="*/ 336 h 538"/>
                <a:gd name="T76" fmla="*/ 470 w 544"/>
                <a:gd name="T77" fmla="*/ 340 h 538"/>
                <a:gd name="T78" fmla="*/ 504 w 544"/>
                <a:gd name="T79" fmla="*/ 374 h 538"/>
                <a:gd name="T80" fmla="*/ 498 w 544"/>
                <a:gd name="T81" fmla="*/ 392 h 538"/>
                <a:gd name="T82" fmla="*/ 540 w 544"/>
                <a:gd name="T83" fmla="*/ 420 h 538"/>
                <a:gd name="T84" fmla="*/ 540 w 544"/>
                <a:gd name="T85" fmla="*/ 440 h 538"/>
                <a:gd name="T86" fmla="*/ 502 w 544"/>
                <a:gd name="T87" fmla="*/ 468 h 538"/>
                <a:gd name="T88" fmla="*/ 498 w 544"/>
                <a:gd name="T89" fmla="*/ 474 h 538"/>
                <a:gd name="T90" fmla="*/ 452 w 544"/>
                <a:gd name="T91" fmla="*/ 514 h 538"/>
                <a:gd name="T92" fmla="*/ 416 w 544"/>
                <a:gd name="T93" fmla="*/ 530 h 538"/>
                <a:gd name="T94" fmla="*/ 342 w 544"/>
                <a:gd name="T95" fmla="*/ 538 h 5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44" h="538">
                  <a:moveTo>
                    <a:pt x="342" y="538"/>
                  </a:moveTo>
                  <a:lnTo>
                    <a:pt x="342" y="538"/>
                  </a:lnTo>
                  <a:lnTo>
                    <a:pt x="330" y="534"/>
                  </a:lnTo>
                  <a:lnTo>
                    <a:pt x="322" y="532"/>
                  </a:lnTo>
                  <a:lnTo>
                    <a:pt x="308" y="532"/>
                  </a:lnTo>
                  <a:lnTo>
                    <a:pt x="308" y="518"/>
                  </a:lnTo>
                  <a:lnTo>
                    <a:pt x="304" y="516"/>
                  </a:lnTo>
                  <a:lnTo>
                    <a:pt x="304" y="514"/>
                  </a:lnTo>
                  <a:lnTo>
                    <a:pt x="304" y="512"/>
                  </a:lnTo>
                  <a:lnTo>
                    <a:pt x="308" y="508"/>
                  </a:lnTo>
                  <a:lnTo>
                    <a:pt x="316" y="506"/>
                  </a:lnTo>
                  <a:lnTo>
                    <a:pt x="344" y="496"/>
                  </a:lnTo>
                  <a:lnTo>
                    <a:pt x="354" y="484"/>
                  </a:lnTo>
                  <a:lnTo>
                    <a:pt x="352" y="468"/>
                  </a:lnTo>
                  <a:lnTo>
                    <a:pt x="348" y="458"/>
                  </a:lnTo>
                  <a:lnTo>
                    <a:pt x="342" y="450"/>
                  </a:lnTo>
                  <a:lnTo>
                    <a:pt x="336" y="446"/>
                  </a:lnTo>
                  <a:lnTo>
                    <a:pt x="326" y="444"/>
                  </a:lnTo>
                  <a:lnTo>
                    <a:pt x="318" y="444"/>
                  </a:lnTo>
                  <a:lnTo>
                    <a:pt x="298" y="444"/>
                  </a:lnTo>
                  <a:lnTo>
                    <a:pt x="286" y="438"/>
                  </a:lnTo>
                  <a:lnTo>
                    <a:pt x="280" y="432"/>
                  </a:lnTo>
                  <a:lnTo>
                    <a:pt x="272" y="420"/>
                  </a:lnTo>
                  <a:lnTo>
                    <a:pt x="258" y="414"/>
                  </a:lnTo>
                  <a:lnTo>
                    <a:pt x="248" y="408"/>
                  </a:lnTo>
                  <a:lnTo>
                    <a:pt x="240" y="400"/>
                  </a:lnTo>
                  <a:lnTo>
                    <a:pt x="234" y="394"/>
                  </a:lnTo>
                  <a:lnTo>
                    <a:pt x="222" y="386"/>
                  </a:lnTo>
                  <a:lnTo>
                    <a:pt x="216" y="380"/>
                  </a:lnTo>
                  <a:lnTo>
                    <a:pt x="214" y="374"/>
                  </a:lnTo>
                  <a:lnTo>
                    <a:pt x="210" y="368"/>
                  </a:lnTo>
                  <a:lnTo>
                    <a:pt x="216" y="364"/>
                  </a:lnTo>
                  <a:lnTo>
                    <a:pt x="220" y="360"/>
                  </a:lnTo>
                  <a:lnTo>
                    <a:pt x="222" y="350"/>
                  </a:lnTo>
                  <a:lnTo>
                    <a:pt x="224" y="334"/>
                  </a:lnTo>
                  <a:lnTo>
                    <a:pt x="230" y="314"/>
                  </a:lnTo>
                  <a:lnTo>
                    <a:pt x="242" y="314"/>
                  </a:lnTo>
                  <a:lnTo>
                    <a:pt x="254" y="314"/>
                  </a:lnTo>
                  <a:lnTo>
                    <a:pt x="266" y="312"/>
                  </a:lnTo>
                  <a:lnTo>
                    <a:pt x="274" y="308"/>
                  </a:lnTo>
                  <a:lnTo>
                    <a:pt x="280" y="304"/>
                  </a:lnTo>
                  <a:lnTo>
                    <a:pt x="278" y="286"/>
                  </a:lnTo>
                  <a:lnTo>
                    <a:pt x="276" y="268"/>
                  </a:lnTo>
                  <a:lnTo>
                    <a:pt x="268" y="256"/>
                  </a:lnTo>
                  <a:lnTo>
                    <a:pt x="264" y="250"/>
                  </a:lnTo>
                  <a:lnTo>
                    <a:pt x="260" y="246"/>
                  </a:lnTo>
                  <a:lnTo>
                    <a:pt x="240" y="248"/>
                  </a:lnTo>
                  <a:lnTo>
                    <a:pt x="228" y="252"/>
                  </a:lnTo>
                  <a:lnTo>
                    <a:pt x="224" y="268"/>
                  </a:lnTo>
                  <a:lnTo>
                    <a:pt x="202" y="272"/>
                  </a:lnTo>
                  <a:lnTo>
                    <a:pt x="198" y="264"/>
                  </a:lnTo>
                  <a:lnTo>
                    <a:pt x="194" y="260"/>
                  </a:lnTo>
                  <a:lnTo>
                    <a:pt x="186" y="256"/>
                  </a:lnTo>
                  <a:lnTo>
                    <a:pt x="172" y="230"/>
                  </a:lnTo>
                  <a:lnTo>
                    <a:pt x="162" y="206"/>
                  </a:lnTo>
                  <a:lnTo>
                    <a:pt x="152" y="186"/>
                  </a:lnTo>
                  <a:lnTo>
                    <a:pt x="140" y="168"/>
                  </a:lnTo>
                  <a:lnTo>
                    <a:pt x="128" y="162"/>
                  </a:lnTo>
                  <a:lnTo>
                    <a:pt x="116" y="158"/>
                  </a:lnTo>
                  <a:lnTo>
                    <a:pt x="96" y="158"/>
                  </a:lnTo>
                  <a:lnTo>
                    <a:pt x="58" y="146"/>
                  </a:lnTo>
                  <a:lnTo>
                    <a:pt x="50" y="136"/>
                  </a:lnTo>
                  <a:lnTo>
                    <a:pt x="40" y="116"/>
                  </a:lnTo>
                  <a:lnTo>
                    <a:pt x="26" y="98"/>
                  </a:lnTo>
                  <a:lnTo>
                    <a:pt x="12" y="80"/>
                  </a:lnTo>
                  <a:lnTo>
                    <a:pt x="0" y="70"/>
                  </a:lnTo>
                  <a:lnTo>
                    <a:pt x="0" y="56"/>
                  </a:lnTo>
                  <a:lnTo>
                    <a:pt x="0" y="42"/>
                  </a:lnTo>
                  <a:lnTo>
                    <a:pt x="0" y="38"/>
                  </a:lnTo>
                  <a:lnTo>
                    <a:pt x="4" y="36"/>
                  </a:lnTo>
                  <a:lnTo>
                    <a:pt x="10" y="36"/>
                  </a:lnTo>
                  <a:lnTo>
                    <a:pt x="18" y="40"/>
                  </a:lnTo>
                  <a:lnTo>
                    <a:pt x="22" y="48"/>
                  </a:lnTo>
                  <a:lnTo>
                    <a:pt x="30" y="52"/>
                  </a:lnTo>
                  <a:lnTo>
                    <a:pt x="30" y="56"/>
                  </a:lnTo>
                  <a:lnTo>
                    <a:pt x="36" y="60"/>
                  </a:lnTo>
                  <a:lnTo>
                    <a:pt x="44" y="68"/>
                  </a:lnTo>
                  <a:lnTo>
                    <a:pt x="50" y="76"/>
                  </a:lnTo>
                  <a:lnTo>
                    <a:pt x="60" y="90"/>
                  </a:lnTo>
                  <a:lnTo>
                    <a:pt x="68" y="92"/>
                  </a:lnTo>
                  <a:lnTo>
                    <a:pt x="80" y="96"/>
                  </a:lnTo>
                  <a:lnTo>
                    <a:pt x="112" y="98"/>
                  </a:lnTo>
                  <a:lnTo>
                    <a:pt x="118" y="94"/>
                  </a:lnTo>
                  <a:lnTo>
                    <a:pt x="124" y="88"/>
                  </a:lnTo>
                  <a:lnTo>
                    <a:pt x="134" y="74"/>
                  </a:lnTo>
                  <a:lnTo>
                    <a:pt x="140" y="68"/>
                  </a:lnTo>
                  <a:lnTo>
                    <a:pt x="146" y="66"/>
                  </a:lnTo>
                  <a:lnTo>
                    <a:pt x="150" y="66"/>
                  </a:lnTo>
                  <a:lnTo>
                    <a:pt x="154" y="68"/>
                  </a:lnTo>
                  <a:lnTo>
                    <a:pt x="160" y="76"/>
                  </a:lnTo>
                  <a:lnTo>
                    <a:pt x="178" y="78"/>
                  </a:lnTo>
                  <a:lnTo>
                    <a:pt x="200" y="50"/>
                  </a:lnTo>
                  <a:lnTo>
                    <a:pt x="202" y="32"/>
                  </a:lnTo>
                  <a:lnTo>
                    <a:pt x="208" y="16"/>
                  </a:lnTo>
                  <a:lnTo>
                    <a:pt x="212" y="10"/>
                  </a:lnTo>
                  <a:lnTo>
                    <a:pt x="218" y="4"/>
                  </a:lnTo>
                  <a:lnTo>
                    <a:pt x="226" y="2"/>
                  </a:lnTo>
                  <a:lnTo>
                    <a:pt x="236" y="0"/>
                  </a:lnTo>
                  <a:lnTo>
                    <a:pt x="236" y="26"/>
                  </a:lnTo>
                  <a:lnTo>
                    <a:pt x="268" y="52"/>
                  </a:lnTo>
                  <a:lnTo>
                    <a:pt x="284" y="58"/>
                  </a:lnTo>
                  <a:lnTo>
                    <a:pt x="300" y="68"/>
                  </a:lnTo>
                  <a:lnTo>
                    <a:pt x="318" y="78"/>
                  </a:lnTo>
                  <a:lnTo>
                    <a:pt x="338" y="88"/>
                  </a:lnTo>
                  <a:lnTo>
                    <a:pt x="372" y="150"/>
                  </a:lnTo>
                  <a:lnTo>
                    <a:pt x="390" y="184"/>
                  </a:lnTo>
                  <a:lnTo>
                    <a:pt x="412" y="218"/>
                  </a:lnTo>
                  <a:lnTo>
                    <a:pt x="414" y="230"/>
                  </a:lnTo>
                  <a:lnTo>
                    <a:pt x="418" y="244"/>
                  </a:lnTo>
                  <a:lnTo>
                    <a:pt x="424" y="258"/>
                  </a:lnTo>
                  <a:lnTo>
                    <a:pt x="432" y="274"/>
                  </a:lnTo>
                  <a:lnTo>
                    <a:pt x="478" y="298"/>
                  </a:lnTo>
                  <a:lnTo>
                    <a:pt x="500" y="312"/>
                  </a:lnTo>
                  <a:lnTo>
                    <a:pt x="526" y="330"/>
                  </a:lnTo>
                  <a:lnTo>
                    <a:pt x="526" y="336"/>
                  </a:lnTo>
                  <a:lnTo>
                    <a:pt x="522" y="340"/>
                  </a:lnTo>
                  <a:lnTo>
                    <a:pt x="514" y="340"/>
                  </a:lnTo>
                  <a:lnTo>
                    <a:pt x="496" y="342"/>
                  </a:lnTo>
                  <a:lnTo>
                    <a:pt x="470" y="340"/>
                  </a:lnTo>
                  <a:lnTo>
                    <a:pt x="470" y="362"/>
                  </a:lnTo>
                  <a:lnTo>
                    <a:pt x="504" y="374"/>
                  </a:lnTo>
                  <a:lnTo>
                    <a:pt x="500" y="380"/>
                  </a:lnTo>
                  <a:lnTo>
                    <a:pt x="498" y="386"/>
                  </a:lnTo>
                  <a:lnTo>
                    <a:pt x="498" y="392"/>
                  </a:lnTo>
                  <a:lnTo>
                    <a:pt x="500" y="400"/>
                  </a:lnTo>
                  <a:lnTo>
                    <a:pt x="540" y="420"/>
                  </a:lnTo>
                  <a:lnTo>
                    <a:pt x="544" y="426"/>
                  </a:lnTo>
                  <a:lnTo>
                    <a:pt x="542" y="434"/>
                  </a:lnTo>
                  <a:lnTo>
                    <a:pt x="540" y="440"/>
                  </a:lnTo>
                  <a:lnTo>
                    <a:pt x="536" y="446"/>
                  </a:lnTo>
                  <a:lnTo>
                    <a:pt x="530" y="450"/>
                  </a:lnTo>
                  <a:lnTo>
                    <a:pt x="516" y="460"/>
                  </a:lnTo>
                  <a:lnTo>
                    <a:pt x="502" y="468"/>
                  </a:lnTo>
                  <a:lnTo>
                    <a:pt x="502" y="472"/>
                  </a:lnTo>
                  <a:lnTo>
                    <a:pt x="498" y="474"/>
                  </a:lnTo>
                  <a:lnTo>
                    <a:pt x="492" y="478"/>
                  </a:lnTo>
                  <a:lnTo>
                    <a:pt x="478" y="490"/>
                  </a:lnTo>
                  <a:lnTo>
                    <a:pt x="452" y="514"/>
                  </a:lnTo>
                  <a:lnTo>
                    <a:pt x="418" y="526"/>
                  </a:lnTo>
                  <a:lnTo>
                    <a:pt x="416" y="530"/>
                  </a:lnTo>
                  <a:lnTo>
                    <a:pt x="366" y="528"/>
                  </a:lnTo>
                  <a:lnTo>
                    <a:pt x="354" y="532"/>
                  </a:lnTo>
                  <a:lnTo>
                    <a:pt x="342" y="538"/>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06" name="Freeform 26"/>
            <p:cNvSpPr/>
            <p:nvPr/>
          </p:nvSpPr>
          <p:spPr bwMode="auto">
            <a:xfrm>
              <a:off x="5727700" y="3489326"/>
              <a:ext cx="889000" cy="860425"/>
            </a:xfrm>
            <a:custGeom>
              <a:avLst/>
              <a:gdLst>
                <a:gd name="T0" fmla="*/ 434 w 560"/>
                <a:gd name="T1" fmla="*/ 536 h 542"/>
                <a:gd name="T2" fmla="*/ 400 w 560"/>
                <a:gd name="T3" fmla="*/ 518 h 542"/>
                <a:gd name="T4" fmla="*/ 346 w 560"/>
                <a:gd name="T5" fmla="*/ 512 h 542"/>
                <a:gd name="T6" fmla="*/ 316 w 560"/>
                <a:gd name="T7" fmla="*/ 476 h 542"/>
                <a:gd name="T8" fmla="*/ 282 w 560"/>
                <a:gd name="T9" fmla="*/ 454 h 542"/>
                <a:gd name="T10" fmla="*/ 116 w 560"/>
                <a:gd name="T11" fmla="*/ 434 h 542"/>
                <a:gd name="T12" fmla="*/ 84 w 560"/>
                <a:gd name="T13" fmla="*/ 412 h 542"/>
                <a:gd name="T14" fmla="*/ 68 w 560"/>
                <a:gd name="T15" fmla="*/ 398 h 542"/>
                <a:gd name="T16" fmla="*/ 58 w 560"/>
                <a:gd name="T17" fmla="*/ 370 h 542"/>
                <a:gd name="T18" fmla="*/ 18 w 560"/>
                <a:gd name="T19" fmla="*/ 292 h 542"/>
                <a:gd name="T20" fmla="*/ 2 w 560"/>
                <a:gd name="T21" fmla="*/ 246 h 542"/>
                <a:gd name="T22" fmla="*/ 14 w 560"/>
                <a:gd name="T23" fmla="*/ 206 h 542"/>
                <a:gd name="T24" fmla="*/ 50 w 560"/>
                <a:gd name="T25" fmla="*/ 182 h 542"/>
                <a:gd name="T26" fmla="*/ 68 w 560"/>
                <a:gd name="T27" fmla="*/ 172 h 542"/>
                <a:gd name="T28" fmla="*/ 104 w 560"/>
                <a:gd name="T29" fmla="*/ 164 h 542"/>
                <a:gd name="T30" fmla="*/ 138 w 560"/>
                <a:gd name="T31" fmla="*/ 144 h 542"/>
                <a:gd name="T32" fmla="*/ 208 w 560"/>
                <a:gd name="T33" fmla="*/ 128 h 542"/>
                <a:gd name="T34" fmla="*/ 234 w 560"/>
                <a:gd name="T35" fmla="*/ 106 h 542"/>
                <a:gd name="T36" fmla="*/ 266 w 560"/>
                <a:gd name="T37" fmla="*/ 74 h 542"/>
                <a:gd name="T38" fmla="*/ 280 w 560"/>
                <a:gd name="T39" fmla="*/ 44 h 542"/>
                <a:gd name="T40" fmla="*/ 284 w 560"/>
                <a:gd name="T41" fmla="*/ 0 h 542"/>
                <a:gd name="T42" fmla="*/ 414 w 560"/>
                <a:gd name="T43" fmla="*/ 12 h 542"/>
                <a:gd name="T44" fmla="*/ 428 w 560"/>
                <a:gd name="T45" fmla="*/ 32 h 542"/>
                <a:gd name="T46" fmla="*/ 444 w 560"/>
                <a:gd name="T47" fmla="*/ 58 h 542"/>
                <a:gd name="T48" fmla="*/ 438 w 560"/>
                <a:gd name="T49" fmla="*/ 82 h 542"/>
                <a:gd name="T50" fmla="*/ 418 w 560"/>
                <a:gd name="T51" fmla="*/ 96 h 542"/>
                <a:gd name="T52" fmla="*/ 408 w 560"/>
                <a:gd name="T53" fmla="*/ 118 h 542"/>
                <a:gd name="T54" fmla="*/ 396 w 560"/>
                <a:gd name="T55" fmla="*/ 122 h 542"/>
                <a:gd name="T56" fmla="*/ 432 w 560"/>
                <a:gd name="T57" fmla="*/ 156 h 542"/>
                <a:gd name="T58" fmla="*/ 434 w 560"/>
                <a:gd name="T59" fmla="*/ 162 h 542"/>
                <a:gd name="T60" fmla="*/ 466 w 560"/>
                <a:gd name="T61" fmla="*/ 186 h 542"/>
                <a:gd name="T62" fmla="*/ 498 w 560"/>
                <a:gd name="T63" fmla="*/ 192 h 542"/>
                <a:gd name="T64" fmla="*/ 516 w 560"/>
                <a:gd name="T65" fmla="*/ 188 h 542"/>
                <a:gd name="T66" fmla="*/ 532 w 560"/>
                <a:gd name="T67" fmla="*/ 204 h 542"/>
                <a:gd name="T68" fmla="*/ 558 w 560"/>
                <a:gd name="T69" fmla="*/ 234 h 542"/>
                <a:gd name="T70" fmla="*/ 554 w 560"/>
                <a:gd name="T71" fmla="*/ 244 h 542"/>
                <a:gd name="T72" fmla="*/ 544 w 560"/>
                <a:gd name="T73" fmla="*/ 282 h 542"/>
                <a:gd name="T74" fmla="*/ 528 w 560"/>
                <a:gd name="T75" fmla="*/ 276 h 542"/>
                <a:gd name="T76" fmla="*/ 500 w 560"/>
                <a:gd name="T77" fmla="*/ 234 h 542"/>
                <a:gd name="T78" fmla="*/ 472 w 560"/>
                <a:gd name="T79" fmla="*/ 232 h 542"/>
                <a:gd name="T80" fmla="*/ 474 w 560"/>
                <a:gd name="T81" fmla="*/ 302 h 542"/>
                <a:gd name="T82" fmla="*/ 442 w 560"/>
                <a:gd name="T83" fmla="*/ 344 h 542"/>
                <a:gd name="T84" fmla="*/ 428 w 560"/>
                <a:gd name="T85" fmla="*/ 376 h 542"/>
                <a:gd name="T86" fmla="*/ 450 w 560"/>
                <a:gd name="T87" fmla="*/ 392 h 542"/>
                <a:gd name="T88" fmla="*/ 460 w 560"/>
                <a:gd name="T89" fmla="*/ 430 h 542"/>
                <a:gd name="T90" fmla="*/ 474 w 560"/>
                <a:gd name="T91" fmla="*/ 444 h 542"/>
                <a:gd name="T92" fmla="*/ 486 w 560"/>
                <a:gd name="T93" fmla="*/ 446 h 542"/>
                <a:gd name="T94" fmla="*/ 504 w 560"/>
                <a:gd name="T95" fmla="*/ 434 h 542"/>
                <a:gd name="T96" fmla="*/ 520 w 560"/>
                <a:gd name="T97" fmla="*/ 448 h 542"/>
                <a:gd name="T98" fmla="*/ 530 w 560"/>
                <a:gd name="T99" fmla="*/ 484 h 542"/>
                <a:gd name="T100" fmla="*/ 526 w 560"/>
                <a:gd name="T101" fmla="*/ 502 h 542"/>
                <a:gd name="T102" fmla="*/ 492 w 560"/>
                <a:gd name="T103" fmla="*/ 522 h 542"/>
                <a:gd name="T104" fmla="*/ 478 w 560"/>
                <a:gd name="T105" fmla="*/ 542 h 5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60" h="542">
                  <a:moveTo>
                    <a:pt x="478" y="542"/>
                  </a:moveTo>
                  <a:lnTo>
                    <a:pt x="478" y="542"/>
                  </a:lnTo>
                  <a:lnTo>
                    <a:pt x="434" y="536"/>
                  </a:lnTo>
                  <a:lnTo>
                    <a:pt x="400" y="518"/>
                  </a:lnTo>
                  <a:lnTo>
                    <a:pt x="376" y="518"/>
                  </a:lnTo>
                  <a:lnTo>
                    <a:pt x="360" y="516"/>
                  </a:lnTo>
                  <a:lnTo>
                    <a:pt x="346" y="512"/>
                  </a:lnTo>
                  <a:lnTo>
                    <a:pt x="334" y="502"/>
                  </a:lnTo>
                  <a:lnTo>
                    <a:pt x="316" y="476"/>
                  </a:lnTo>
                  <a:lnTo>
                    <a:pt x="282" y="454"/>
                  </a:lnTo>
                  <a:lnTo>
                    <a:pt x="162" y="452"/>
                  </a:lnTo>
                  <a:lnTo>
                    <a:pt x="116" y="434"/>
                  </a:lnTo>
                  <a:lnTo>
                    <a:pt x="96" y="424"/>
                  </a:lnTo>
                  <a:lnTo>
                    <a:pt x="90" y="418"/>
                  </a:lnTo>
                  <a:lnTo>
                    <a:pt x="84" y="412"/>
                  </a:lnTo>
                  <a:lnTo>
                    <a:pt x="74" y="406"/>
                  </a:lnTo>
                  <a:lnTo>
                    <a:pt x="68" y="398"/>
                  </a:lnTo>
                  <a:lnTo>
                    <a:pt x="60" y="386"/>
                  </a:lnTo>
                  <a:lnTo>
                    <a:pt x="58" y="370"/>
                  </a:lnTo>
                  <a:lnTo>
                    <a:pt x="54" y="356"/>
                  </a:lnTo>
                  <a:lnTo>
                    <a:pt x="42" y="332"/>
                  </a:lnTo>
                  <a:lnTo>
                    <a:pt x="18" y="292"/>
                  </a:lnTo>
                  <a:lnTo>
                    <a:pt x="2" y="246"/>
                  </a:lnTo>
                  <a:lnTo>
                    <a:pt x="0" y="208"/>
                  </a:lnTo>
                  <a:lnTo>
                    <a:pt x="14" y="206"/>
                  </a:lnTo>
                  <a:lnTo>
                    <a:pt x="26" y="198"/>
                  </a:lnTo>
                  <a:lnTo>
                    <a:pt x="40" y="190"/>
                  </a:lnTo>
                  <a:lnTo>
                    <a:pt x="50" y="182"/>
                  </a:lnTo>
                  <a:lnTo>
                    <a:pt x="58" y="176"/>
                  </a:lnTo>
                  <a:lnTo>
                    <a:pt x="68" y="172"/>
                  </a:lnTo>
                  <a:lnTo>
                    <a:pt x="86" y="170"/>
                  </a:lnTo>
                  <a:lnTo>
                    <a:pt x="104" y="164"/>
                  </a:lnTo>
                  <a:lnTo>
                    <a:pt x="120" y="156"/>
                  </a:lnTo>
                  <a:lnTo>
                    <a:pt x="138" y="144"/>
                  </a:lnTo>
                  <a:lnTo>
                    <a:pt x="154" y="142"/>
                  </a:lnTo>
                  <a:lnTo>
                    <a:pt x="172" y="138"/>
                  </a:lnTo>
                  <a:lnTo>
                    <a:pt x="208" y="128"/>
                  </a:lnTo>
                  <a:lnTo>
                    <a:pt x="222" y="118"/>
                  </a:lnTo>
                  <a:lnTo>
                    <a:pt x="234" y="106"/>
                  </a:lnTo>
                  <a:lnTo>
                    <a:pt x="258" y="82"/>
                  </a:lnTo>
                  <a:lnTo>
                    <a:pt x="266" y="74"/>
                  </a:lnTo>
                  <a:lnTo>
                    <a:pt x="274" y="64"/>
                  </a:lnTo>
                  <a:lnTo>
                    <a:pt x="278" y="54"/>
                  </a:lnTo>
                  <a:lnTo>
                    <a:pt x="280" y="44"/>
                  </a:lnTo>
                  <a:lnTo>
                    <a:pt x="284" y="20"/>
                  </a:lnTo>
                  <a:lnTo>
                    <a:pt x="284" y="0"/>
                  </a:lnTo>
                  <a:lnTo>
                    <a:pt x="338" y="12"/>
                  </a:lnTo>
                  <a:lnTo>
                    <a:pt x="414" y="12"/>
                  </a:lnTo>
                  <a:lnTo>
                    <a:pt x="428" y="32"/>
                  </a:lnTo>
                  <a:lnTo>
                    <a:pt x="436" y="38"/>
                  </a:lnTo>
                  <a:lnTo>
                    <a:pt x="442" y="50"/>
                  </a:lnTo>
                  <a:lnTo>
                    <a:pt x="444" y="58"/>
                  </a:lnTo>
                  <a:lnTo>
                    <a:pt x="444" y="66"/>
                  </a:lnTo>
                  <a:lnTo>
                    <a:pt x="442" y="74"/>
                  </a:lnTo>
                  <a:lnTo>
                    <a:pt x="438" y="82"/>
                  </a:lnTo>
                  <a:lnTo>
                    <a:pt x="426" y="88"/>
                  </a:lnTo>
                  <a:lnTo>
                    <a:pt x="418" y="96"/>
                  </a:lnTo>
                  <a:lnTo>
                    <a:pt x="412" y="104"/>
                  </a:lnTo>
                  <a:lnTo>
                    <a:pt x="408" y="118"/>
                  </a:lnTo>
                  <a:lnTo>
                    <a:pt x="402" y="120"/>
                  </a:lnTo>
                  <a:lnTo>
                    <a:pt x="396" y="122"/>
                  </a:lnTo>
                  <a:lnTo>
                    <a:pt x="396" y="130"/>
                  </a:lnTo>
                  <a:lnTo>
                    <a:pt x="432" y="156"/>
                  </a:lnTo>
                  <a:lnTo>
                    <a:pt x="434" y="162"/>
                  </a:lnTo>
                  <a:lnTo>
                    <a:pt x="448" y="174"/>
                  </a:lnTo>
                  <a:lnTo>
                    <a:pt x="456" y="180"/>
                  </a:lnTo>
                  <a:lnTo>
                    <a:pt x="466" y="186"/>
                  </a:lnTo>
                  <a:lnTo>
                    <a:pt x="476" y="192"/>
                  </a:lnTo>
                  <a:lnTo>
                    <a:pt x="488" y="194"/>
                  </a:lnTo>
                  <a:lnTo>
                    <a:pt x="498" y="192"/>
                  </a:lnTo>
                  <a:lnTo>
                    <a:pt x="510" y="186"/>
                  </a:lnTo>
                  <a:lnTo>
                    <a:pt x="516" y="188"/>
                  </a:lnTo>
                  <a:lnTo>
                    <a:pt x="520" y="192"/>
                  </a:lnTo>
                  <a:lnTo>
                    <a:pt x="532" y="204"/>
                  </a:lnTo>
                  <a:lnTo>
                    <a:pt x="560" y="226"/>
                  </a:lnTo>
                  <a:lnTo>
                    <a:pt x="558" y="234"/>
                  </a:lnTo>
                  <a:lnTo>
                    <a:pt x="556" y="240"/>
                  </a:lnTo>
                  <a:lnTo>
                    <a:pt x="554" y="244"/>
                  </a:lnTo>
                  <a:lnTo>
                    <a:pt x="550" y="256"/>
                  </a:lnTo>
                  <a:lnTo>
                    <a:pt x="548" y="270"/>
                  </a:lnTo>
                  <a:lnTo>
                    <a:pt x="544" y="282"/>
                  </a:lnTo>
                  <a:lnTo>
                    <a:pt x="528" y="276"/>
                  </a:lnTo>
                  <a:lnTo>
                    <a:pt x="514" y="256"/>
                  </a:lnTo>
                  <a:lnTo>
                    <a:pt x="504" y="240"/>
                  </a:lnTo>
                  <a:lnTo>
                    <a:pt x="500" y="234"/>
                  </a:lnTo>
                  <a:lnTo>
                    <a:pt x="492" y="232"/>
                  </a:lnTo>
                  <a:lnTo>
                    <a:pt x="484" y="230"/>
                  </a:lnTo>
                  <a:lnTo>
                    <a:pt x="472" y="232"/>
                  </a:lnTo>
                  <a:lnTo>
                    <a:pt x="474" y="302"/>
                  </a:lnTo>
                  <a:lnTo>
                    <a:pt x="466" y="316"/>
                  </a:lnTo>
                  <a:lnTo>
                    <a:pt x="454" y="330"/>
                  </a:lnTo>
                  <a:lnTo>
                    <a:pt x="442" y="344"/>
                  </a:lnTo>
                  <a:lnTo>
                    <a:pt x="428" y="354"/>
                  </a:lnTo>
                  <a:lnTo>
                    <a:pt x="428" y="376"/>
                  </a:lnTo>
                  <a:lnTo>
                    <a:pt x="436" y="384"/>
                  </a:lnTo>
                  <a:lnTo>
                    <a:pt x="450" y="392"/>
                  </a:lnTo>
                  <a:lnTo>
                    <a:pt x="460" y="430"/>
                  </a:lnTo>
                  <a:lnTo>
                    <a:pt x="462" y="434"/>
                  </a:lnTo>
                  <a:lnTo>
                    <a:pt x="466" y="438"/>
                  </a:lnTo>
                  <a:lnTo>
                    <a:pt x="474" y="444"/>
                  </a:lnTo>
                  <a:lnTo>
                    <a:pt x="480" y="446"/>
                  </a:lnTo>
                  <a:lnTo>
                    <a:pt x="486" y="446"/>
                  </a:lnTo>
                  <a:lnTo>
                    <a:pt x="492" y="440"/>
                  </a:lnTo>
                  <a:lnTo>
                    <a:pt x="498" y="436"/>
                  </a:lnTo>
                  <a:lnTo>
                    <a:pt x="504" y="434"/>
                  </a:lnTo>
                  <a:lnTo>
                    <a:pt x="514" y="436"/>
                  </a:lnTo>
                  <a:lnTo>
                    <a:pt x="520" y="448"/>
                  </a:lnTo>
                  <a:lnTo>
                    <a:pt x="526" y="464"/>
                  </a:lnTo>
                  <a:lnTo>
                    <a:pt x="528" y="474"/>
                  </a:lnTo>
                  <a:lnTo>
                    <a:pt x="530" y="484"/>
                  </a:lnTo>
                  <a:lnTo>
                    <a:pt x="530" y="492"/>
                  </a:lnTo>
                  <a:lnTo>
                    <a:pt x="526" y="502"/>
                  </a:lnTo>
                  <a:lnTo>
                    <a:pt x="516" y="504"/>
                  </a:lnTo>
                  <a:lnTo>
                    <a:pt x="506" y="510"/>
                  </a:lnTo>
                  <a:lnTo>
                    <a:pt x="492" y="522"/>
                  </a:lnTo>
                  <a:lnTo>
                    <a:pt x="478" y="542"/>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07" name="Freeform 27"/>
            <p:cNvSpPr/>
            <p:nvPr/>
          </p:nvSpPr>
          <p:spPr bwMode="auto">
            <a:xfrm>
              <a:off x="5026025" y="2933701"/>
              <a:ext cx="777875" cy="1409700"/>
            </a:xfrm>
            <a:custGeom>
              <a:avLst/>
              <a:gdLst>
                <a:gd name="T0" fmla="*/ 320 w 490"/>
                <a:gd name="T1" fmla="*/ 878 h 888"/>
                <a:gd name="T2" fmla="*/ 252 w 490"/>
                <a:gd name="T3" fmla="*/ 834 h 888"/>
                <a:gd name="T4" fmla="*/ 196 w 490"/>
                <a:gd name="T5" fmla="*/ 838 h 888"/>
                <a:gd name="T6" fmla="*/ 170 w 490"/>
                <a:gd name="T7" fmla="*/ 842 h 888"/>
                <a:gd name="T8" fmla="*/ 136 w 490"/>
                <a:gd name="T9" fmla="*/ 824 h 888"/>
                <a:gd name="T10" fmla="*/ 106 w 490"/>
                <a:gd name="T11" fmla="*/ 804 h 888"/>
                <a:gd name="T12" fmla="*/ 56 w 490"/>
                <a:gd name="T13" fmla="*/ 800 h 888"/>
                <a:gd name="T14" fmla="*/ 12 w 490"/>
                <a:gd name="T15" fmla="*/ 776 h 888"/>
                <a:gd name="T16" fmla="*/ 20 w 490"/>
                <a:gd name="T17" fmla="*/ 744 h 888"/>
                <a:gd name="T18" fmla="*/ 8 w 490"/>
                <a:gd name="T19" fmla="*/ 726 h 888"/>
                <a:gd name="T20" fmla="*/ 0 w 490"/>
                <a:gd name="T21" fmla="*/ 706 h 888"/>
                <a:gd name="T22" fmla="*/ 62 w 490"/>
                <a:gd name="T23" fmla="*/ 696 h 888"/>
                <a:gd name="T24" fmla="*/ 66 w 490"/>
                <a:gd name="T25" fmla="*/ 648 h 888"/>
                <a:gd name="T26" fmla="*/ 52 w 490"/>
                <a:gd name="T27" fmla="*/ 602 h 888"/>
                <a:gd name="T28" fmla="*/ 56 w 490"/>
                <a:gd name="T29" fmla="*/ 536 h 888"/>
                <a:gd name="T30" fmla="*/ 104 w 490"/>
                <a:gd name="T31" fmla="*/ 530 h 888"/>
                <a:gd name="T32" fmla="*/ 168 w 490"/>
                <a:gd name="T33" fmla="*/ 548 h 888"/>
                <a:gd name="T34" fmla="*/ 172 w 490"/>
                <a:gd name="T35" fmla="*/ 504 h 888"/>
                <a:gd name="T36" fmla="*/ 190 w 490"/>
                <a:gd name="T37" fmla="*/ 494 h 888"/>
                <a:gd name="T38" fmla="*/ 214 w 490"/>
                <a:gd name="T39" fmla="*/ 500 h 888"/>
                <a:gd name="T40" fmla="*/ 248 w 490"/>
                <a:gd name="T41" fmla="*/ 478 h 888"/>
                <a:gd name="T42" fmla="*/ 246 w 490"/>
                <a:gd name="T43" fmla="*/ 416 h 888"/>
                <a:gd name="T44" fmla="*/ 256 w 490"/>
                <a:gd name="T45" fmla="*/ 384 h 888"/>
                <a:gd name="T46" fmla="*/ 240 w 490"/>
                <a:gd name="T47" fmla="*/ 362 h 888"/>
                <a:gd name="T48" fmla="*/ 196 w 490"/>
                <a:gd name="T49" fmla="*/ 334 h 888"/>
                <a:gd name="T50" fmla="*/ 152 w 490"/>
                <a:gd name="T51" fmla="*/ 318 h 888"/>
                <a:gd name="T52" fmla="*/ 126 w 490"/>
                <a:gd name="T53" fmla="*/ 296 h 888"/>
                <a:gd name="T54" fmla="*/ 130 w 490"/>
                <a:gd name="T55" fmla="*/ 244 h 888"/>
                <a:gd name="T56" fmla="*/ 148 w 490"/>
                <a:gd name="T57" fmla="*/ 222 h 888"/>
                <a:gd name="T58" fmla="*/ 184 w 490"/>
                <a:gd name="T59" fmla="*/ 226 h 888"/>
                <a:gd name="T60" fmla="*/ 270 w 490"/>
                <a:gd name="T61" fmla="*/ 220 h 888"/>
                <a:gd name="T62" fmla="*/ 278 w 490"/>
                <a:gd name="T63" fmla="*/ 162 h 888"/>
                <a:gd name="T64" fmla="*/ 280 w 490"/>
                <a:gd name="T65" fmla="*/ 130 h 888"/>
                <a:gd name="T66" fmla="*/ 304 w 490"/>
                <a:gd name="T67" fmla="*/ 104 h 888"/>
                <a:gd name="T68" fmla="*/ 364 w 490"/>
                <a:gd name="T69" fmla="*/ 38 h 888"/>
                <a:gd name="T70" fmla="*/ 404 w 490"/>
                <a:gd name="T71" fmla="*/ 28 h 888"/>
                <a:gd name="T72" fmla="*/ 416 w 490"/>
                <a:gd name="T73" fmla="*/ 22 h 888"/>
                <a:gd name="T74" fmla="*/ 440 w 490"/>
                <a:gd name="T75" fmla="*/ 2 h 888"/>
                <a:gd name="T76" fmla="*/ 462 w 490"/>
                <a:gd name="T77" fmla="*/ 20 h 888"/>
                <a:gd name="T78" fmla="*/ 452 w 490"/>
                <a:gd name="T79" fmla="*/ 52 h 888"/>
                <a:gd name="T80" fmla="*/ 438 w 490"/>
                <a:gd name="T81" fmla="*/ 108 h 888"/>
                <a:gd name="T82" fmla="*/ 422 w 490"/>
                <a:gd name="T83" fmla="*/ 138 h 888"/>
                <a:gd name="T84" fmla="*/ 430 w 490"/>
                <a:gd name="T85" fmla="*/ 228 h 888"/>
                <a:gd name="T86" fmla="*/ 408 w 490"/>
                <a:gd name="T87" fmla="*/ 284 h 888"/>
                <a:gd name="T88" fmla="*/ 398 w 490"/>
                <a:gd name="T89" fmla="*/ 384 h 888"/>
                <a:gd name="T90" fmla="*/ 418 w 490"/>
                <a:gd name="T91" fmla="*/ 454 h 888"/>
                <a:gd name="T92" fmla="*/ 412 w 490"/>
                <a:gd name="T93" fmla="*/ 526 h 888"/>
                <a:gd name="T94" fmla="*/ 428 w 490"/>
                <a:gd name="T95" fmla="*/ 556 h 888"/>
                <a:gd name="T96" fmla="*/ 432 w 490"/>
                <a:gd name="T97" fmla="*/ 600 h 888"/>
                <a:gd name="T98" fmla="*/ 476 w 490"/>
                <a:gd name="T99" fmla="*/ 690 h 888"/>
                <a:gd name="T100" fmla="*/ 462 w 490"/>
                <a:gd name="T101" fmla="*/ 726 h 888"/>
                <a:gd name="T102" fmla="*/ 362 w 490"/>
                <a:gd name="T103" fmla="*/ 728 h 888"/>
                <a:gd name="T104" fmla="*/ 354 w 490"/>
                <a:gd name="T105" fmla="*/ 744 h 888"/>
                <a:gd name="T106" fmla="*/ 398 w 490"/>
                <a:gd name="T107" fmla="*/ 792 h 888"/>
                <a:gd name="T108" fmla="*/ 350 w 490"/>
                <a:gd name="T109" fmla="*/ 828 h 888"/>
                <a:gd name="T110" fmla="*/ 344 w 490"/>
                <a:gd name="T111" fmla="*/ 888 h 8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90" h="888">
                  <a:moveTo>
                    <a:pt x="344" y="888"/>
                  </a:moveTo>
                  <a:lnTo>
                    <a:pt x="344" y="888"/>
                  </a:lnTo>
                  <a:lnTo>
                    <a:pt x="330" y="884"/>
                  </a:lnTo>
                  <a:lnTo>
                    <a:pt x="320" y="878"/>
                  </a:lnTo>
                  <a:lnTo>
                    <a:pt x="304" y="866"/>
                  </a:lnTo>
                  <a:lnTo>
                    <a:pt x="278" y="842"/>
                  </a:lnTo>
                  <a:lnTo>
                    <a:pt x="252" y="834"/>
                  </a:lnTo>
                  <a:lnTo>
                    <a:pt x="232" y="834"/>
                  </a:lnTo>
                  <a:lnTo>
                    <a:pt x="214" y="834"/>
                  </a:lnTo>
                  <a:lnTo>
                    <a:pt x="196" y="838"/>
                  </a:lnTo>
                  <a:lnTo>
                    <a:pt x="188" y="840"/>
                  </a:lnTo>
                  <a:lnTo>
                    <a:pt x="180" y="844"/>
                  </a:lnTo>
                  <a:lnTo>
                    <a:pt x="170" y="842"/>
                  </a:lnTo>
                  <a:lnTo>
                    <a:pt x="160" y="836"/>
                  </a:lnTo>
                  <a:lnTo>
                    <a:pt x="146" y="826"/>
                  </a:lnTo>
                  <a:lnTo>
                    <a:pt x="136" y="824"/>
                  </a:lnTo>
                  <a:lnTo>
                    <a:pt x="128" y="822"/>
                  </a:lnTo>
                  <a:lnTo>
                    <a:pt x="120" y="818"/>
                  </a:lnTo>
                  <a:lnTo>
                    <a:pt x="114" y="814"/>
                  </a:lnTo>
                  <a:lnTo>
                    <a:pt x="106" y="804"/>
                  </a:lnTo>
                  <a:lnTo>
                    <a:pt x="102" y="802"/>
                  </a:lnTo>
                  <a:lnTo>
                    <a:pt x="98" y="800"/>
                  </a:lnTo>
                  <a:lnTo>
                    <a:pt x="56" y="800"/>
                  </a:lnTo>
                  <a:lnTo>
                    <a:pt x="12" y="784"/>
                  </a:lnTo>
                  <a:lnTo>
                    <a:pt x="12" y="776"/>
                  </a:lnTo>
                  <a:lnTo>
                    <a:pt x="14" y="770"/>
                  </a:lnTo>
                  <a:lnTo>
                    <a:pt x="20" y="758"/>
                  </a:lnTo>
                  <a:lnTo>
                    <a:pt x="20" y="744"/>
                  </a:lnTo>
                  <a:lnTo>
                    <a:pt x="18" y="734"/>
                  </a:lnTo>
                  <a:lnTo>
                    <a:pt x="14" y="728"/>
                  </a:lnTo>
                  <a:lnTo>
                    <a:pt x="8" y="726"/>
                  </a:lnTo>
                  <a:lnTo>
                    <a:pt x="2" y="718"/>
                  </a:lnTo>
                  <a:lnTo>
                    <a:pt x="0" y="714"/>
                  </a:lnTo>
                  <a:lnTo>
                    <a:pt x="0" y="708"/>
                  </a:lnTo>
                  <a:lnTo>
                    <a:pt x="0" y="706"/>
                  </a:lnTo>
                  <a:lnTo>
                    <a:pt x="58" y="704"/>
                  </a:lnTo>
                  <a:lnTo>
                    <a:pt x="62" y="696"/>
                  </a:lnTo>
                  <a:lnTo>
                    <a:pt x="66" y="686"/>
                  </a:lnTo>
                  <a:lnTo>
                    <a:pt x="66" y="676"/>
                  </a:lnTo>
                  <a:lnTo>
                    <a:pt x="68" y="666"/>
                  </a:lnTo>
                  <a:lnTo>
                    <a:pt x="66" y="648"/>
                  </a:lnTo>
                  <a:lnTo>
                    <a:pt x="64" y="632"/>
                  </a:lnTo>
                  <a:lnTo>
                    <a:pt x="52" y="602"/>
                  </a:lnTo>
                  <a:lnTo>
                    <a:pt x="46" y="564"/>
                  </a:lnTo>
                  <a:lnTo>
                    <a:pt x="46" y="550"/>
                  </a:lnTo>
                  <a:lnTo>
                    <a:pt x="50" y="542"/>
                  </a:lnTo>
                  <a:lnTo>
                    <a:pt x="56" y="536"/>
                  </a:lnTo>
                  <a:lnTo>
                    <a:pt x="68" y="532"/>
                  </a:lnTo>
                  <a:lnTo>
                    <a:pt x="84" y="530"/>
                  </a:lnTo>
                  <a:lnTo>
                    <a:pt x="104" y="530"/>
                  </a:lnTo>
                  <a:lnTo>
                    <a:pt x="150" y="552"/>
                  </a:lnTo>
                  <a:lnTo>
                    <a:pt x="162" y="550"/>
                  </a:lnTo>
                  <a:lnTo>
                    <a:pt x="168" y="548"/>
                  </a:lnTo>
                  <a:lnTo>
                    <a:pt x="172" y="546"/>
                  </a:lnTo>
                  <a:lnTo>
                    <a:pt x="172" y="504"/>
                  </a:lnTo>
                  <a:lnTo>
                    <a:pt x="174" y="500"/>
                  </a:lnTo>
                  <a:lnTo>
                    <a:pt x="178" y="496"/>
                  </a:lnTo>
                  <a:lnTo>
                    <a:pt x="182" y="494"/>
                  </a:lnTo>
                  <a:lnTo>
                    <a:pt x="190" y="494"/>
                  </a:lnTo>
                  <a:lnTo>
                    <a:pt x="204" y="494"/>
                  </a:lnTo>
                  <a:lnTo>
                    <a:pt x="210" y="496"/>
                  </a:lnTo>
                  <a:lnTo>
                    <a:pt x="214" y="500"/>
                  </a:lnTo>
                  <a:lnTo>
                    <a:pt x="242" y="500"/>
                  </a:lnTo>
                  <a:lnTo>
                    <a:pt x="246" y="490"/>
                  </a:lnTo>
                  <a:lnTo>
                    <a:pt x="248" y="478"/>
                  </a:lnTo>
                  <a:lnTo>
                    <a:pt x="250" y="454"/>
                  </a:lnTo>
                  <a:lnTo>
                    <a:pt x="250" y="432"/>
                  </a:lnTo>
                  <a:lnTo>
                    <a:pt x="248" y="424"/>
                  </a:lnTo>
                  <a:lnTo>
                    <a:pt x="246" y="416"/>
                  </a:lnTo>
                  <a:lnTo>
                    <a:pt x="248" y="404"/>
                  </a:lnTo>
                  <a:lnTo>
                    <a:pt x="250" y="396"/>
                  </a:lnTo>
                  <a:lnTo>
                    <a:pt x="256" y="384"/>
                  </a:lnTo>
                  <a:lnTo>
                    <a:pt x="256" y="364"/>
                  </a:lnTo>
                  <a:lnTo>
                    <a:pt x="240" y="362"/>
                  </a:lnTo>
                  <a:lnTo>
                    <a:pt x="224" y="352"/>
                  </a:lnTo>
                  <a:lnTo>
                    <a:pt x="210" y="342"/>
                  </a:lnTo>
                  <a:lnTo>
                    <a:pt x="196" y="334"/>
                  </a:lnTo>
                  <a:lnTo>
                    <a:pt x="188" y="328"/>
                  </a:lnTo>
                  <a:lnTo>
                    <a:pt x="170" y="324"/>
                  </a:lnTo>
                  <a:lnTo>
                    <a:pt x="152" y="318"/>
                  </a:lnTo>
                  <a:lnTo>
                    <a:pt x="136" y="312"/>
                  </a:lnTo>
                  <a:lnTo>
                    <a:pt x="126" y="306"/>
                  </a:lnTo>
                  <a:lnTo>
                    <a:pt x="126" y="296"/>
                  </a:lnTo>
                  <a:lnTo>
                    <a:pt x="128" y="290"/>
                  </a:lnTo>
                  <a:lnTo>
                    <a:pt x="136" y="280"/>
                  </a:lnTo>
                  <a:lnTo>
                    <a:pt x="130" y="244"/>
                  </a:lnTo>
                  <a:lnTo>
                    <a:pt x="134" y="242"/>
                  </a:lnTo>
                  <a:lnTo>
                    <a:pt x="140" y="236"/>
                  </a:lnTo>
                  <a:lnTo>
                    <a:pt x="148" y="222"/>
                  </a:lnTo>
                  <a:lnTo>
                    <a:pt x="162" y="222"/>
                  </a:lnTo>
                  <a:lnTo>
                    <a:pt x="172" y="222"/>
                  </a:lnTo>
                  <a:lnTo>
                    <a:pt x="184" y="226"/>
                  </a:lnTo>
                  <a:lnTo>
                    <a:pt x="264" y="230"/>
                  </a:lnTo>
                  <a:lnTo>
                    <a:pt x="270" y="220"/>
                  </a:lnTo>
                  <a:lnTo>
                    <a:pt x="276" y="210"/>
                  </a:lnTo>
                  <a:lnTo>
                    <a:pt x="278" y="198"/>
                  </a:lnTo>
                  <a:lnTo>
                    <a:pt x="280" y="186"/>
                  </a:lnTo>
                  <a:lnTo>
                    <a:pt x="278" y="162"/>
                  </a:lnTo>
                  <a:lnTo>
                    <a:pt x="278" y="144"/>
                  </a:lnTo>
                  <a:lnTo>
                    <a:pt x="278" y="136"/>
                  </a:lnTo>
                  <a:lnTo>
                    <a:pt x="280" y="130"/>
                  </a:lnTo>
                  <a:lnTo>
                    <a:pt x="282" y="124"/>
                  </a:lnTo>
                  <a:lnTo>
                    <a:pt x="286" y="120"/>
                  </a:lnTo>
                  <a:lnTo>
                    <a:pt x="294" y="114"/>
                  </a:lnTo>
                  <a:lnTo>
                    <a:pt x="304" y="104"/>
                  </a:lnTo>
                  <a:lnTo>
                    <a:pt x="334" y="60"/>
                  </a:lnTo>
                  <a:lnTo>
                    <a:pt x="364" y="38"/>
                  </a:lnTo>
                  <a:lnTo>
                    <a:pt x="382" y="12"/>
                  </a:lnTo>
                  <a:lnTo>
                    <a:pt x="404" y="28"/>
                  </a:lnTo>
                  <a:lnTo>
                    <a:pt x="410" y="28"/>
                  </a:lnTo>
                  <a:lnTo>
                    <a:pt x="416" y="22"/>
                  </a:lnTo>
                  <a:lnTo>
                    <a:pt x="422" y="16"/>
                  </a:lnTo>
                  <a:lnTo>
                    <a:pt x="430" y="0"/>
                  </a:lnTo>
                  <a:lnTo>
                    <a:pt x="440" y="2"/>
                  </a:lnTo>
                  <a:lnTo>
                    <a:pt x="450" y="4"/>
                  </a:lnTo>
                  <a:lnTo>
                    <a:pt x="456" y="8"/>
                  </a:lnTo>
                  <a:lnTo>
                    <a:pt x="460" y="12"/>
                  </a:lnTo>
                  <a:lnTo>
                    <a:pt x="462" y="20"/>
                  </a:lnTo>
                  <a:lnTo>
                    <a:pt x="464" y="28"/>
                  </a:lnTo>
                  <a:lnTo>
                    <a:pt x="452" y="52"/>
                  </a:lnTo>
                  <a:lnTo>
                    <a:pt x="450" y="72"/>
                  </a:lnTo>
                  <a:lnTo>
                    <a:pt x="446" y="90"/>
                  </a:lnTo>
                  <a:lnTo>
                    <a:pt x="444" y="100"/>
                  </a:lnTo>
                  <a:lnTo>
                    <a:pt x="438" y="108"/>
                  </a:lnTo>
                  <a:lnTo>
                    <a:pt x="432" y="118"/>
                  </a:lnTo>
                  <a:lnTo>
                    <a:pt x="424" y="126"/>
                  </a:lnTo>
                  <a:lnTo>
                    <a:pt x="422" y="138"/>
                  </a:lnTo>
                  <a:lnTo>
                    <a:pt x="420" y="150"/>
                  </a:lnTo>
                  <a:lnTo>
                    <a:pt x="422" y="174"/>
                  </a:lnTo>
                  <a:lnTo>
                    <a:pt x="430" y="228"/>
                  </a:lnTo>
                  <a:lnTo>
                    <a:pt x="430" y="238"/>
                  </a:lnTo>
                  <a:lnTo>
                    <a:pt x="428" y="246"/>
                  </a:lnTo>
                  <a:lnTo>
                    <a:pt x="420" y="266"/>
                  </a:lnTo>
                  <a:lnTo>
                    <a:pt x="408" y="284"/>
                  </a:lnTo>
                  <a:lnTo>
                    <a:pt x="398" y="300"/>
                  </a:lnTo>
                  <a:lnTo>
                    <a:pt x="398" y="384"/>
                  </a:lnTo>
                  <a:lnTo>
                    <a:pt x="412" y="416"/>
                  </a:lnTo>
                  <a:lnTo>
                    <a:pt x="416" y="434"/>
                  </a:lnTo>
                  <a:lnTo>
                    <a:pt x="418" y="454"/>
                  </a:lnTo>
                  <a:lnTo>
                    <a:pt x="414" y="472"/>
                  </a:lnTo>
                  <a:lnTo>
                    <a:pt x="410" y="492"/>
                  </a:lnTo>
                  <a:lnTo>
                    <a:pt x="410" y="514"/>
                  </a:lnTo>
                  <a:lnTo>
                    <a:pt x="412" y="526"/>
                  </a:lnTo>
                  <a:lnTo>
                    <a:pt x="414" y="538"/>
                  </a:lnTo>
                  <a:lnTo>
                    <a:pt x="422" y="548"/>
                  </a:lnTo>
                  <a:lnTo>
                    <a:pt x="428" y="556"/>
                  </a:lnTo>
                  <a:lnTo>
                    <a:pt x="434" y="568"/>
                  </a:lnTo>
                  <a:lnTo>
                    <a:pt x="432" y="600"/>
                  </a:lnTo>
                  <a:lnTo>
                    <a:pt x="456" y="660"/>
                  </a:lnTo>
                  <a:lnTo>
                    <a:pt x="466" y="674"/>
                  </a:lnTo>
                  <a:lnTo>
                    <a:pt x="476" y="690"/>
                  </a:lnTo>
                  <a:lnTo>
                    <a:pt x="484" y="710"/>
                  </a:lnTo>
                  <a:lnTo>
                    <a:pt x="490" y="732"/>
                  </a:lnTo>
                  <a:lnTo>
                    <a:pt x="462" y="726"/>
                  </a:lnTo>
                  <a:lnTo>
                    <a:pt x="404" y="726"/>
                  </a:lnTo>
                  <a:lnTo>
                    <a:pt x="372" y="728"/>
                  </a:lnTo>
                  <a:lnTo>
                    <a:pt x="362" y="728"/>
                  </a:lnTo>
                  <a:lnTo>
                    <a:pt x="356" y="732"/>
                  </a:lnTo>
                  <a:lnTo>
                    <a:pt x="354" y="744"/>
                  </a:lnTo>
                  <a:lnTo>
                    <a:pt x="394" y="776"/>
                  </a:lnTo>
                  <a:lnTo>
                    <a:pt x="398" y="792"/>
                  </a:lnTo>
                  <a:lnTo>
                    <a:pt x="382" y="798"/>
                  </a:lnTo>
                  <a:lnTo>
                    <a:pt x="370" y="806"/>
                  </a:lnTo>
                  <a:lnTo>
                    <a:pt x="360" y="816"/>
                  </a:lnTo>
                  <a:lnTo>
                    <a:pt x="350" y="828"/>
                  </a:lnTo>
                  <a:lnTo>
                    <a:pt x="350" y="888"/>
                  </a:lnTo>
                  <a:lnTo>
                    <a:pt x="344" y="888"/>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08" name="Freeform 28"/>
            <p:cNvSpPr/>
            <p:nvPr/>
          </p:nvSpPr>
          <p:spPr bwMode="auto">
            <a:xfrm>
              <a:off x="2630488" y="2922588"/>
              <a:ext cx="1962150" cy="1428750"/>
            </a:xfrm>
            <a:custGeom>
              <a:avLst/>
              <a:gdLst>
                <a:gd name="T0" fmla="*/ 494 w 1236"/>
                <a:gd name="T1" fmla="*/ 798 h 900"/>
                <a:gd name="T2" fmla="*/ 430 w 1236"/>
                <a:gd name="T3" fmla="*/ 762 h 900"/>
                <a:gd name="T4" fmla="*/ 278 w 1236"/>
                <a:gd name="T5" fmla="*/ 748 h 900"/>
                <a:gd name="T6" fmla="*/ 176 w 1236"/>
                <a:gd name="T7" fmla="*/ 704 h 900"/>
                <a:gd name="T8" fmla="*/ 148 w 1236"/>
                <a:gd name="T9" fmla="*/ 670 h 900"/>
                <a:gd name="T10" fmla="*/ 70 w 1236"/>
                <a:gd name="T11" fmla="*/ 640 h 900"/>
                <a:gd name="T12" fmla="*/ 24 w 1236"/>
                <a:gd name="T13" fmla="*/ 596 h 900"/>
                <a:gd name="T14" fmla="*/ 0 w 1236"/>
                <a:gd name="T15" fmla="*/ 412 h 900"/>
                <a:gd name="T16" fmla="*/ 16 w 1236"/>
                <a:gd name="T17" fmla="*/ 340 h 900"/>
                <a:gd name="T18" fmla="*/ 26 w 1236"/>
                <a:gd name="T19" fmla="*/ 328 h 900"/>
                <a:gd name="T20" fmla="*/ 52 w 1236"/>
                <a:gd name="T21" fmla="*/ 314 h 900"/>
                <a:gd name="T22" fmla="*/ 98 w 1236"/>
                <a:gd name="T23" fmla="*/ 336 h 900"/>
                <a:gd name="T24" fmla="*/ 150 w 1236"/>
                <a:gd name="T25" fmla="*/ 336 h 900"/>
                <a:gd name="T26" fmla="*/ 138 w 1236"/>
                <a:gd name="T27" fmla="*/ 274 h 900"/>
                <a:gd name="T28" fmla="*/ 168 w 1236"/>
                <a:gd name="T29" fmla="*/ 236 h 900"/>
                <a:gd name="T30" fmla="*/ 186 w 1236"/>
                <a:gd name="T31" fmla="*/ 192 h 900"/>
                <a:gd name="T32" fmla="*/ 152 w 1236"/>
                <a:gd name="T33" fmla="*/ 150 h 900"/>
                <a:gd name="T34" fmla="*/ 120 w 1236"/>
                <a:gd name="T35" fmla="*/ 120 h 900"/>
                <a:gd name="T36" fmla="*/ 118 w 1236"/>
                <a:gd name="T37" fmla="*/ 92 h 900"/>
                <a:gd name="T38" fmla="*/ 104 w 1236"/>
                <a:gd name="T39" fmla="*/ 58 h 900"/>
                <a:gd name="T40" fmla="*/ 234 w 1236"/>
                <a:gd name="T41" fmla="*/ 42 h 900"/>
                <a:gd name="T42" fmla="*/ 340 w 1236"/>
                <a:gd name="T43" fmla="*/ 4 h 900"/>
                <a:gd name="T44" fmla="*/ 430 w 1236"/>
                <a:gd name="T45" fmla="*/ 8 h 900"/>
                <a:gd name="T46" fmla="*/ 526 w 1236"/>
                <a:gd name="T47" fmla="*/ 22 h 900"/>
                <a:gd name="T48" fmla="*/ 654 w 1236"/>
                <a:gd name="T49" fmla="*/ 114 h 900"/>
                <a:gd name="T50" fmla="*/ 720 w 1236"/>
                <a:gd name="T51" fmla="*/ 110 h 900"/>
                <a:gd name="T52" fmla="*/ 720 w 1236"/>
                <a:gd name="T53" fmla="*/ 56 h 900"/>
                <a:gd name="T54" fmla="*/ 792 w 1236"/>
                <a:gd name="T55" fmla="*/ 72 h 900"/>
                <a:gd name="T56" fmla="*/ 930 w 1236"/>
                <a:gd name="T57" fmla="*/ 128 h 900"/>
                <a:gd name="T58" fmla="*/ 952 w 1236"/>
                <a:gd name="T59" fmla="*/ 142 h 900"/>
                <a:gd name="T60" fmla="*/ 1088 w 1236"/>
                <a:gd name="T61" fmla="*/ 224 h 900"/>
                <a:gd name="T62" fmla="*/ 1174 w 1236"/>
                <a:gd name="T63" fmla="*/ 250 h 900"/>
                <a:gd name="T64" fmla="*/ 1216 w 1236"/>
                <a:gd name="T65" fmla="*/ 368 h 900"/>
                <a:gd name="T66" fmla="*/ 1236 w 1236"/>
                <a:gd name="T67" fmla="*/ 452 h 900"/>
                <a:gd name="T68" fmla="*/ 1184 w 1236"/>
                <a:gd name="T69" fmla="*/ 496 h 900"/>
                <a:gd name="T70" fmla="*/ 1120 w 1236"/>
                <a:gd name="T71" fmla="*/ 584 h 900"/>
                <a:gd name="T72" fmla="*/ 1144 w 1236"/>
                <a:gd name="T73" fmla="*/ 626 h 900"/>
                <a:gd name="T74" fmla="*/ 1086 w 1236"/>
                <a:gd name="T75" fmla="*/ 606 h 900"/>
                <a:gd name="T76" fmla="*/ 1030 w 1236"/>
                <a:gd name="T77" fmla="*/ 642 h 900"/>
                <a:gd name="T78" fmla="*/ 1064 w 1236"/>
                <a:gd name="T79" fmla="*/ 694 h 900"/>
                <a:gd name="T80" fmla="*/ 1076 w 1236"/>
                <a:gd name="T81" fmla="*/ 792 h 900"/>
                <a:gd name="T82" fmla="*/ 1034 w 1236"/>
                <a:gd name="T83" fmla="*/ 804 h 900"/>
                <a:gd name="T84" fmla="*/ 996 w 1236"/>
                <a:gd name="T85" fmla="*/ 806 h 900"/>
                <a:gd name="T86" fmla="*/ 956 w 1236"/>
                <a:gd name="T87" fmla="*/ 788 h 900"/>
                <a:gd name="T88" fmla="*/ 920 w 1236"/>
                <a:gd name="T89" fmla="*/ 800 h 900"/>
                <a:gd name="T90" fmla="*/ 878 w 1236"/>
                <a:gd name="T91" fmla="*/ 780 h 900"/>
                <a:gd name="T92" fmla="*/ 828 w 1236"/>
                <a:gd name="T93" fmla="*/ 698 h 900"/>
                <a:gd name="T94" fmla="*/ 778 w 1236"/>
                <a:gd name="T95" fmla="*/ 654 h 900"/>
                <a:gd name="T96" fmla="*/ 700 w 1236"/>
                <a:gd name="T97" fmla="*/ 662 h 900"/>
                <a:gd name="T98" fmla="*/ 722 w 1236"/>
                <a:gd name="T99" fmla="*/ 746 h 900"/>
                <a:gd name="T100" fmla="*/ 694 w 1236"/>
                <a:gd name="T101" fmla="*/ 796 h 900"/>
                <a:gd name="T102" fmla="*/ 664 w 1236"/>
                <a:gd name="T103" fmla="*/ 862 h 900"/>
                <a:gd name="T104" fmla="*/ 634 w 1236"/>
                <a:gd name="T105" fmla="*/ 886 h 900"/>
                <a:gd name="T106" fmla="*/ 604 w 1236"/>
                <a:gd name="T107" fmla="*/ 884 h 900"/>
                <a:gd name="T108" fmla="*/ 568 w 1236"/>
                <a:gd name="T109" fmla="*/ 880 h 9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36" h="900">
                  <a:moveTo>
                    <a:pt x="552" y="900"/>
                  </a:moveTo>
                  <a:lnTo>
                    <a:pt x="552" y="900"/>
                  </a:lnTo>
                  <a:lnTo>
                    <a:pt x="522" y="874"/>
                  </a:lnTo>
                  <a:lnTo>
                    <a:pt x="510" y="834"/>
                  </a:lnTo>
                  <a:lnTo>
                    <a:pt x="494" y="798"/>
                  </a:lnTo>
                  <a:lnTo>
                    <a:pt x="486" y="790"/>
                  </a:lnTo>
                  <a:lnTo>
                    <a:pt x="478" y="782"/>
                  </a:lnTo>
                  <a:lnTo>
                    <a:pt x="460" y="772"/>
                  </a:lnTo>
                  <a:lnTo>
                    <a:pt x="444" y="766"/>
                  </a:lnTo>
                  <a:lnTo>
                    <a:pt x="430" y="762"/>
                  </a:lnTo>
                  <a:lnTo>
                    <a:pt x="322" y="764"/>
                  </a:lnTo>
                  <a:lnTo>
                    <a:pt x="310" y="762"/>
                  </a:lnTo>
                  <a:lnTo>
                    <a:pt x="298" y="758"/>
                  </a:lnTo>
                  <a:lnTo>
                    <a:pt x="278" y="748"/>
                  </a:lnTo>
                  <a:lnTo>
                    <a:pt x="262" y="736"/>
                  </a:lnTo>
                  <a:lnTo>
                    <a:pt x="248" y="724"/>
                  </a:lnTo>
                  <a:lnTo>
                    <a:pt x="220" y="720"/>
                  </a:lnTo>
                  <a:lnTo>
                    <a:pt x="198" y="712"/>
                  </a:lnTo>
                  <a:lnTo>
                    <a:pt x="176" y="704"/>
                  </a:lnTo>
                  <a:lnTo>
                    <a:pt x="158" y="692"/>
                  </a:lnTo>
                  <a:lnTo>
                    <a:pt x="156" y="686"/>
                  </a:lnTo>
                  <a:lnTo>
                    <a:pt x="154" y="680"/>
                  </a:lnTo>
                  <a:lnTo>
                    <a:pt x="148" y="670"/>
                  </a:lnTo>
                  <a:lnTo>
                    <a:pt x="138" y="662"/>
                  </a:lnTo>
                  <a:lnTo>
                    <a:pt x="118" y="658"/>
                  </a:lnTo>
                  <a:lnTo>
                    <a:pt x="100" y="654"/>
                  </a:lnTo>
                  <a:lnTo>
                    <a:pt x="84" y="648"/>
                  </a:lnTo>
                  <a:lnTo>
                    <a:pt x="70" y="640"/>
                  </a:lnTo>
                  <a:lnTo>
                    <a:pt x="62" y="638"/>
                  </a:lnTo>
                  <a:lnTo>
                    <a:pt x="54" y="634"/>
                  </a:lnTo>
                  <a:lnTo>
                    <a:pt x="42" y="624"/>
                  </a:lnTo>
                  <a:lnTo>
                    <a:pt x="32" y="610"/>
                  </a:lnTo>
                  <a:lnTo>
                    <a:pt x="24" y="596"/>
                  </a:lnTo>
                  <a:lnTo>
                    <a:pt x="18" y="580"/>
                  </a:lnTo>
                  <a:lnTo>
                    <a:pt x="12" y="566"/>
                  </a:lnTo>
                  <a:lnTo>
                    <a:pt x="6" y="542"/>
                  </a:lnTo>
                  <a:lnTo>
                    <a:pt x="0" y="412"/>
                  </a:lnTo>
                  <a:lnTo>
                    <a:pt x="14" y="388"/>
                  </a:lnTo>
                  <a:lnTo>
                    <a:pt x="18" y="376"/>
                  </a:lnTo>
                  <a:lnTo>
                    <a:pt x="22" y="366"/>
                  </a:lnTo>
                  <a:lnTo>
                    <a:pt x="20" y="352"/>
                  </a:lnTo>
                  <a:lnTo>
                    <a:pt x="16" y="340"/>
                  </a:lnTo>
                  <a:lnTo>
                    <a:pt x="12" y="332"/>
                  </a:lnTo>
                  <a:lnTo>
                    <a:pt x="10" y="328"/>
                  </a:lnTo>
                  <a:lnTo>
                    <a:pt x="22" y="326"/>
                  </a:lnTo>
                  <a:lnTo>
                    <a:pt x="26" y="328"/>
                  </a:lnTo>
                  <a:lnTo>
                    <a:pt x="32" y="330"/>
                  </a:lnTo>
                  <a:lnTo>
                    <a:pt x="42" y="330"/>
                  </a:lnTo>
                  <a:lnTo>
                    <a:pt x="50" y="320"/>
                  </a:lnTo>
                  <a:lnTo>
                    <a:pt x="52" y="314"/>
                  </a:lnTo>
                  <a:lnTo>
                    <a:pt x="60" y="312"/>
                  </a:lnTo>
                  <a:lnTo>
                    <a:pt x="66" y="312"/>
                  </a:lnTo>
                  <a:lnTo>
                    <a:pt x="72" y="316"/>
                  </a:lnTo>
                  <a:lnTo>
                    <a:pt x="78" y="320"/>
                  </a:lnTo>
                  <a:lnTo>
                    <a:pt x="90" y="330"/>
                  </a:lnTo>
                  <a:lnTo>
                    <a:pt x="98" y="336"/>
                  </a:lnTo>
                  <a:lnTo>
                    <a:pt x="108" y="342"/>
                  </a:lnTo>
                  <a:lnTo>
                    <a:pt x="128" y="342"/>
                  </a:lnTo>
                  <a:lnTo>
                    <a:pt x="140" y="340"/>
                  </a:lnTo>
                  <a:lnTo>
                    <a:pt x="150" y="336"/>
                  </a:lnTo>
                  <a:lnTo>
                    <a:pt x="158" y="326"/>
                  </a:lnTo>
                  <a:lnTo>
                    <a:pt x="158" y="300"/>
                  </a:lnTo>
                  <a:lnTo>
                    <a:pt x="148" y="286"/>
                  </a:lnTo>
                  <a:lnTo>
                    <a:pt x="138" y="274"/>
                  </a:lnTo>
                  <a:lnTo>
                    <a:pt x="136" y="270"/>
                  </a:lnTo>
                  <a:lnTo>
                    <a:pt x="136" y="264"/>
                  </a:lnTo>
                  <a:lnTo>
                    <a:pt x="136" y="258"/>
                  </a:lnTo>
                  <a:lnTo>
                    <a:pt x="140" y="252"/>
                  </a:lnTo>
                  <a:lnTo>
                    <a:pt x="168" y="236"/>
                  </a:lnTo>
                  <a:lnTo>
                    <a:pt x="180" y="224"/>
                  </a:lnTo>
                  <a:lnTo>
                    <a:pt x="184" y="212"/>
                  </a:lnTo>
                  <a:lnTo>
                    <a:pt x="188" y="200"/>
                  </a:lnTo>
                  <a:lnTo>
                    <a:pt x="186" y="192"/>
                  </a:lnTo>
                  <a:lnTo>
                    <a:pt x="184" y="184"/>
                  </a:lnTo>
                  <a:lnTo>
                    <a:pt x="178" y="178"/>
                  </a:lnTo>
                  <a:lnTo>
                    <a:pt x="172" y="174"/>
                  </a:lnTo>
                  <a:lnTo>
                    <a:pt x="160" y="164"/>
                  </a:lnTo>
                  <a:lnTo>
                    <a:pt x="152" y="150"/>
                  </a:lnTo>
                  <a:lnTo>
                    <a:pt x="142" y="138"/>
                  </a:lnTo>
                  <a:lnTo>
                    <a:pt x="132" y="128"/>
                  </a:lnTo>
                  <a:lnTo>
                    <a:pt x="126" y="126"/>
                  </a:lnTo>
                  <a:lnTo>
                    <a:pt x="122" y="126"/>
                  </a:lnTo>
                  <a:lnTo>
                    <a:pt x="120" y="120"/>
                  </a:lnTo>
                  <a:lnTo>
                    <a:pt x="116" y="114"/>
                  </a:lnTo>
                  <a:lnTo>
                    <a:pt x="114" y="110"/>
                  </a:lnTo>
                  <a:lnTo>
                    <a:pt x="114" y="104"/>
                  </a:lnTo>
                  <a:lnTo>
                    <a:pt x="118" y="98"/>
                  </a:lnTo>
                  <a:lnTo>
                    <a:pt x="118" y="92"/>
                  </a:lnTo>
                  <a:lnTo>
                    <a:pt x="118" y="86"/>
                  </a:lnTo>
                  <a:lnTo>
                    <a:pt x="116" y="80"/>
                  </a:lnTo>
                  <a:lnTo>
                    <a:pt x="110" y="70"/>
                  </a:lnTo>
                  <a:lnTo>
                    <a:pt x="104" y="66"/>
                  </a:lnTo>
                  <a:lnTo>
                    <a:pt x="104" y="58"/>
                  </a:lnTo>
                  <a:lnTo>
                    <a:pt x="120" y="56"/>
                  </a:lnTo>
                  <a:lnTo>
                    <a:pt x="138" y="52"/>
                  </a:lnTo>
                  <a:lnTo>
                    <a:pt x="176" y="50"/>
                  </a:lnTo>
                  <a:lnTo>
                    <a:pt x="214" y="46"/>
                  </a:lnTo>
                  <a:lnTo>
                    <a:pt x="234" y="42"/>
                  </a:lnTo>
                  <a:lnTo>
                    <a:pt x="252" y="38"/>
                  </a:lnTo>
                  <a:lnTo>
                    <a:pt x="280" y="24"/>
                  </a:lnTo>
                  <a:lnTo>
                    <a:pt x="310" y="12"/>
                  </a:lnTo>
                  <a:lnTo>
                    <a:pt x="324" y="6"/>
                  </a:lnTo>
                  <a:lnTo>
                    <a:pt x="340" y="4"/>
                  </a:lnTo>
                  <a:lnTo>
                    <a:pt x="358" y="0"/>
                  </a:lnTo>
                  <a:lnTo>
                    <a:pt x="378" y="0"/>
                  </a:lnTo>
                  <a:lnTo>
                    <a:pt x="400" y="10"/>
                  </a:lnTo>
                  <a:lnTo>
                    <a:pt x="430" y="8"/>
                  </a:lnTo>
                  <a:lnTo>
                    <a:pt x="462" y="10"/>
                  </a:lnTo>
                  <a:lnTo>
                    <a:pt x="478" y="10"/>
                  </a:lnTo>
                  <a:lnTo>
                    <a:pt x="494" y="12"/>
                  </a:lnTo>
                  <a:lnTo>
                    <a:pt x="510" y="16"/>
                  </a:lnTo>
                  <a:lnTo>
                    <a:pt x="526" y="22"/>
                  </a:lnTo>
                  <a:lnTo>
                    <a:pt x="604" y="72"/>
                  </a:lnTo>
                  <a:lnTo>
                    <a:pt x="612" y="84"/>
                  </a:lnTo>
                  <a:lnTo>
                    <a:pt x="638" y="104"/>
                  </a:lnTo>
                  <a:lnTo>
                    <a:pt x="654" y="114"/>
                  </a:lnTo>
                  <a:lnTo>
                    <a:pt x="676" y="122"/>
                  </a:lnTo>
                  <a:lnTo>
                    <a:pt x="706" y="122"/>
                  </a:lnTo>
                  <a:lnTo>
                    <a:pt x="720" y="110"/>
                  </a:lnTo>
                  <a:lnTo>
                    <a:pt x="722" y="94"/>
                  </a:lnTo>
                  <a:lnTo>
                    <a:pt x="720" y="80"/>
                  </a:lnTo>
                  <a:lnTo>
                    <a:pt x="718" y="68"/>
                  </a:lnTo>
                  <a:lnTo>
                    <a:pt x="716" y="58"/>
                  </a:lnTo>
                  <a:lnTo>
                    <a:pt x="720" y="56"/>
                  </a:lnTo>
                  <a:lnTo>
                    <a:pt x="724" y="54"/>
                  </a:lnTo>
                  <a:lnTo>
                    <a:pt x="736" y="52"/>
                  </a:lnTo>
                  <a:lnTo>
                    <a:pt x="762" y="52"/>
                  </a:lnTo>
                  <a:lnTo>
                    <a:pt x="792" y="72"/>
                  </a:lnTo>
                  <a:lnTo>
                    <a:pt x="822" y="80"/>
                  </a:lnTo>
                  <a:lnTo>
                    <a:pt x="858" y="84"/>
                  </a:lnTo>
                  <a:lnTo>
                    <a:pt x="898" y="104"/>
                  </a:lnTo>
                  <a:lnTo>
                    <a:pt x="930" y="128"/>
                  </a:lnTo>
                  <a:lnTo>
                    <a:pt x="930" y="132"/>
                  </a:lnTo>
                  <a:lnTo>
                    <a:pt x="940" y="140"/>
                  </a:lnTo>
                  <a:lnTo>
                    <a:pt x="952" y="142"/>
                  </a:lnTo>
                  <a:lnTo>
                    <a:pt x="964" y="140"/>
                  </a:lnTo>
                  <a:lnTo>
                    <a:pt x="992" y="136"/>
                  </a:lnTo>
                  <a:lnTo>
                    <a:pt x="1032" y="184"/>
                  </a:lnTo>
                  <a:lnTo>
                    <a:pt x="1088" y="224"/>
                  </a:lnTo>
                  <a:lnTo>
                    <a:pt x="1116" y="238"/>
                  </a:lnTo>
                  <a:lnTo>
                    <a:pt x="1166" y="238"/>
                  </a:lnTo>
                  <a:lnTo>
                    <a:pt x="1174" y="250"/>
                  </a:lnTo>
                  <a:lnTo>
                    <a:pt x="1182" y="272"/>
                  </a:lnTo>
                  <a:lnTo>
                    <a:pt x="1188" y="294"/>
                  </a:lnTo>
                  <a:lnTo>
                    <a:pt x="1194" y="316"/>
                  </a:lnTo>
                  <a:lnTo>
                    <a:pt x="1216" y="368"/>
                  </a:lnTo>
                  <a:lnTo>
                    <a:pt x="1220" y="412"/>
                  </a:lnTo>
                  <a:lnTo>
                    <a:pt x="1228" y="422"/>
                  </a:lnTo>
                  <a:lnTo>
                    <a:pt x="1234" y="436"/>
                  </a:lnTo>
                  <a:lnTo>
                    <a:pt x="1236" y="444"/>
                  </a:lnTo>
                  <a:lnTo>
                    <a:pt x="1236" y="452"/>
                  </a:lnTo>
                  <a:lnTo>
                    <a:pt x="1232" y="458"/>
                  </a:lnTo>
                  <a:lnTo>
                    <a:pt x="1226" y="466"/>
                  </a:lnTo>
                  <a:lnTo>
                    <a:pt x="1200" y="482"/>
                  </a:lnTo>
                  <a:lnTo>
                    <a:pt x="1192" y="488"/>
                  </a:lnTo>
                  <a:lnTo>
                    <a:pt x="1184" y="496"/>
                  </a:lnTo>
                  <a:lnTo>
                    <a:pt x="1172" y="514"/>
                  </a:lnTo>
                  <a:lnTo>
                    <a:pt x="1156" y="542"/>
                  </a:lnTo>
                  <a:lnTo>
                    <a:pt x="1120" y="568"/>
                  </a:lnTo>
                  <a:lnTo>
                    <a:pt x="1120" y="584"/>
                  </a:lnTo>
                  <a:lnTo>
                    <a:pt x="1154" y="614"/>
                  </a:lnTo>
                  <a:lnTo>
                    <a:pt x="1152" y="620"/>
                  </a:lnTo>
                  <a:lnTo>
                    <a:pt x="1148" y="624"/>
                  </a:lnTo>
                  <a:lnTo>
                    <a:pt x="1144" y="626"/>
                  </a:lnTo>
                  <a:lnTo>
                    <a:pt x="1138" y="628"/>
                  </a:lnTo>
                  <a:lnTo>
                    <a:pt x="1128" y="628"/>
                  </a:lnTo>
                  <a:lnTo>
                    <a:pt x="1120" y="628"/>
                  </a:lnTo>
                  <a:lnTo>
                    <a:pt x="1086" y="606"/>
                  </a:lnTo>
                  <a:lnTo>
                    <a:pt x="1052" y="604"/>
                  </a:lnTo>
                  <a:lnTo>
                    <a:pt x="1038" y="606"/>
                  </a:lnTo>
                  <a:lnTo>
                    <a:pt x="1030" y="608"/>
                  </a:lnTo>
                  <a:lnTo>
                    <a:pt x="1030" y="632"/>
                  </a:lnTo>
                  <a:lnTo>
                    <a:pt x="1030" y="642"/>
                  </a:lnTo>
                  <a:lnTo>
                    <a:pt x="1032" y="652"/>
                  </a:lnTo>
                  <a:lnTo>
                    <a:pt x="1036" y="662"/>
                  </a:lnTo>
                  <a:lnTo>
                    <a:pt x="1042" y="672"/>
                  </a:lnTo>
                  <a:lnTo>
                    <a:pt x="1052" y="682"/>
                  </a:lnTo>
                  <a:lnTo>
                    <a:pt x="1064" y="694"/>
                  </a:lnTo>
                  <a:lnTo>
                    <a:pt x="1064" y="730"/>
                  </a:lnTo>
                  <a:lnTo>
                    <a:pt x="1080" y="780"/>
                  </a:lnTo>
                  <a:lnTo>
                    <a:pt x="1078" y="788"/>
                  </a:lnTo>
                  <a:lnTo>
                    <a:pt x="1076" y="792"/>
                  </a:lnTo>
                  <a:lnTo>
                    <a:pt x="1074" y="796"/>
                  </a:lnTo>
                  <a:lnTo>
                    <a:pt x="1068" y="798"/>
                  </a:lnTo>
                  <a:lnTo>
                    <a:pt x="1058" y="800"/>
                  </a:lnTo>
                  <a:lnTo>
                    <a:pt x="1046" y="800"/>
                  </a:lnTo>
                  <a:lnTo>
                    <a:pt x="1034" y="804"/>
                  </a:lnTo>
                  <a:lnTo>
                    <a:pt x="1028" y="808"/>
                  </a:lnTo>
                  <a:lnTo>
                    <a:pt x="1014" y="818"/>
                  </a:lnTo>
                  <a:lnTo>
                    <a:pt x="1004" y="818"/>
                  </a:lnTo>
                  <a:lnTo>
                    <a:pt x="996" y="806"/>
                  </a:lnTo>
                  <a:lnTo>
                    <a:pt x="968" y="804"/>
                  </a:lnTo>
                  <a:lnTo>
                    <a:pt x="968" y="798"/>
                  </a:lnTo>
                  <a:lnTo>
                    <a:pt x="964" y="794"/>
                  </a:lnTo>
                  <a:lnTo>
                    <a:pt x="956" y="788"/>
                  </a:lnTo>
                  <a:lnTo>
                    <a:pt x="936" y="786"/>
                  </a:lnTo>
                  <a:lnTo>
                    <a:pt x="934" y="792"/>
                  </a:lnTo>
                  <a:lnTo>
                    <a:pt x="926" y="796"/>
                  </a:lnTo>
                  <a:lnTo>
                    <a:pt x="920" y="800"/>
                  </a:lnTo>
                  <a:lnTo>
                    <a:pt x="914" y="800"/>
                  </a:lnTo>
                  <a:lnTo>
                    <a:pt x="908" y="786"/>
                  </a:lnTo>
                  <a:lnTo>
                    <a:pt x="878" y="780"/>
                  </a:lnTo>
                  <a:lnTo>
                    <a:pt x="836" y="732"/>
                  </a:lnTo>
                  <a:lnTo>
                    <a:pt x="830" y="722"/>
                  </a:lnTo>
                  <a:lnTo>
                    <a:pt x="830" y="710"/>
                  </a:lnTo>
                  <a:lnTo>
                    <a:pt x="828" y="698"/>
                  </a:lnTo>
                  <a:lnTo>
                    <a:pt x="824" y="690"/>
                  </a:lnTo>
                  <a:lnTo>
                    <a:pt x="820" y="682"/>
                  </a:lnTo>
                  <a:lnTo>
                    <a:pt x="808" y="670"/>
                  </a:lnTo>
                  <a:lnTo>
                    <a:pt x="796" y="658"/>
                  </a:lnTo>
                  <a:lnTo>
                    <a:pt x="778" y="654"/>
                  </a:lnTo>
                  <a:lnTo>
                    <a:pt x="758" y="652"/>
                  </a:lnTo>
                  <a:lnTo>
                    <a:pt x="724" y="654"/>
                  </a:lnTo>
                  <a:lnTo>
                    <a:pt x="706" y="656"/>
                  </a:lnTo>
                  <a:lnTo>
                    <a:pt x="702" y="660"/>
                  </a:lnTo>
                  <a:lnTo>
                    <a:pt x="700" y="662"/>
                  </a:lnTo>
                  <a:lnTo>
                    <a:pt x="698" y="674"/>
                  </a:lnTo>
                  <a:lnTo>
                    <a:pt x="698" y="694"/>
                  </a:lnTo>
                  <a:lnTo>
                    <a:pt x="722" y="726"/>
                  </a:lnTo>
                  <a:lnTo>
                    <a:pt x="722" y="746"/>
                  </a:lnTo>
                  <a:lnTo>
                    <a:pt x="712" y="758"/>
                  </a:lnTo>
                  <a:lnTo>
                    <a:pt x="700" y="772"/>
                  </a:lnTo>
                  <a:lnTo>
                    <a:pt x="696" y="778"/>
                  </a:lnTo>
                  <a:lnTo>
                    <a:pt x="694" y="786"/>
                  </a:lnTo>
                  <a:lnTo>
                    <a:pt x="694" y="796"/>
                  </a:lnTo>
                  <a:lnTo>
                    <a:pt x="698" y="804"/>
                  </a:lnTo>
                  <a:lnTo>
                    <a:pt x="698" y="810"/>
                  </a:lnTo>
                  <a:lnTo>
                    <a:pt x="694" y="818"/>
                  </a:lnTo>
                  <a:lnTo>
                    <a:pt x="684" y="834"/>
                  </a:lnTo>
                  <a:lnTo>
                    <a:pt x="664" y="862"/>
                  </a:lnTo>
                  <a:lnTo>
                    <a:pt x="658" y="870"/>
                  </a:lnTo>
                  <a:lnTo>
                    <a:pt x="652" y="878"/>
                  </a:lnTo>
                  <a:lnTo>
                    <a:pt x="644" y="882"/>
                  </a:lnTo>
                  <a:lnTo>
                    <a:pt x="634" y="886"/>
                  </a:lnTo>
                  <a:lnTo>
                    <a:pt x="624" y="898"/>
                  </a:lnTo>
                  <a:lnTo>
                    <a:pt x="618" y="896"/>
                  </a:lnTo>
                  <a:lnTo>
                    <a:pt x="612" y="896"/>
                  </a:lnTo>
                  <a:lnTo>
                    <a:pt x="608" y="890"/>
                  </a:lnTo>
                  <a:lnTo>
                    <a:pt x="604" y="884"/>
                  </a:lnTo>
                  <a:lnTo>
                    <a:pt x="604" y="880"/>
                  </a:lnTo>
                  <a:lnTo>
                    <a:pt x="598" y="878"/>
                  </a:lnTo>
                  <a:lnTo>
                    <a:pt x="594" y="876"/>
                  </a:lnTo>
                  <a:lnTo>
                    <a:pt x="582" y="876"/>
                  </a:lnTo>
                  <a:lnTo>
                    <a:pt x="568" y="880"/>
                  </a:lnTo>
                  <a:lnTo>
                    <a:pt x="560" y="892"/>
                  </a:lnTo>
                  <a:lnTo>
                    <a:pt x="556" y="896"/>
                  </a:lnTo>
                  <a:lnTo>
                    <a:pt x="552" y="900"/>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dirty="0"/>
            </a:p>
          </p:txBody>
        </p:sp>
        <p:sp>
          <p:nvSpPr>
            <p:cNvPr id="109" name="Freeform 29"/>
            <p:cNvSpPr/>
            <p:nvPr/>
          </p:nvSpPr>
          <p:spPr bwMode="auto">
            <a:xfrm>
              <a:off x="5676900" y="2717801"/>
              <a:ext cx="539750" cy="1085850"/>
            </a:xfrm>
            <a:custGeom>
              <a:avLst/>
              <a:gdLst>
                <a:gd name="T0" fmla="*/ 24 w 340"/>
                <a:gd name="T1" fmla="*/ 676 h 684"/>
                <a:gd name="T2" fmla="*/ 10 w 340"/>
                <a:gd name="T3" fmla="*/ 654 h 684"/>
                <a:gd name="T4" fmla="*/ 10 w 340"/>
                <a:gd name="T5" fmla="*/ 624 h 684"/>
                <a:gd name="T6" fmla="*/ 18 w 340"/>
                <a:gd name="T7" fmla="*/ 560 h 684"/>
                <a:gd name="T8" fmla="*/ 0 w 340"/>
                <a:gd name="T9" fmla="*/ 514 h 684"/>
                <a:gd name="T10" fmla="*/ 8 w 340"/>
                <a:gd name="T11" fmla="*/ 426 h 684"/>
                <a:gd name="T12" fmla="*/ 30 w 340"/>
                <a:gd name="T13" fmla="*/ 386 h 684"/>
                <a:gd name="T14" fmla="*/ 24 w 340"/>
                <a:gd name="T15" fmla="*/ 326 h 684"/>
                <a:gd name="T16" fmla="*/ 22 w 340"/>
                <a:gd name="T17" fmla="*/ 282 h 684"/>
                <a:gd name="T18" fmla="*/ 44 w 340"/>
                <a:gd name="T19" fmla="*/ 248 h 684"/>
                <a:gd name="T20" fmla="*/ 50 w 340"/>
                <a:gd name="T21" fmla="*/ 218 h 684"/>
                <a:gd name="T22" fmla="*/ 64 w 340"/>
                <a:gd name="T23" fmla="*/ 170 h 684"/>
                <a:gd name="T24" fmla="*/ 70 w 340"/>
                <a:gd name="T25" fmla="*/ 150 h 684"/>
                <a:gd name="T26" fmla="*/ 94 w 340"/>
                <a:gd name="T27" fmla="*/ 122 h 684"/>
                <a:gd name="T28" fmla="*/ 128 w 340"/>
                <a:gd name="T29" fmla="*/ 82 h 684"/>
                <a:gd name="T30" fmla="*/ 152 w 340"/>
                <a:gd name="T31" fmla="*/ 58 h 684"/>
                <a:gd name="T32" fmla="*/ 170 w 340"/>
                <a:gd name="T33" fmla="*/ 40 h 684"/>
                <a:gd name="T34" fmla="*/ 224 w 340"/>
                <a:gd name="T35" fmla="*/ 40 h 684"/>
                <a:gd name="T36" fmla="*/ 238 w 340"/>
                <a:gd name="T37" fmla="*/ 32 h 684"/>
                <a:gd name="T38" fmla="*/ 270 w 340"/>
                <a:gd name="T39" fmla="*/ 20 h 684"/>
                <a:gd name="T40" fmla="*/ 290 w 340"/>
                <a:gd name="T41" fmla="*/ 0 h 684"/>
                <a:gd name="T42" fmla="*/ 308 w 340"/>
                <a:gd name="T43" fmla="*/ 12 h 684"/>
                <a:gd name="T44" fmla="*/ 290 w 340"/>
                <a:gd name="T45" fmla="*/ 34 h 684"/>
                <a:gd name="T46" fmla="*/ 276 w 340"/>
                <a:gd name="T47" fmla="*/ 54 h 684"/>
                <a:gd name="T48" fmla="*/ 286 w 340"/>
                <a:gd name="T49" fmla="*/ 64 h 684"/>
                <a:gd name="T50" fmla="*/ 310 w 340"/>
                <a:gd name="T51" fmla="*/ 82 h 684"/>
                <a:gd name="T52" fmla="*/ 340 w 340"/>
                <a:gd name="T53" fmla="*/ 124 h 684"/>
                <a:gd name="T54" fmla="*/ 328 w 340"/>
                <a:gd name="T55" fmla="*/ 158 h 684"/>
                <a:gd name="T56" fmla="*/ 290 w 340"/>
                <a:gd name="T57" fmla="*/ 186 h 684"/>
                <a:gd name="T58" fmla="*/ 268 w 340"/>
                <a:gd name="T59" fmla="*/ 228 h 684"/>
                <a:gd name="T60" fmla="*/ 274 w 340"/>
                <a:gd name="T61" fmla="*/ 256 h 684"/>
                <a:gd name="T62" fmla="*/ 300 w 340"/>
                <a:gd name="T63" fmla="*/ 278 h 684"/>
                <a:gd name="T64" fmla="*/ 320 w 340"/>
                <a:gd name="T65" fmla="*/ 312 h 684"/>
                <a:gd name="T66" fmla="*/ 328 w 340"/>
                <a:gd name="T67" fmla="*/ 344 h 684"/>
                <a:gd name="T68" fmla="*/ 316 w 340"/>
                <a:gd name="T69" fmla="*/ 384 h 684"/>
                <a:gd name="T70" fmla="*/ 298 w 340"/>
                <a:gd name="T71" fmla="*/ 412 h 684"/>
                <a:gd name="T72" fmla="*/ 276 w 340"/>
                <a:gd name="T73" fmla="*/ 436 h 684"/>
                <a:gd name="T74" fmla="*/ 298 w 340"/>
                <a:gd name="T75" fmla="*/ 474 h 684"/>
                <a:gd name="T76" fmla="*/ 302 w 340"/>
                <a:gd name="T77" fmla="*/ 506 h 684"/>
                <a:gd name="T78" fmla="*/ 296 w 340"/>
                <a:gd name="T79" fmla="*/ 544 h 684"/>
                <a:gd name="T80" fmla="*/ 236 w 340"/>
                <a:gd name="T81" fmla="*/ 602 h 684"/>
                <a:gd name="T82" fmla="*/ 164 w 340"/>
                <a:gd name="T83" fmla="*/ 620 h 684"/>
                <a:gd name="T84" fmla="*/ 112 w 340"/>
                <a:gd name="T85" fmla="*/ 644 h 684"/>
                <a:gd name="T86" fmla="*/ 66 w 340"/>
                <a:gd name="T87" fmla="*/ 664 h 684"/>
                <a:gd name="T88" fmla="*/ 48 w 340"/>
                <a:gd name="T89" fmla="*/ 678 h 6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40" h="684">
                  <a:moveTo>
                    <a:pt x="32" y="684"/>
                  </a:moveTo>
                  <a:lnTo>
                    <a:pt x="32" y="684"/>
                  </a:lnTo>
                  <a:lnTo>
                    <a:pt x="24" y="676"/>
                  </a:lnTo>
                  <a:lnTo>
                    <a:pt x="16" y="668"/>
                  </a:lnTo>
                  <a:lnTo>
                    <a:pt x="12" y="662"/>
                  </a:lnTo>
                  <a:lnTo>
                    <a:pt x="10" y="654"/>
                  </a:lnTo>
                  <a:lnTo>
                    <a:pt x="10" y="638"/>
                  </a:lnTo>
                  <a:lnTo>
                    <a:pt x="10" y="624"/>
                  </a:lnTo>
                  <a:lnTo>
                    <a:pt x="20" y="594"/>
                  </a:lnTo>
                  <a:lnTo>
                    <a:pt x="18" y="560"/>
                  </a:lnTo>
                  <a:lnTo>
                    <a:pt x="0" y="514"/>
                  </a:lnTo>
                  <a:lnTo>
                    <a:pt x="0" y="440"/>
                  </a:lnTo>
                  <a:lnTo>
                    <a:pt x="8" y="426"/>
                  </a:lnTo>
                  <a:lnTo>
                    <a:pt x="16" y="412"/>
                  </a:lnTo>
                  <a:lnTo>
                    <a:pt x="30" y="386"/>
                  </a:lnTo>
                  <a:lnTo>
                    <a:pt x="30" y="358"/>
                  </a:lnTo>
                  <a:lnTo>
                    <a:pt x="24" y="326"/>
                  </a:lnTo>
                  <a:lnTo>
                    <a:pt x="22" y="310"/>
                  </a:lnTo>
                  <a:lnTo>
                    <a:pt x="20" y="296"/>
                  </a:lnTo>
                  <a:lnTo>
                    <a:pt x="22" y="282"/>
                  </a:lnTo>
                  <a:lnTo>
                    <a:pt x="24" y="270"/>
                  </a:lnTo>
                  <a:lnTo>
                    <a:pt x="32" y="258"/>
                  </a:lnTo>
                  <a:lnTo>
                    <a:pt x="44" y="248"/>
                  </a:lnTo>
                  <a:lnTo>
                    <a:pt x="48" y="232"/>
                  </a:lnTo>
                  <a:lnTo>
                    <a:pt x="50" y="218"/>
                  </a:lnTo>
                  <a:lnTo>
                    <a:pt x="52" y="192"/>
                  </a:lnTo>
                  <a:lnTo>
                    <a:pt x="64" y="170"/>
                  </a:lnTo>
                  <a:lnTo>
                    <a:pt x="66" y="158"/>
                  </a:lnTo>
                  <a:lnTo>
                    <a:pt x="70" y="150"/>
                  </a:lnTo>
                  <a:lnTo>
                    <a:pt x="74" y="142"/>
                  </a:lnTo>
                  <a:lnTo>
                    <a:pt x="80" y="134"/>
                  </a:lnTo>
                  <a:lnTo>
                    <a:pt x="94" y="122"/>
                  </a:lnTo>
                  <a:lnTo>
                    <a:pt x="110" y="110"/>
                  </a:lnTo>
                  <a:lnTo>
                    <a:pt x="128" y="82"/>
                  </a:lnTo>
                  <a:lnTo>
                    <a:pt x="140" y="68"/>
                  </a:lnTo>
                  <a:lnTo>
                    <a:pt x="146" y="62"/>
                  </a:lnTo>
                  <a:lnTo>
                    <a:pt x="152" y="58"/>
                  </a:lnTo>
                  <a:lnTo>
                    <a:pt x="170" y="40"/>
                  </a:lnTo>
                  <a:lnTo>
                    <a:pt x="204" y="42"/>
                  </a:lnTo>
                  <a:lnTo>
                    <a:pt x="214" y="42"/>
                  </a:lnTo>
                  <a:lnTo>
                    <a:pt x="224" y="40"/>
                  </a:lnTo>
                  <a:lnTo>
                    <a:pt x="232" y="38"/>
                  </a:lnTo>
                  <a:lnTo>
                    <a:pt x="238" y="32"/>
                  </a:lnTo>
                  <a:lnTo>
                    <a:pt x="250" y="30"/>
                  </a:lnTo>
                  <a:lnTo>
                    <a:pt x="260" y="26"/>
                  </a:lnTo>
                  <a:lnTo>
                    <a:pt x="270" y="20"/>
                  </a:lnTo>
                  <a:lnTo>
                    <a:pt x="282" y="10"/>
                  </a:lnTo>
                  <a:lnTo>
                    <a:pt x="290" y="0"/>
                  </a:lnTo>
                  <a:lnTo>
                    <a:pt x="308" y="12"/>
                  </a:lnTo>
                  <a:lnTo>
                    <a:pt x="306" y="18"/>
                  </a:lnTo>
                  <a:lnTo>
                    <a:pt x="302" y="24"/>
                  </a:lnTo>
                  <a:lnTo>
                    <a:pt x="290" y="34"/>
                  </a:lnTo>
                  <a:lnTo>
                    <a:pt x="284" y="40"/>
                  </a:lnTo>
                  <a:lnTo>
                    <a:pt x="280" y="46"/>
                  </a:lnTo>
                  <a:lnTo>
                    <a:pt x="276" y="54"/>
                  </a:lnTo>
                  <a:lnTo>
                    <a:pt x="278" y="62"/>
                  </a:lnTo>
                  <a:lnTo>
                    <a:pt x="286" y="64"/>
                  </a:lnTo>
                  <a:lnTo>
                    <a:pt x="296" y="68"/>
                  </a:lnTo>
                  <a:lnTo>
                    <a:pt x="302" y="74"/>
                  </a:lnTo>
                  <a:lnTo>
                    <a:pt x="310" y="82"/>
                  </a:lnTo>
                  <a:lnTo>
                    <a:pt x="324" y="100"/>
                  </a:lnTo>
                  <a:lnTo>
                    <a:pt x="340" y="124"/>
                  </a:lnTo>
                  <a:lnTo>
                    <a:pt x="340" y="142"/>
                  </a:lnTo>
                  <a:lnTo>
                    <a:pt x="328" y="158"/>
                  </a:lnTo>
                  <a:lnTo>
                    <a:pt x="318" y="168"/>
                  </a:lnTo>
                  <a:lnTo>
                    <a:pt x="290" y="186"/>
                  </a:lnTo>
                  <a:lnTo>
                    <a:pt x="280" y="202"/>
                  </a:lnTo>
                  <a:lnTo>
                    <a:pt x="272" y="218"/>
                  </a:lnTo>
                  <a:lnTo>
                    <a:pt x="268" y="228"/>
                  </a:lnTo>
                  <a:lnTo>
                    <a:pt x="268" y="238"/>
                  </a:lnTo>
                  <a:lnTo>
                    <a:pt x="268" y="248"/>
                  </a:lnTo>
                  <a:lnTo>
                    <a:pt x="274" y="256"/>
                  </a:lnTo>
                  <a:lnTo>
                    <a:pt x="300" y="278"/>
                  </a:lnTo>
                  <a:lnTo>
                    <a:pt x="308" y="290"/>
                  </a:lnTo>
                  <a:lnTo>
                    <a:pt x="316" y="302"/>
                  </a:lnTo>
                  <a:lnTo>
                    <a:pt x="320" y="312"/>
                  </a:lnTo>
                  <a:lnTo>
                    <a:pt x="324" y="320"/>
                  </a:lnTo>
                  <a:lnTo>
                    <a:pt x="326" y="332"/>
                  </a:lnTo>
                  <a:lnTo>
                    <a:pt x="328" y="344"/>
                  </a:lnTo>
                  <a:lnTo>
                    <a:pt x="322" y="364"/>
                  </a:lnTo>
                  <a:lnTo>
                    <a:pt x="316" y="384"/>
                  </a:lnTo>
                  <a:lnTo>
                    <a:pt x="308" y="398"/>
                  </a:lnTo>
                  <a:lnTo>
                    <a:pt x="298" y="412"/>
                  </a:lnTo>
                  <a:lnTo>
                    <a:pt x="286" y="426"/>
                  </a:lnTo>
                  <a:lnTo>
                    <a:pt x="276" y="436"/>
                  </a:lnTo>
                  <a:lnTo>
                    <a:pt x="274" y="448"/>
                  </a:lnTo>
                  <a:lnTo>
                    <a:pt x="298" y="474"/>
                  </a:lnTo>
                  <a:lnTo>
                    <a:pt x="302" y="488"/>
                  </a:lnTo>
                  <a:lnTo>
                    <a:pt x="302" y="506"/>
                  </a:lnTo>
                  <a:lnTo>
                    <a:pt x="300" y="524"/>
                  </a:lnTo>
                  <a:lnTo>
                    <a:pt x="296" y="544"/>
                  </a:lnTo>
                  <a:lnTo>
                    <a:pt x="282" y="560"/>
                  </a:lnTo>
                  <a:lnTo>
                    <a:pt x="268" y="574"/>
                  </a:lnTo>
                  <a:lnTo>
                    <a:pt x="236" y="602"/>
                  </a:lnTo>
                  <a:lnTo>
                    <a:pt x="164" y="620"/>
                  </a:lnTo>
                  <a:lnTo>
                    <a:pt x="146" y="632"/>
                  </a:lnTo>
                  <a:lnTo>
                    <a:pt x="128" y="640"/>
                  </a:lnTo>
                  <a:lnTo>
                    <a:pt x="112" y="644"/>
                  </a:lnTo>
                  <a:lnTo>
                    <a:pt x="92" y="648"/>
                  </a:lnTo>
                  <a:lnTo>
                    <a:pt x="66" y="664"/>
                  </a:lnTo>
                  <a:lnTo>
                    <a:pt x="56" y="672"/>
                  </a:lnTo>
                  <a:lnTo>
                    <a:pt x="48" y="678"/>
                  </a:lnTo>
                  <a:lnTo>
                    <a:pt x="32" y="684"/>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10" name="Freeform 30"/>
            <p:cNvSpPr/>
            <p:nvPr/>
          </p:nvSpPr>
          <p:spPr bwMode="auto">
            <a:xfrm>
              <a:off x="6384925" y="3101976"/>
              <a:ext cx="1016000" cy="679450"/>
            </a:xfrm>
            <a:custGeom>
              <a:avLst/>
              <a:gdLst>
                <a:gd name="T0" fmla="*/ 42 w 640"/>
                <a:gd name="T1" fmla="*/ 410 h 428"/>
                <a:gd name="T2" fmla="*/ 0 w 640"/>
                <a:gd name="T3" fmla="*/ 372 h 428"/>
                <a:gd name="T4" fmla="*/ 26 w 640"/>
                <a:gd name="T5" fmla="*/ 338 h 428"/>
                <a:gd name="T6" fmla="*/ 38 w 640"/>
                <a:gd name="T7" fmla="*/ 322 h 428"/>
                <a:gd name="T8" fmla="*/ 26 w 640"/>
                <a:gd name="T9" fmla="*/ 244 h 428"/>
                <a:gd name="T10" fmla="*/ 12 w 640"/>
                <a:gd name="T11" fmla="*/ 208 h 428"/>
                <a:gd name="T12" fmla="*/ 20 w 640"/>
                <a:gd name="T13" fmla="*/ 174 h 428"/>
                <a:gd name="T14" fmla="*/ 42 w 640"/>
                <a:gd name="T15" fmla="*/ 144 h 428"/>
                <a:gd name="T16" fmla="*/ 76 w 640"/>
                <a:gd name="T17" fmla="*/ 106 h 428"/>
                <a:gd name="T18" fmla="*/ 104 w 640"/>
                <a:gd name="T19" fmla="*/ 80 h 428"/>
                <a:gd name="T20" fmla="*/ 150 w 640"/>
                <a:gd name="T21" fmla="*/ 52 h 428"/>
                <a:gd name="T22" fmla="*/ 210 w 640"/>
                <a:gd name="T23" fmla="*/ 38 h 428"/>
                <a:gd name="T24" fmla="*/ 236 w 640"/>
                <a:gd name="T25" fmla="*/ 38 h 428"/>
                <a:gd name="T26" fmla="*/ 268 w 640"/>
                <a:gd name="T27" fmla="*/ 16 h 428"/>
                <a:gd name="T28" fmla="*/ 294 w 640"/>
                <a:gd name="T29" fmla="*/ 12 h 428"/>
                <a:gd name="T30" fmla="*/ 308 w 640"/>
                <a:gd name="T31" fmla="*/ 36 h 428"/>
                <a:gd name="T32" fmla="*/ 308 w 640"/>
                <a:gd name="T33" fmla="*/ 80 h 428"/>
                <a:gd name="T34" fmla="*/ 360 w 640"/>
                <a:gd name="T35" fmla="*/ 108 h 428"/>
                <a:gd name="T36" fmla="*/ 384 w 640"/>
                <a:gd name="T37" fmla="*/ 110 h 428"/>
                <a:gd name="T38" fmla="*/ 432 w 640"/>
                <a:gd name="T39" fmla="*/ 38 h 428"/>
                <a:gd name="T40" fmla="*/ 452 w 640"/>
                <a:gd name="T41" fmla="*/ 24 h 428"/>
                <a:gd name="T42" fmla="*/ 492 w 640"/>
                <a:gd name="T43" fmla="*/ 16 h 428"/>
                <a:gd name="T44" fmla="*/ 536 w 640"/>
                <a:gd name="T45" fmla="*/ 34 h 428"/>
                <a:gd name="T46" fmla="*/ 640 w 640"/>
                <a:gd name="T47" fmla="*/ 36 h 428"/>
                <a:gd name="T48" fmla="*/ 636 w 640"/>
                <a:gd name="T49" fmla="*/ 46 h 428"/>
                <a:gd name="T50" fmla="*/ 632 w 640"/>
                <a:gd name="T51" fmla="*/ 76 h 428"/>
                <a:gd name="T52" fmla="*/ 570 w 640"/>
                <a:gd name="T53" fmla="*/ 96 h 428"/>
                <a:gd name="T54" fmla="*/ 514 w 640"/>
                <a:gd name="T55" fmla="*/ 136 h 428"/>
                <a:gd name="T56" fmla="*/ 500 w 640"/>
                <a:gd name="T57" fmla="*/ 160 h 428"/>
                <a:gd name="T58" fmla="*/ 472 w 640"/>
                <a:gd name="T59" fmla="*/ 178 h 428"/>
                <a:gd name="T60" fmla="*/ 446 w 640"/>
                <a:gd name="T61" fmla="*/ 188 h 428"/>
                <a:gd name="T62" fmla="*/ 438 w 640"/>
                <a:gd name="T63" fmla="*/ 228 h 428"/>
                <a:gd name="T64" fmla="*/ 418 w 640"/>
                <a:gd name="T65" fmla="*/ 252 h 428"/>
                <a:gd name="T66" fmla="*/ 400 w 640"/>
                <a:gd name="T67" fmla="*/ 276 h 428"/>
                <a:gd name="T68" fmla="*/ 390 w 640"/>
                <a:gd name="T69" fmla="*/ 324 h 428"/>
                <a:gd name="T70" fmla="*/ 374 w 640"/>
                <a:gd name="T71" fmla="*/ 326 h 428"/>
                <a:gd name="T72" fmla="*/ 350 w 640"/>
                <a:gd name="T73" fmla="*/ 342 h 428"/>
                <a:gd name="T74" fmla="*/ 338 w 640"/>
                <a:gd name="T75" fmla="*/ 366 h 428"/>
                <a:gd name="T76" fmla="*/ 322 w 640"/>
                <a:gd name="T77" fmla="*/ 400 h 428"/>
                <a:gd name="T78" fmla="*/ 314 w 640"/>
                <a:gd name="T79" fmla="*/ 400 h 428"/>
                <a:gd name="T80" fmla="*/ 304 w 640"/>
                <a:gd name="T81" fmla="*/ 392 h 428"/>
                <a:gd name="T82" fmla="*/ 274 w 640"/>
                <a:gd name="T83" fmla="*/ 404 h 428"/>
                <a:gd name="T84" fmla="*/ 250 w 640"/>
                <a:gd name="T85" fmla="*/ 422 h 428"/>
                <a:gd name="T86" fmla="*/ 214 w 640"/>
                <a:gd name="T87" fmla="*/ 416 h 428"/>
                <a:gd name="T88" fmla="*/ 208 w 640"/>
                <a:gd name="T89" fmla="*/ 404 h 428"/>
                <a:gd name="T90" fmla="*/ 142 w 640"/>
                <a:gd name="T91" fmla="*/ 362 h 428"/>
                <a:gd name="T92" fmla="*/ 138 w 640"/>
                <a:gd name="T93" fmla="*/ 380 h 428"/>
                <a:gd name="T94" fmla="*/ 126 w 640"/>
                <a:gd name="T95" fmla="*/ 406 h 428"/>
                <a:gd name="T96" fmla="*/ 108 w 640"/>
                <a:gd name="T97" fmla="*/ 418 h 428"/>
                <a:gd name="T98" fmla="*/ 86 w 640"/>
                <a:gd name="T99" fmla="*/ 422 h 42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40" h="428">
                  <a:moveTo>
                    <a:pt x="70" y="428"/>
                  </a:moveTo>
                  <a:lnTo>
                    <a:pt x="70" y="428"/>
                  </a:lnTo>
                  <a:lnTo>
                    <a:pt x="42" y="410"/>
                  </a:lnTo>
                  <a:lnTo>
                    <a:pt x="0" y="372"/>
                  </a:lnTo>
                  <a:lnTo>
                    <a:pt x="10" y="352"/>
                  </a:lnTo>
                  <a:lnTo>
                    <a:pt x="26" y="338"/>
                  </a:lnTo>
                  <a:lnTo>
                    <a:pt x="32" y="330"/>
                  </a:lnTo>
                  <a:lnTo>
                    <a:pt x="38" y="322"/>
                  </a:lnTo>
                  <a:lnTo>
                    <a:pt x="38" y="288"/>
                  </a:lnTo>
                  <a:lnTo>
                    <a:pt x="26" y="244"/>
                  </a:lnTo>
                  <a:lnTo>
                    <a:pt x="18" y="220"/>
                  </a:lnTo>
                  <a:lnTo>
                    <a:pt x="12" y="208"/>
                  </a:lnTo>
                  <a:lnTo>
                    <a:pt x="12" y="186"/>
                  </a:lnTo>
                  <a:lnTo>
                    <a:pt x="14" y="180"/>
                  </a:lnTo>
                  <a:lnTo>
                    <a:pt x="20" y="174"/>
                  </a:lnTo>
                  <a:lnTo>
                    <a:pt x="30" y="156"/>
                  </a:lnTo>
                  <a:lnTo>
                    <a:pt x="42" y="144"/>
                  </a:lnTo>
                  <a:lnTo>
                    <a:pt x="68" y="118"/>
                  </a:lnTo>
                  <a:lnTo>
                    <a:pt x="76" y="106"/>
                  </a:lnTo>
                  <a:lnTo>
                    <a:pt x="84" y="96"/>
                  </a:lnTo>
                  <a:lnTo>
                    <a:pt x="92" y="88"/>
                  </a:lnTo>
                  <a:lnTo>
                    <a:pt x="104" y="80"/>
                  </a:lnTo>
                  <a:lnTo>
                    <a:pt x="126" y="66"/>
                  </a:lnTo>
                  <a:lnTo>
                    <a:pt x="150" y="52"/>
                  </a:lnTo>
                  <a:lnTo>
                    <a:pt x="202" y="0"/>
                  </a:lnTo>
                  <a:lnTo>
                    <a:pt x="210" y="38"/>
                  </a:lnTo>
                  <a:lnTo>
                    <a:pt x="236" y="38"/>
                  </a:lnTo>
                  <a:lnTo>
                    <a:pt x="248" y="16"/>
                  </a:lnTo>
                  <a:lnTo>
                    <a:pt x="268" y="16"/>
                  </a:lnTo>
                  <a:lnTo>
                    <a:pt x="282" y="16"/>
                  </a:lnTo>
                  <a:lnTo>
                    <a:pt x="294" y="12"/>
                  </a:lnTo>
                  <a:lnTo>
                    <a:pt x="294" y="16"/>
                  </a:lnTo>
                  <a:lnTo>
                    <a:pt x="298" y="22"/>
                  </a:lnTo>
                  <a:lnTo>
                    <a:pt x="308" y="36"/>
                  </a:lnTo>
                  <a:lnTo>
                    <a:pt x="308" y="80"/>
                  </a:lnTo>
                  <a:lnTo>
                    <a:pt x="322" y="90"/>
                  </a:lnTo>
                  <a:lnTo>
                    <a:pt x="340" y="100"/>
                  </a:lnTo>
                  <a:lnTo>
                    <a:pt x="360" y="108"/>
                  </a:lnTo>
                  <a:lnTo>
                    <a:pt x="372" y="110"/>
                  </a:lnTo>
                  <a:lnTo>
                    <a:pt x="384" y="110"/>
                  </a:lnTo>
                  <a:lnTo>
                    <a:pt x="424" y="48"/>
                  </a:lnTo>
                  <a:lnTo>
                    <a:pt x="432" y="38"/>
                  </a:lnTo>
                  <a:lnTo>
                    <a:pt x="440" y="30"/>
                  </a:lnTo>
                  <a:lnTo>
                    <a:pt x="452" y="24"/>
                  </a:lnTo>
                  <a:lnTo>
                    <a:pt x="462" y="18"/>
                  </a:lnTo>
                  <a:lnTo>
                    <a:pt x="476" y="16"/>
                  </a:lnTo>
                  <a:lnTo>
                    <a:pt x="492" y="16"/>
                  </a:lnTo>
                  <a:lnTo>
                    <a:pt x="536" y="34"/>
                  </a:lnTo>
                  <a:lnTo>
                    <a:pt x="632" y="32"/>
                  </a:lnTo>
                  <a:lnTo>
                    <a:pt x="640" y="36"/>
                  </a:lnTo>
                  <a:lnTo>
                    <a:pt x="636" y="40"/>
                  </a:lnTo>
                  <a:lnTo>
                    <a:pt x="636" y="46"/>
                  </a:lnTo>
                  <a:lnTo>
                    <a:pt x="632" y="76"/>
                  </a:lnTo>
                  <a:lnTo>
                    <a:pt x="598" y="80"/>
                  </a:lnTo>
                  <a:lnTo>
                    <a:pt x="570" y="96"/>
                  </a:lnTo>
                  <a:lnTo>
                    <a:pt x="540" y="114"/>
                  </a:lnTo>
                  <a:lnTo>
                    <a:pt x="526" y="124"/>
                  </a:lnTo>
                  <a:lnTo>
                    <a:pt x="514" y="136"/>
                  </a:lnTo>
                  <a:lnTo>
                    <a:pt x="506" y="148"/>
                  </a:lnTo>
                  <a:lnTo>
                    <a:pt x="500" y="160"/>
                  </a:lnTo>
                  <a:lnTo>
                    <a:pt x="478" y="170"/>
                  </a:lnTo>
                  <a:lnTo>
                    <a:pt x="472" y="178"/>
                  </a:lnTo>
                  <a:lnTo>
                    <a:pt x="464" y="182"/>
                  </a:lnTo>
                  <a:lnTo>
                    <a:pt x="446" y="188"/>
                  </a:lnTo>
                  <a:lnTo>
                    <a:pt x="440" y="194"/>
                  </a:lnTo>
                  <a:lnTo>
                    <a:pt x="438" y="228"/>
                  </a:lnTo>
                  <a:lnTo>
                    <a:pt x="430" y="240"/>
                  </a:lnTo>
                  <a:lnTo>
                    <a:pt x="418" y="252"/>
                  </a:lnTo>
                  <a:lnTo>
                    <a:pt x="408" y="264"/>
                  </a:lnTo>
                  <a:lnTo>
                    <a:pt x="400" y="276"/>
                  </a:lnTo>
                  <a:lnTo>
                    <a:pt x="400" y="298"/>
                  </a:lnTo>
                  <a:lnTo>
                    <a:pt x="396" y="312"/>
                  </a:lnTo>
                  <a:lnTo>
                    <a:pt x="390" y="324"/>
                  </a:lnTo>
                  <a:lnTo>
                    <a:pt x="382" y="324"/>
                  </a:lnTo>
                  <a:lnTo>
                    <a:pt x="374" y="326"/>
                  </a:lnTo>
                  <a:lnTo>
                    <a:pt x="366" y="328"/>
                  </a:lnTo>
                  <a:lnTo>
                    <a:pt x="360" y="332"/>
                  </a:lnTo>
                  <a:lnTo>
                    <a:pt x="350" y="342"/>
                  </a:lnTo>
                  <a:lnTo>
                    <a:pt x="342" y="352"/>
                  </a:lnTo>
                  <a:lnTo>
                    <a:pt x="338" y="366"/>
                  </a:lnTo>
                  <a:lnTo>
                    <a:pt x="334" y="380"/>
                  </a:lnTo>
                  <a:lnTo>
                    <a:pt x="326" y="394"/>
                  </a:lnTo>
                  <a:lnTo>
                    <a:pt x="322" y="400"/>
                  </a:lnTo>
                  <a:lnTo>
                    <a:pt x="314" y="404"/>
                  </a:lnTo>
                  <a:lnTo>
                    <a:pt x="314" y="400"/>
                  </a:lnTo>
                  <a:lnTo>
                    <a:pt x="304" y="392"/>
                  </a:lnTo>
                  <a:lnTo>
                    <a:pt x="286" y="390"/>
                  </a:lnTo>
                  <a:lnTo>
                    <a:pt x="274" y="404"/>
                  </a:lnTo>
                  <a:lnTo>
                    <a:pt x="262" y="420"/>
                  </a:lnTo>
                  <a:lnTo>
                    <a:pt x="250" y="422"/>
                  </a:lnTo>
                  <a:lnTo>
                    <a:pt x="236" y="422"/>
                  </a:lnTo>
                  <a:lnTo>
                    <a:pt x="222" y="420"/>
                  </a:lnTo>
                  <a:lnTo>
                    <a:pt x="214" y="416"/>
                  </a:lnTo>
                  <a:lnTo>
                    <a:pt x="208" y="404"/>
                  </a:lnTo>
                  <a:lnTo>
                    <a:pt x="168" y="364"/>
                  </a:lnTo>
                  <a:lnTo>
                    <a:pt x="142" y="362"/>
                  </a:lnTo>
                  <a:lnTo>
                    <a:pt x="140" y="370"/>
                  </a:lnTo>
                  <a:lnTo>
                    <a:pt x="138" y="380"/>
                  </a:lnTo>
                  <a:lnTo>
                    <a:pt x="136" y="404"/>
                  </a:lnTo>
                  <a:lnTo>
                    <a:pt x="126" y="406"/>
                  </a:lnTo>
                  <a:lnTo>
                    <a:pt x="118" y="410"/>
                  </a:lnTo>
                  <a:lnTo>
                    <a:pt x="112" y="414"/>
                  </a:lnTo>
                  <a:lnTo>
                    <a:pt x="108" y="418"/>
                  </a:lnTo>
                  <a:lnTo>
                    <a:pt x="96" y="420"/>
                  </a:lnTo>
                  <a:lnTo>
                    <a:pt x="86" y="422"/>
                  </a:lnTo>
                  <a:lnTo>
                    <a:pt x="70" y="428"/>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11" name="Freeform 31"/>
            <p:cNvSpPr/>
            <p:nvPr/>
          </p:nvSpPr>
          <p:spPr bwMode="auto">
            <a:xfrm>
              <a:off x="4806950" y="3000376"/>
              <a:ext cx="438150" cy="682625"/>
            </a:xfrm>
            <a:custGeom>
              <a:avLst/>
              <a:gdLst>
                <a:gd name="T0" fmla="*/ 106 w 276"/>
                <a:gd name="T1" fmla="*/ 398 h 430"/>
                <a:gd name="T2" fmla="*/ 98 w 276"/>
                <a:gd name="T3" fmla="*/ 364 h 430"/>
                <a:gd name="T4" fmla="*/ 92 w 276"/>
                <a:gd name="T5" fmla="*/ 318 h 430"/>
                <a:gd name="T6" fmla="*/ 86 w 276"/>
                <a:gd name="T7" fmla="*/ 280 h 430"/>
                <a:gd name="T8" fmla="*/ 52 w 276"/>
                <a:gd name="T9" fmla="*/ 240 h 430"/>
                <a:gd name="T10" fmla="*/ 26 w 276"/>
                <a:gd name="T11" fmla="*/ 214 h 430"/>
                <a:gd name="T12" fmla="*/ 0 w 276"/>
                <a:gd name="T13" fmla="*/ 200 h 430"/>
                <a:gd name="T14" fmla="*/ 4 w 276"/>
                <a:gd name="T15" fmla="*/ 196 h 430"/>
                <a:gd name="T16" fmla="*/ 28 w 276"/>
                <a:gd name="T17" fmla="*/ 186 h 430"/>
                <a:gd name="T18" fmla="*/ 68 w 276"/>
                <a:gd name="T19" fmla="*/ 180 h 430"/>
                <a:gd name="T20" fmla="*/ 84 w 276"/>
                <a:gd name="T21" fmla="*/ 166 h 430"/>
                <a:gd name="T22" fmla="*/ 112 w 276"/>
                <a:gd name="T23" fmla="*/ 160 h 430"/>
                <a:gd name="T24" fmla="*/ 130 w 276"/>
                <a:gd name="T25" fmla="*/ 138 h 430"/>
                <a:gd name="T26" fmla="*/ 128 w 276"/>
                <a:gd name="T27" fmla="*/ 98 h 430"/>
                <a:gd name="T28" fmla="*/ 158 w 276"/>
                <a:gd name="T29" fmla="*/ 42 h 430"/>
                <a:gd name="T30" fmla="*/ 162 w 276"/>
                <a:gd name="T31" fmla="*/ 12 h 430"/>
                <a:gd name="T32" fmla="*/ 170 w 276"/>
                <a:gd name="T33" fmla="*/ 10 h 430"/>
                <a:gd name="T34" fmla="*/ 190 w 276"/>
                <a:gd name="T35" fmla="*/ 2 h 430"/>
                <a:gd name="T36" fmla="*/ 204 w 276"/>
                <a:gd name="T37" fmla="*/ 0 h 430"/>
                <a:gd name="T38" fmla="*/ 220 w 276"/>
                <a:gd name="T39" fmla="*/ 6 h 430"/>
                <a:gd name="T40" fmla="*/ 226 w 276"/>
                <a:gd name="T41" fmla="*/ 22 h 430"/>
                <a:gd name="T42" fmla="*/ 218 w 276"/>
                <a:gd name="T43" fmla="*/ 40 h 430"/>
                <a:gd name="T44" fmla="*/ 212 w 276"/>
                <a:gd name="T45" fmla="*/ 58 h 430"/>
                <a:gd name="T46" fmla="*/ 196 w 276"/>
                <a:gd name="T47" fmla="*/ 82 h 430"/>
                <a:gd name="T48" fmla="*/ 192 w 276"/>
                <a:gd name="T49" fmla="*/ 108 h 430"/>
                <a:gd name="T50" fmla="*/ 194 w 276"/>
                <a:gd name="T51" fmla="*/ 132 h 430"/>
                <a:gd name="T52" fmla="*/ 232 w 276"/>
                <a:gd name="T53" fmla="*/ 138 h 430"/>
                <a:gd name="T54" fmla="*/ 248 w 276"/>
                <a:gd name="T55" fmla="*/ 154 h 430"/>
                <a:gd name="T56" fmla="*/ 268 w 276"/>
                <a:gd name="T57" fmla="*/ 168 h 430"/>
                <a:gd name="T58" fmla="*/ 276 w 276"/>
                <a:gd name="T59" fmla="*/ 170 h 430"/>
                <a:gd name="T60" fmla="*/ 270 w 276"/>
                <a:gd name="T61" fmla="*/ 184 h 430"/>
                <a:gd name="T62" fmla="*/ 258 w 276"/>
                <a:gd name="T63" fmla="*/ 198 h 430"/>
                <a:gd name="T64" fmla="*/ 252 w 276"/>
                <a:gd name="T65" fmla="*/ 206 h 430"/>
                <a:gd name="T66" fmla="*/ 228 w 276"/>
                <a:gd name="T67" fmla="*/ 226 h 430"/>
                <a:gd name="T68" fmla="*/ 216 w 276"/>
                <a:gd name="T69" fmla="*/ 228 h 430"/>
                <a:gd name="T70" fmla="*/ 202 w 276"/>
                <a:gd name="T71" fmla="*/ 232 h 430"/>
                <a:gd name="T72" fmla="*/ 202 w 276"/>
                <a:gd name="T73" fmla="*/ 248 h 430"/>
                <a:gd name="T74" fmla="*/ 198 w 276"/>
                <a:gd name="T75" fmla="*/ 270 h 430"/>
                <a:gd name="T76" fmla="*/ 188 w 276"/>
                <a:gd name="T77" fmla="*/ 284 h 430"/>
                <a:gd name="T78" fmla="*/ 180 w 276"/>
                <a:gd name="T79" fmla="*/ 308 h 430"/>
                <a:gd name="T80" fmla="*/ 178 w 276"/>
                <a:gd name="T81" fmla="*/ 332 h 430"/>
                <a:gd name="T82" fmla="*/ 194 w 276"/>
                <a:gd name="T83" fmla="*/ 346 h 430"/>
                <a:gd name="T84" fmla="*/ 214 w 276"/>
                <a:gd name="T85" fmla="*/ 352 h 430"/>
                <a:gd name="T86" fmla="*/ 222 w 276"/>
                <a:gd name="T87" fmla="*/ 364 h 430"/>
                <a:gd name="T88" fmla="*/ 222 w 276"/>
                <a:gd name="T89" fmla="*/ 382 h 430"/>
                <a:gd name="T90" fmla="*/ 216 w 276"/>
                <a:gd name="T91" fmla="*/ 394 h 430"/>
                <a:gd name="T92" fmla="*/ 198 w 276"/>
                <a:gd name="T93" fmla="*/ 400 h 430"/>
                <a:gd name="T94" fmla="*/ 184 w 276"/>
                <a:gd name="T95" fmla="*/ 406 h 430"/>
                <a:gd name="T96" fmla="*/ 154 w 276"/>
                <a:gd name="T97" fmla="*/ 430 h 430"/>
                <a:gd name="T98" fmla="*/ 142 w 276"/>
                <a:gd name="T99" fmla="*/ 428 h 430"/>
                <a:gd name="T100" fmla="*/ 106 w 276"/>
                <a:gd name="T101" fmla="*/ 398 h 43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6" h="430">
                  <a:moveTo>
                    <a:pt x="106" y="398"/>
                  </a:moveTo>
                  <a:lnTo>
                    <a:pt x="106" y="398"/>
                  </a:lnTo>
                  <a:lnTo>
                    <a:pt x="98" y="364"/>
                  </a:lnTo>
                  <a:lnTo>
                    <a:pt x="96" y="340"/>
                  </a:lnTo>
                  <a:lnTo>
                    <a:pt x="92" y="318"/>
                  </a:lnTo>
                  <a:lnTo>
                    <a:pt x="86" y="280"/>
                  </a:lnTo>
                  <a:lnTo>
                    <a:pt x="68" y="258"/>
                  </a:lnTo>
                  <a:lnTo>
                    <a:pt x="52" y="240"/>
                  </a:lnTo>
                  <a:lnTo>
                    <a:pt x="36" y="226"/>
                  </a:lnTo>
                  <a:lnTo>
                    <a:pt x="26" y="214"/>
                  </a:lnTo>
                  <a:lnTo>
                    <a:pt x="0" y="200"/>
                  </a:lnTo>
                  <a:lnTo>
                    <a:pt x="4" y="196"/>
                  </a:lnTo>
                  <a:lnTo>
                    <a:pt x="10" y="192"/>
                  </a:lnTo>
                  <a:lnTo>
                    <a:pt x="28" y="186"/>
                  </a:lnTo>
                  <a:lnTo>
                    <a:pt x="68" y="180"/>
                  </a:lnTo>
                  <a:lnTo>
                    <a:pt x="78" y="170"/>
                  </a:lnTo>
                  <a:lnTo>
                    <a:pt x="84" y="166"/>
                  </a:lnTo>
                  <a:lnTo>
                    <a:pt x="94" y="162"/>
                  </a:lnTo>
                  <a:lnTo>
                    <a:pt x="112" y="160"/>
                  </a:lnTo>
                  <a:lnTo>
                    <a:pt x="130" y="138"/>
                  </a:lnTo>
                  <a:lnTo>
                    <a:pt x="128" y="98"/>
                  </a:lnTo>
                  <a:lnTo>
                    <a:pt x="158" y="42"/>
                  </a:lnTo>
                  <a:lnTo>
                    <a:pt x="162" y="12"/>
                  </a:lnTo>
                  <a:lnTo>
                    <a:pt x="170" y="10"/>
                  </a:lnTo>
                  <a:lnTo>
                    <a:pt x="176" y="8"/>
                  </a:lnTo>
                  <a:lnTo>
                    <a:pt x="190" y="2"/>
                  </a:lnTo>
                  <a:lnTo>
                    <a:pt x="198" y="0"/>
                  </a:lnTo>
                  <a:lnTo>
                    <a:pt x="204" y="0"/>
                  </a:lnTo>
                  <a:lnTo>
                    <a:pt x="212" y="2"/>
                  </a:lnTo>
                  <a:lnTo>
                    <a:pt x="220" y="6"/>
                  </a:lnTo>
                  <a:lnTo>
                    <a:pt x="226" y="22"/>
                  </a:lnTo>
                  <a:lnTo>
                    <a:pt x="218" y="40"/>
                  </a:lnTo>
                  <a:lnTo>
                    <a:pt x="212" y="58"/>
                  </a:lnTo>
                  <a:lnTo>
                    <a:pt x="198" y="74"/>
                  </a:lnTo>
                  <a:lnTo>
                    <a:pt x="196" y="82"/>
                  </a:lnTo>
                  <a:lnTo>
                    <a:pt x="192" y="90"/>
                  </a:lnTo>
                  <a:lnTo>
                    <a:pt x="192" y="108"/>
                  </a:lnTo>
                  <a:lnTo>
                    <a:pt x="194" y="132"/>
                  </a:lnTo>
                  <a:lnTo>
                    <a:pt x="232" y="138"/>
                  </a:lnTo>
                  <a:lnTo>
                    <a:pt x="238" y="146"/>
                  </a:lnTo>
                  <a:lnTo>
                    <a:pt x="248" y="154"/>
                  </a:lnTo>
                  <a:lnTo>
                    <a:pt x="260" y="164"/>
                  </a:lnTo>
                  <a:lnTo>
                    <a:pt x="268" y="168"/>
                  </a:lnTo>
                  <a:lnTo>
                    <a:pt x="276" y="170"/>
                  </a:lnTo>
                  <a:lnTo>
                    <a:pt x="274" y="176"/>
                  </a:lnTo>
                  <a:lnTo>
                    <a:pt x="270" y="184"/>
                  </a:lnTo>
                  <a:lnTo>
                    <a:pt x="264" y="192"/>
                  </a:lnTo>
                  <a:lnTo>
                    <a:pt x="258" y="198"/>
                  </a:lnTo>
                  <a:lnTo>
                    <a:pt x="252" y="206"/>
                  </a:lnTo>
                  <a:lnTo>
                    <a:pt x="244" y="214"/>
                  </a:lnTo>
                  <a:lnTo>
                    <a:pt x="228" y="226"/>
                  </a:lnTo>
                  <a:lnTo>
                    <a:pt x="216" y="228"/>
                  </a:lnTo>
                  <a:lnTo>
                    <a:pt x="206" y="228"/>
                  </a:lnTo>
                  <a:lnTo>
                    <a:pt x="202" y="232"/>
                  </a:lnTo>
                  <a:lnTo>
                    <a:pt x="200" y="236"/>
                  </a:lnTo>
                  <a:lnTo>
                    <a:pt x="202" y="248"/>
                  </a:lnTo>
                  <a:lnTo>
                    <a:pt x="200" y="258"/>
                  </a:lnTo>
                  <a:lnTo>
                    <a:pt x="198" y="270"/>
                  </a:lnTo>
                  <a:lnTo>
                    <a:pt x="188" y="284"/>
                  </a:lnTo>
                  <a:lnTo>
                    <a:pt x="182" y="296"/>
                  </a:lnTo>
                  <a:lnTo>
                    <a:pt x="180" y="308"/>
                  </a:lnTo>
                  <a:lnTo>
                    <a:pt x="178" y="332"/>
                  </a:lnTo>
                  <a:lnTo>
                    <a:pt x="194" y="346"/>
                  </a:lnTo>
                  <a:lnTo>
                    <a:pt x="202" y="348"/>
                  </a:lnTo>
                  <a:lnTo>
                    <a:pt x="214" y="352"/>
                  </a:lnTo>
                  <a:lnTo>
                    <a:pt x="218" y="358"/>
                  </a:lnTo>
                  <a:lnTo>
                    <a:pt x="222" y="364"/>
                  </a:lnTo>
                  <a:lnTo>
                    <a:pt x="224" y="372"/>
                  </a:lnTo>
                  <a:lnTo>
                    <a:pt x="222" y="382"/>
                  </a:lnTo>
                  <a:lnTo>
                    <a:pt x="216" y="394"/>
                  </a:lnTo>
                  <a:lnTo>
                    <a:pt x="198" y="400"/>
                  </a:lnTo>
                  <a:lnTo>
                    <a:pt x="184" y="406"/>
                  </a:lnTo>
                  <a:lnTo>
                    <a:pt x="160" y="426"/>
                  </a:lnTo>
                  <a:lnTo>
                    <a:pt x="154" y="430"/>
                  </a:lnTo>
                  <a:lnTo>
                    <a:pt x="148" y="430"/>
                  </a:lnTo>
                  <a:lnTo>
                    <a:pt x="142" y="428"/>
                  </a:lnTo>
                  <a:lnTo>
                    <a:pt x="134" y="422"/>
                  </a:lnTo>
                  <a:lnTo>
                    <a:pt x="106" y="398"/>
                  </a:lnTo>
                  <a:close/>
                </a:path>
              </a:pathLst>
            </a:custGeom>
            <a:solidFill>
              <a:srgbClr val="D2B478"/>
            </a:solidFill>
            <a:ln w="0">
              <a:solidFill>
                <a:schemeClr val="bg1"/>
              </a:solidFill>
              <a:prstDash val="solid"/>
              <a:round/>
            </a:ln>
            <a:sp3d extrusionH="254000">
              <a:bevelT w="6350" h="6350" prst="hardEdge"/>
            </a:sp3d>
          </p:spPr>
          <p:txBody>
            <a:bodyPr/>
            <a:lstStyle/>
            <a:p>
              <a:endParaRPr lang="zh-CN" altLang="en-US"/>
            </a:p>
          </p:txBody>
        </p:sp>
        <p:sp>
          <p:nvSpPr>
            <p:cNvPr id="112" name="Freeform 32"/>
            <p:cNvSpPr/>
            <p:nvPr/>
          </p:nvSpPr>
          <p:spPr bwMode="auto">
            <a:xfrm>
              <a:off x="6108700" y="2295526"/>
              <a:ext cx="850900" cy="1219200"/>
            </a:xfrm>
            <a:custGeom>
              <a:avLst/>
              <a:gdLst>
                <a:gd name="T0" fmla="*/ 108 w 536"/>
                <a:gd name="T1" fmla="*/ 754 h 768"/>
                <a:gd name="T2" fmla="*/ 22 w 536"/>
                <a:gd name="T3" fmla="*/ 720 h 768"/>
                <a:gd name="T4" fmla="*/ 52 w 536"/>
                <a:gd name="T5" fmla="*/ 664 h 768"/>
                <a:gd name="T6" fmla="*/ 58 w 536"/>
                <a:gd name="T7" fmla="*/ 572 h 768"/>
                <a:gd name="T8" fmla="*/ 6 w 536"/>
                <a:gd name="T9" fmla="*/ 508 h 768"/>
                <a:gd name="T10" fmla="*/ 32 w 536"/>
                <a:gd name="T11" fmla="*/ 458 h 768"/>
                <a:gd name="T12" fmla="*/ 78 w 536"/>
                <a:gd name="T13" fmla="*/ 412 h 768"/>
                <a:gd name="T14" fmla="*/ 40 w 536"/>
                <a:gd name="T15" fmla="*/ 334 h 768"/>
                <a:gd name="T16" fmla="*/ 18 w 536"/>
                <a:gd name="T17" fmla="*/ 316 h 768"/>
                <a:gd name="T18" fmla="*/ 46 w 536"/>
                <a:gd name="T19" fmla="*/ 282 h 768"/>
                <a:gd name="T20" fmla="*/ 24 w 536"/>
                <a:gd name="T21" fmla="*/ 236 h 768"/>
                <a:gd name="T22" fmla="*/ 0 w 536"/>
                <a:gd name="T23" fmla="*/ 164 h 768"/>
                <a:gd name="T24" fmla="*/ 28 w 536"/>
                <a:gd name="T25" fmla="*/ 142 h 768"/>
                <a:gd name="T26" fmla="*/ 44 w 536"/>
                <a:gd name="T27" fmla="*/ 84 h 768"/>
                <a:gd name="T28" fmla="*/ 70 w 536"/>
                <a:gd name="T29" fmla="*/ 88 h 768"/>
                <a:gd name="T30" fmla="*/ 72 w 536"/>
                <a:gd name="T31" fmla="*/ 118 h 768"/>
                <a:gd name="T32" fmla="*/ 82 w 536"/>
                <a:gd name="T33" fmla="*/ 150 h 768"/>
                <a:gd name="T34" fmla="*/ 124 w 536"/>
                <a:gd name="T35" fmla="*/ 154 h 768"/>
                <a:gd name="T36" fmla="*/ 136 w 536"/>
                <a:gd name="T37" fmla="*/ 134 h 768"/>
                <a:gd name="T38" fmla="*/ 180 w 536"/>
                <a:gd name="T39" fmla="*/ 106 h 768"/>
                <a:gd name="T40" fmla="*/ 252 w 536"/>
                <a:gd name="T41" fmla="*/ 92 h 768"/>
                <a:gd name="T42" fmla="*/ 266 w 536"/>
                <a:gd name="T43" fmla="*/ 22 h 768"/>
                <a:gd name="T44" fmla="*/ 310 w 536"/>
                <a:gd name="T45" fmla="*/ 0 h 768"/>
                <a:gd name="T46" fmla="*/ 332 w 536"/>
                <a:gd name="T47" fmla="*/ 40 h 768"/>
                <a:gd name="T48" fmla="*/ 378 w 536"/>
                <a:gd name="T49" fmla="*/ 128 h 768"/>
                <a:gd name="T50" fmla="*/ 424 w 536"/>
                <a:gd name="T51" fmla="*/ 138 h 768"/>
                <a:gd name="T52" fmla="*/ 444 w 536"/>
                <a:gd name="T53" fmla="*/ 152 h 768"/>
                <a:gd name="T54" fmla="*/ 430 w 536"/>
                <a:gd name="T55" fmla="*/ 188 h 768"/>
                <a:gd name="T56" fmla="*/ 448 w 536"/>
                <a:gd name="T57" fmla="*/ 210 h 768"/>
                <a:gd name="T58" fmla="*/ 520 w 536"/>
                <a:gd name="T59" fmla="*/ 250 h 768"/>
                <a:gd name="T60" fmla="*/ 488 w 536"/>
                <a:gd name="T61" fmla="*/ 330 h 768"/>
                <a:gd name="T62" fmla="*/ 450 w 536"/>
                <a:gd name="T63" fmla="*/ 370 h 768"/>
                <a:gd name="T64" fmla="*/ 398 w 536"/>
                <a:gd name="T65" fmla="*/ 384 h 768"/>
                <a:gd name="T66" fmla="*/ 350 w 536"/>
                <a:gd name="T67" fmla="*/ 340 h 768"/>
                <a:gd name="T68" fmla="*/ 344 w 536"/>
                <a:gd name="T69" fmla="*/ 288 h 768"/>
                <a:gd name="T70" fmla="*/ 310 w 536"/>
                <a:gd name="T71" fmla="*/ 252 h 768"/>
                <a:gd name="T72" fmla="*/ 294 w 536"/>
                <a:gd name="T73" fmla="*/ 200 h 768"/>
                <a:gd name="T74" fmla="*/ 258 w 536"/>
                <a:gd name="T75" fmla="*/ 184 h 768"/>
                <a:gd name="T76" fmla="*/ 226 w 536"/>
                <a:gd name="T77" fmla="*/ 190 h 768"/>
                <a:gd name="T78" fmla="*/ 194 w 536"/>
                <a:gd name="T79" fmla="*/ 228 h 768"/>
                <a:gd name="T80" fmla="*/ 178 w 536"/>
                <a:gd name="T81" fmla="*/ 266 h 768"/>
                <a:gd name="T82" fmla="*/ 172 w 536"/>
                <a:gd name="T83" fmla="*/ 298 h 768"/>
                <a:gd name="T84" fmla="*/ 142 w 536"/>
                <a:gd name="T85" fmla="*/ 314 h 768"/>
                <a:gd name="T86" fmla="*/ 142 w 536"/>
                <a:gd name="T87" fmla="*/ 360 h 768"/>
                <a:gd name="T88" fmla="*/ 222 w 536"/>
                <a:gd name="T89" fmla="*/ 346 h 768"/>
                <a:gd name="T90" fmla="*/ 252 w 536"/>
                <a:gd name="T91" fmla="*/ 342 h 768"/>
                <a:gd name="T92" fmla="*/ 274 w 536"/>
                <a:gd name="T93" fmla="*/ 360 h 768"/>
                <a:gd name="T94" fmla="*/ 300 w 536"/>
                <a:gd name="T95" fmla="*/ 436 h 768"/>
                <a:gd name="T96" fmla="*/ 352 w 536"/>
                <a:gd name="T97" fmla="*/ 468 h 768"/>
                <a:gd name="T98" fmla="*/ 354 w 536"/>
                <a:gd name="T99" fmla="*/ 512 h 768"/>
                <a:gd name="T100" fmla="*/ 328 w 536"/>
                <a:gd name="T101" fmla="*/ 540 h 768"/>
                <a:gd name="T102" fmla="*/ 266 w 536"/>
                <a:gd name="T103" fmla="*/ 582 h 768"/>
                <a:gd name="T104" fmla="*/ 202 w 536"/>
                <a:gd name="T105" fmla="*/ 650 h 768"/>
                <a:gd name="T106" fmla="*/ 180 w 536"/>
                <a:gd name="T107" fmla="*/ 730 h 76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6" h="768">
                  <a:moveTo>
                    <a:pt x="192" y="768"/>
                  </a:moveTo>
                  <a:lnTo>
                    <a:pt x="192" y="768"/>
                  </a:lnTo>
                  <a:lnTo>
                    <a:pt x="178" y="754"/>
                  </a:lnTo>
                  <a:lnTo>
                    <a:pt x="108" y="754"/>
                  </a:lnTo>
                  <a:lnTo>
                    <a:pt x="44" y="740"/>
                  </a:lnTo>
                  <a:lnTo>
                    <a:pt x="32" y="730"/>
                  </a:lnTo>
                  <a:lnTo>
                    <a:pt x="22" y="720"/>
                  </a:lnTo>
                  <a:lnTo>
                    <a:pt x="16" y="712"/>
                  </a:lnTo>
                  <a:lnTo>
                    <a:pt x="14" y="708"/>
                  </a:lnTo>
                  <a:lnTo>
                    <a:pt x="52" y="664"/>
                  </a:lnTo>
                  <a:lnTo>
                    <a:pt x="62" y="630"/>
                  </a:lnTo>
                  <a:lnTo>
                    <a:pt x="66" y="608"/>
                  </a:lnTo>
                  <a:lnTo>
                    <a:pt x="64" y="588"/>
                  </a:lnTo>
                  <a:lnTo>
                    <a:pt x="58" y="572"/>
                  </a:lnTo>
                  <a:lnTo>
                    <a:pt x="50" y="558"/>
                  </a:lnTo>
                  <a:lnTo>
                    <a:pt x="42" y="544"/>
                  </a:lnTo>
                  <a:lnTo>
                    <a:pt x="30" y="532"/>
                  </a:lnTo>
                  <a:lnTo>
                    <a:pt x="6" y="508"/>
                  </a:lnTo>
                  <a:lnTo>
                    <a:pt x="6" y="494"/>
                  </a:lnTo>
                  <a:lnTo>
                    <a:pt x="10" y="482"/>
                  </a:lnTo>
                  <a:lnTo>
                    <a:pt x="16" y="474"/>
                  </a:lnTo>
                  <a:lnTo>
                    <a:pt x="22" y="464"/>
                  </a:lnTo>
                  <a:lnTo>
                    <a:pt x="32" y="458"/>
                  </a:lnTo>
                  <a:lnTo>
                    <a:pt x="40" y="450"/>
                  </a:lnTo>
                  <a:lnTo>
                    <a:pt x="62" y="438"/>
                  </a:lnTo>
                  <a:lnTo>
                    <a:pt x="78" y="412"/>
                  </a:lnTo>
                  <a:lnTo>
                    <a:pt x="78" y="382"/>
                  </a:lnTo>
                  <a:lnTo>
                    <a:pt x="64" y="362"/>
                  </a:lnTo>
                  <a:lnTo>
                    <a:pt x="52" y="346"/>
                  </a:lnTo>
                  <a:lnTo>
                    <a:pt x="40" y="334"/>
                  </a:lnTo>
                  <a:lnTo>
                    <a:pt x="26" y="322"/>
                  </a:lnTo>
                  <a:lnTo>
                    <a:pt x="18" y="320"/>
                  </a:lnTo>
                  <a:lnTo>
                    <a:pt x="18" y="316"/>
                  </a:lnTo>
                  <a:lnTo>
                    <a:pt x="38" y="300"/>
                  </a:lnTo>
                  <a:lnTo>
                    <a:pt x="44" y="288"/>
                  </a:lnTo>
                  <a:lnTo>
                    <a:pt x="46" y="282"/>
                  </a:lnTo>
                  <a:lnTo>
                    <a:pt x="48" y="276"/>
                  </a:lnTo>
                  <a:lnTo>
                    <a:pt x="24" y="256"/>
                  </a:lnTo>
                  <a:lnTo>
                    <a:pt x="24" y="236"/>
                  </a:lnTo>
                  <a:lnTo>
                    <a:pt x="10" y="220"/>
                  </a:lnTo>
                  <a:lnTo>
                    <a:pt x="0" y="208"/>
                  </a:lnTo>
                  <a:lnTo>
                    <a:pt x="0" y="164"/>
                  </a:lnTo>
                  <a:lnTo>
                    <a:pt x="16" y="146"/>
                  </a:lnTo>
                  <a:lnTo>
                    <a:pt x="22" y="144"/>
                  </a:lnTo>
                  <a:lnTo>
                    <a:pt x="28" y="142"/>
                  </a:lnTo>
                  <a:lnTo>
                    <a:pt x="34" y="140"/>
                  </a:lnTo>
                  <a:lnTo>
                    <a:pt x="34" y="94"/>
                  </a:lnTo>
                  <a:lnTo>
                    <a:pt x="44" y="84"/>
                  </a:lnTo>
                  <a:lnTo>
                    <a:pt x="50" y="80"/>
                  </a:lnTo>
                  <a:lnTo>
                    <a:pt x="58" y="78"/>
                  </a:lnTo>
                  <a:lnTo>
                    <a:pt x="64" y="82"/>
                  </a:lnTo>
                  <a:lnTo>
                    <a:pt x="70" y="88"/>
                  </a:lnTo>
                  <a:lnTo>
                    <a:pt x="76" y="98"/>
                  </a:lnTo>
                  <a:lnTo>
                    <a:pt x="78" y="104"/>
                  </a:lnTo>
                  <a:lnTo>
                    <a:pt x="80" y="112"/>
                  </a:lnTo>
                  <a:lnTo>
                    <a:pt x="72" y="118"/>
                  </a:lnTo>
                  <a:lnTo>
                    <a:pt x="68" y="124"/>
                  </a:lnTo>
                  <a:lnTo>
                    <a:pt x="68" y="130"/>
                  </a:lnTo>
                  <a:lnTo>
                    <a:pt x="70" y="136"/>
                  </a:lnTo>
                  <a:lnTo>
                    <a:pt x="76" y="142"/>
                  </a:lnTo>
                  <a:lnTo>
                    <a:pt x="82" y="150"/>
                  </a:lnTo>
                  <a:lnTo>
                    <a:pt x="98" y="164"/>
                  </a:lnTo>
                  <a:lnTo>
                    <a:pt x="108" y="164"/>
                  </a:lnTo>
                  <a:lnTo>
                    <a:pt x="124" y="154"/>
                  </a:lnTo>
                  <a:lnTo>
                    <a:pt x="124" y="148"/>
                  </a:lnTo>
                  <a:lnTo>
                    <a:pt x="128" y="142"/>
                  </a:lnTo>
                  <a:lnTo>
                    <a:pt x="132" y="138"/>
                  </a:lnTo>
                  <a:lnTo>
                    <a:pt x="136" y="134"/>
                  </a:lnTo>
                  <a:lnTo>
                    <a:pt x="148" y="126"/>
                  </a:lnTo>
                  <a:lnTo>
                    <a:pt x="162" y="120"/>
                  </a:lnTo>
                  <a:lnTo>
                    <a:pt x="170" y="110"/>
                  </a:lnTo>
                  <a:lnTo>
                    <a:pt x="180" y="106"/>
                  </a:lnTo>
                  <a:lnTo>
                    <a:pt x="190" y="104"/>
                  </a:lnTo>
                  <a:lnTo>
                    <a:pt x="202" y="102"/>
                  </a:lnTo>
                  <a:lnTo>
                    <a:pt x="228" y="100"/>
                  </a:lnTo>
                  <a:lnTo>
                    <a:pt x="240" y="98"/>
                  </a:lnTo>
                  <a:lnTo>
                    <a:pt x="252" y="92"/>
                  </a:lnTo>
                  <a:lnTo>
                    <a:pt x="250" y="40"/>
                  </a:lnTo>
                  <a:lnTo>
                    <a:pt x="258" y="30"/>
                  </a:lnTo>
                  <a:lnTo>
                    <a:pt x="266" y="22"/>
                  </a:lnTo>
                  <a:lnTo>
                    <a:pt x="288" y="8"/>
                  </a:lnTo>
                  <a:lnTo>
                    <a:pt x="296" y="2"/>
                  </a:lnTo>
                  <a:lnTo>
                    <a:pt x="304" y="0"/>
                  </a:lnTo>
                  <a:lnTo>
                    <a:pt x="310" y="0"/>
                  </a:lnTo>
                  <a:lnTo>
                    <a:pt x="314" y="4"/>
                  </a:lnTo>
                  <a:lnTo>
                    <a:pt x="318" y="10"/>
                  </a:lnTo>
                  <a:lnTo>
                    <a:pt x="322" y="18"/>
                  </a:lnTo>
                  <a:lnTo>
                    <a:pt x="332" y="40"/>
                  </a:lnTo>
                  <a:lnTo>
                    <a:pt x="370" y="100"/>
                  </a:lnTo>
                  <a:lnTo>
                    <a:pt x="372" y="112"/>
                  </a:lnTo>
                  <a:lnTo>
                    <a:pt x="374" y="122"/>
                  </a:lnTo>
                  <a:lnTo>
                    <a:pt x="378" y="128"/>
                  </a:lnTo>
                  <a:lnTo>
                    <a:pt x="382" y="132"/>
                  </a:lnTo>
                  <a:lnTo>
                    <a:pt x="388" y="136"/>
                  </a:lnTo>
                  <a:lnTo>
                    <a:pt x="398" y="140"/>
                  </a:lnTo>
                  <a:lnTo>
                    <a:pt x="424" y="138"/>
                  </a:lnTo>
                  <a:lnTo>
                    <a:pt x="442" y="138"/>
                  </a:lnTo>
                  <a:lnTo>
                    <a:pt x="458" y="140"/>
                  </a:lnTo>
                  <a:lnTo>
                    <a:pt x="450" y="146"/>
                  </a:lnTo>
                  <a:lnTo>
                    <a:pt x="444" y="152"/>
                  </a:lnTo>
                  <a:lnTo>
                    <a:pt x="436" y="158"/>
                  </a:lnTo>
                  <a:lnTo>
                    <a:pt x="430" y="166"/>
                  </a:lnTo>
                  <a:lnTo>
                    <a:pt x="430" y="178"/>
                  </a:lnTo>
                  <a:lnTo>
                    <a:pt x="430" y="188"/>
                  </a:lnTo>
                  <a:lnTo>
                    <a:pt x="432" y="192"/>
                  </a:lnTo>
                  <a:lnTo>
                    <a:pt x="436" y="198"/>
                  </a:lnTo>
                  <a:lnTo>
                    <a:pt x="440" y="204"/>
                  </a:lnTo>
                  <a:lnTo>
                    <a:pt x="448" y="210"/>
                  </a:lnTo>
                  <a:lnTo>
                    <a:pt x="458" y="212"/>
                  </a:lnTo>
                  <a:lnTo>
                    <a:pt x="466" y="216"/>
                  </a:lnTo>
                  <a:lnTo>
                    <a:pt x="482" y="226"/>
                  </a:lnTo>
                  <a:lnTo>
                    <a:pt x="500" y="238"/>
                  </a:lnTo>
                  <a:lnTo>
                    <a:pt x="520" y="250"/>
                  </a:lnTo>
                  <a:lnTo>
                    <a:pt x="536" y="264"/>
                  </a:lnTo>
                  <a:lnTo>
                    <a:pt x="488" y="330"/>
                  </a:lnTo>
                  <a:lnTo>
                    <a:pt x="486" y="336"/>
                  </a:lnTo>
                  <a:lnTo>
                    <a:pt x="482" y="344"/>
                  </a:lnTo>
                  <a:lnTo>
                    <a:pt x="476" y="352"/>
                  </a:lnTo>
                  <a:lnTo>
                    <a:pt x="468" y="358"/>
                  </a:lnTo>
                  <a:lnTo>
                    <a:pt x="450" y="370"/>
                  </a:lnTo>
                  <a:lnTo>
                    <a:pt x="436" y="376"/>
                  </a:lnTo>
                  <a:lnTo>
                    <a:pt x="416" y="380"/>
                  </a:lnTo>
                  <a:lnTo>
                    <a:pt x="398" y="384"/>
                  </a:lnTo>
                  <a:lnTo>
                    <a:pt x="382" y="372"/>
                  </a:lnTo>
                  <a:lnTo>
                    <a:pt x="370" y="360"/>
                  </a:lnTo>
                  <a:lnTo>
                    <a:pt x="360" y="348"/>
                  </a:lnTo>
                  <a:lnTo>
                    <a:pt x="350" y="340"/>
                  </a:lnTo>
                  <a:lnTo>
                    <a:pt x="346" y="332"/>
                  </a:lnTo>
                  <a:lnTo>
                    <a:pt x="346" y="324"/>
                  </a:lnTo>
                  <a:lnTo>
                    <a:pt x="346" y="308"/>
                  </a:lnTo>
                  <a:lnTo>
                    <a:pt x="344" y="294"/>
                  </a:lnTo>
                  <a:lnTo>
                    <a:pt x="344" y="288"/>
                  </a:lnTo>
                  <a:lnTo>
                    <a:pt x="342" y="284"/>
                  </a:lnTo>
                  <a:lnTo>
                    <a:pt x="310" y="272"/>
                  </a:lnTo>
                  <a:lnTo>
                    <a:pt x="310" y="252"/>
                  </a:lnTo>
                  <a:lnTo>
                    <a:pt x="312" y="232"/>
                  </a:lnTo>
                  <a:lnTo>
                    <a:pt x="314" y="214"/>
                  </a:lnTo>
                  <a:lnTo>
                    <a:pt x="314" y="202"/>
                  </a:lnTo>
                  <a:lnTo>
                    <a:pt x="294" y="200"/>
                  </a:lnTo>
                  <a:lnTo>
                    <a:pt x="278" y="198"/>
                  </a:lnTo>
                  <a:lnTo>
                    <a:pt x="270" y="196"/>
                  </a:lnTo>
                  <a:lnTo>
                    <a:pt x="264" y="192"/>
                  </a:lnTo>
                  <a:lnTo>
                    <a:pt x="260" y="188"/>
                  </a:lnTo>
                  <a:lnTo>
                    <a:pt x="258" y="184"/>
                  </a:lnTo>
                  <a:lnTo>
                    <a:pt x="238" y="184"/>
                  </a:lnTo>
                  <a:lnTo>
                    <a:pt x="232" y="184"/>
                  </a:lnTo>
                  <a:lnTo>
                    <a:pt x="228" y="186"/>
                  </a:lnTo>
                  <a:lnTo>
                    <a:pt x="226" y="190"/>
                  </a:lnTo>
                  <a:lnTo>
                    <a:pt x="224" y="196"/>
                  </a:lnTo>
                  <a:lnTo>
                    <a:pt x="220" y="214"/>
                  </a:lnTo>
                  <a:lnTo>
                    <a:pt x="206" y="220"/>
                  </a:lnTo>
                  <a:lnTo>
                    <a:pt x="194" y="228"/>
                  </a:lnTo>
                  <a:lnTo>
                    <a:pt x="172" y="244"/>
                  </a:lnTo>
                  <a:lnTo>
                    <a:pt x="172" y="250"/>
                  </a:lnTo>
                  <a:lnTo>
                    <a:pt x="174" y="258"/>
                  </a:lnTo>
                  <a:lnTo>
                    <a:pt x="178" y="266"/>
                  </a:lnTo>
                  <a:lnTo>
                    <a:pt x="184" y="278"/>
                  </a:lnTo>
                  <a:lnTo>
                    <a:pt x="182" y="286"/>
                  </a:lnTo>
                  <a:lnTo>
                    <a:pt x="176" y="292"/>
                  </a:lnTo>
                  <a:lnTo>
                    <a:pt x="172" y="298"/>
                  </a:lnTo>
                  <a:lnTo>
                    <a:pt x="164" y="300"/>
                  </a:lnTo>
                  <a:lnTo>
                    <a:pt x="152" y="306"/>
                  </a:lnTo>
                  <a:lnTo>
                    <a:pt x="146" y="310"/>
                  </a:lnTo>
                  <a:lnTo>
                    <a:pt x="142" y="314"/>
                  </a:lnTo>
                  <a:lnTo>
                    <a:pt x="142" y="326"/>
                  </a:lnTo>
                  <a:lnTo>
                    <a:pt x="140" y="338"/>
                  </a:lnTo>
                  <a:lnTo>
                    <a:pt x="138" y="350"/>
                  </a:lnTo>
                  <a:lnTo>
                    <a:pt x="140" y="356"/>
                  </a:lnTo>
                  <a:lnTo>
                    <a:pt x="142" y="360"/>
                  </a:lnTo>
                  <a:lnTo>
                    <a:pt x="206" y="360"/>
                  </a:lnTo>
                  <a:lnTo>
                    <a:pt x="214" y="352"/>
                  </a:lnTo>
                  <a:lnTo>
                    <a:pt x="222" y="346"/>
                  </a:lnTo>
                  <a:lnTo>
                    <a:pt x="228" y="342"/>
                  </a:lnTo>
                  <a:lnTo>
                    <a:pt x="234" y="342"/>
                  </a:lnTo>
                  <a:lnTo>
                    <a:pt x="242" y="340"/>
                  </a:lnTo>
                  <a:lnTo>
                    <a:pt x="252" y="342"/>
                  </a:lnTo>
                  <a:lnTo>
                    <a:pt x="256" y="348"/>
                  </a:lnTo>
                  <a:lnTo>
                    <a:pt x="260" y="350"/>
                  </a:lnTo>
                  <a:lnTo>
                    <a:pt x="266" y="356"/>
                  </a:lnTo>
                  <a:lnTo>
                    <a:pt x="274" y="360"/>
                  </a:lnTo>
                  <a:lnTo>
                    <a:pt x="282" y="378"/>
                  </a:lnTo>
                  <a:lnTo>
                    <a:pt x="290" y="422"/>
                  </a:lnTo>
                  <a:lnTo>
                    <a:pt x="300" y="436"/>
                  </a:lnTo>
                  <a:lnTo>
                    <a:pt x="314" y="448"/>
                  </a:lnTo>
                  <a:lnTo>
                    <a:pt x="330" y="460"/>
                  </a:lnTo>
                  <a:lnTo>
                    <a:pt x="340" y="464"/>
                  </a:lnTo>
                  <a:lnTo>
                    <a:pt x="352" y="468"/>
                  </a:lnTo>
                  <a:lnTo>
                    <a:pt x="372" y="502"/>
                  </a:lnTo>
                  <a:lnTo>
                    <a:pt x="368" y="502"/>
                  </a:lnTo>
                  <a:lnTo>
                    <a:pt x="362" y="504"/>
                  </a:lnTo>
                  <a:lnTo>
                    <a:pt x="354" y="512"/>
                  </a:lnTo>
                  <a:lnTo>
                    <a:pt x="346" y="520"/>
                  </a:lnTo>
                  <a:lnTo>
                    <a:pt x="340" y="526"/>
                  </a:lnTo>
                  <a:lnTo>
                    <a:pt x="336" y="534"/>
                  </a:lnTo>
                  <a:lnTo>
                    <a:pt x="328" y="540"/>
                  </a:lnTo>
                  <a:lnTo>
                    <a:pt x="312" y="554"/>
                  </a:lnTo>
                  <a:lnTo>
                    <a:pt x="296" y="564"/>
                  </a:lnTo>
                  <a:lnTo>
                    <a:pt x="280" y="570"/>
                  </a:lnTo>
                  <a:lnTo>
                    <a:pt x="266" y="582"/>
                  </a:lnTo>
                  <a:lnTo>
                    <a:pt x="254" y="592"/>
                  </a:lnTo>
                  <a:lnTo>
                    <a:pt x="244" y="606"/>
                  </a:lnTo>
                  <a:lnTo>
                    <a:pt x="234" y="620"/>
                  </a:lnTo>
                  <a:lnTo>
                    <a:pt x="202" y="650"/>
                  </a:lnTo>
                  <a:lnTo>
                    <a:pt x="190" y="662"/>
                  </a:lnTo>
                  <a:lnTo>
                    <a:pt x="182" y="676"/>
                  </a:lnTo>
                  <a:lnTo>
                    <a:pt x="176" y="690"/>
                  </a:lnTo>
                  <a:lnTo>
                    <a:pt x="176" y="708"/>
                  </a:lnTo>
                  <a:lnTo>
                    <a:pt x="180" y="730"/>
                  </a:lnTo>
                  <a:lnTo>
                    <a:pt x="190" y="756"/>
                  </a:lnTo>
                  <a:lnTo>
                    <a:pt x="192" y="768"/>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13" name="Freeform 33"/>
            <p:cNvSpPr/>
            <p:nvPr/>
          </p:nvSpPr>
          <p:spPr bwMode="auto">
            <a:xfrm>
              <a:off x="555625" y="1035051"/>
              <a:ext cx="3143250" cy="2406650"/>
            </a:xfrm>
            <a:custGeom>
              <a:avLst/>
              <a:gdLst>
                <a:gd name="T0" fmla="*/ 1348 w 1980"/>
                <a:gd name="T1" fmla="*/ 1486 h 1516"/>
                <a:gd name="T2" fmla="*/ 1296 w 1980"/>
                <a:gd name="T3" fmla="*/ 1480 h 1516"/>
                <a:gd name="T4" fmla="*/ 1206 w 1980"/>
                <a:gd name="T5" fmla="*/ 1418 h 1516"/>
                <a:gd name="T6" fmla="*/ 1068 w 1980"/>
                <a:gd name="T7" fmla="*/ 1416 h 1516"/>
                <a:gd name="T8" fmla="*/ 938 w 1980"/>
                <a:gd name="T9" fmla="*/ 1464 h 1516"/>
                <a:gd name="T10" fmla="*/ 842 w 1980"/>
                <a:gd name="T11" fmla="*/ 1464 h 1516"/>
                <a:gd name="T12" fmla="*/ 720 w 1980"/>
                <a:gd name="T13" fmla="*/ 1458 h 1516"/>
                <a:gd name="T14" fmla="*/ 664 w 1980"/>
                <a:gd name="T15" fmla="*/ 1408 h 1516"/>
                <a:gd name="T16" fmla="*/ 580 w 1980"/>
                <a:gd name="T17" fmla="*/ 1446 h 1516"/>
                <a:gd name="T18" fmla="*/ 528 w 1980"/>
                <a:gd name="T19" fmla="*/ 1412 h 1516"/>
                <a:gd name="T20" fmla="*/ 420 w 1980"/>
                <a:gd name="T21" fmla="*/ 1446 h 1516"/>
                <a:gd name="T22" fmla="*/ 332 w 1980"/>
                <a:gd name="T23" fmla="*/ 1490 h 1516"/>
                <a:gd name="T24" fmla="*/ 278 w 1980"/>
                <a:gd name="T25" fmla="*/ 1444 h 1516"/>
                <a:gd name="T26" fmla="*/ 256 w 1980"/>
                <a:gd name="T27" fmla="*/ 1350 h 1516"/>
                <a:gd name="T28" fmla="*/ 190 w 1980"/>
                <a:gd name="T29" fmla="*/ 1318 h 1516"/>
                <a:gd name="T30" fmla="*/ 112 w 1980"/>
                <a:gd name="T31" fmla="*/ 1224 h 1516"/>
                <a:gd name="T32" fmla="*/ 98 w 1980"/>
                <a:gd name="T33" fmla="*/ 1128 h 1516"/>
                <a:gd name="T34" fmla="*/ 36 w 1980"/>
                <a:gd name="T35" fmla="*/ 1054 h 1516"/>
                <a:gd name="T36" fmla="*/ 86 w 1980"/>
                <a:gd name="T37" fmla="*/ 920 h 1516"/>
                <a:gd name="T38" fmla="*/ 20 w 1980"/>
                <a:gd name="T39" fmla="*/ 884 h 1516"/>
                <a:gd name="T40" fmla="*/ 0 w 1980"/>
                <a:gd name="T41" fmla="*/ 864 h 1516"/>
                <a:gd name="T42" fmla="*/ 8 w 1980"/>
                <a:gd name="T43" fmla="*/ 798 h 1516"/>
                <a:gd name="T44" fmla="*/ 106 w 1980"/>
                <a:gd name="T45" fmla="*/ 726 h 1516"/>
                <a:gd name="T46" fmla="*/ 236 w 1980"/>
                <a:gd name="T47" fmla="*/ 732 h 1516"/>
                <a:gd name="T48" fmla="*/ 308 w 1980"/>
                <a:gd name="T49" fmla="*/ 746 h 1516"/>
                <a:gd name="T50" fmla="*/ 418 w 1980"/>
                <a:gd name="T51" fmla="*/ 684 h 1516"/>
                <a:gd name="T52" fmla="*/ 510 w 1980"/>
                <a:gd name="T53" fmla="*/ 688 h 1516"/>
                <a:gd name="T54" fmla="*/ 638 w 1980"/>
                <a:gd name="T55" fmla="*/ 620 h 1516"/>
                <a:gd name="T56" fmla="*/ 708 w 1980"/>
                <a:gd name="T57" fmla="*/ 536 h 1516"/>
                <a:gd name="T58" fmla="*/ 728 w 1980"/>
                <a:gd name="T59" fmla="*/ 392 h 1516"/>
                <a:gd name="T60" fmla="*/ 772 w 1980"/>
                <a:gd name="T61" fmla="*/ 326 h 1516"/>
                <a:gd name="T62" fmla="*/ 904 w 1980"/>
                <a:gd name="T63" fmla="*/ 356 h 1516"/>
                <a:gd name="T64" fmla="*/ 926 w 1980"/>
                <a:gd name="T65" fmla="*/ 302 h 1516"/>
                <a:gd name="T66" fmla="*/ 1008 w 1980"/>
                <a:gd name="T67" fmla="*/ 172 h 1516"/>
                <a:gd name="T68" fmla="*/ 1092 w 1980"/>
                <a:gd name="T69" fmla="*/ 186 h 1516"/>
                <a:gd name="T70" fmla="*/ 1196 w 1980"/>
                <a:gd name="T71" fmla="*/ 202 h 1516"/>
                <a:gd name="T72" fmla="*/ 1246 w 1980"/>
                <a:gd name="T73" fmla="*/ 76 h 1516"/>
                <a:gd name="T74" fmla="*/ 1352 w 1980"/>
                <a:gd name="T75" fmla="*/ 36 h 1516"/>
                <a:gd name="T76" fmla="*/ 1426 w 1980"/>
                <a:gd name="T77" fmla="*/ 22 h 1516"/>
                <a:gd name="T78" fmla="*/ 1568 w 1980"/>
                <a:gd name="T79" fmla="*/ 164 h 1516"/>
                <a:gd name="T80" fmla="*/ 1612 w 1980"/>
                <a:gd name="T81" fmla="*/ 320 h 1516"/>
                <a:gd name="T82" fmla="*/ 1568 w 1980"/>
                <a:gd name="T83" fmla="*/ 390 h 1516"/>
                <a:gd name="T84" fmla="*/ 1614 w 1980"/>
                <a:gd name="T85" fmla="*/ 488 h 1516"/>
                <a:gd name="T86" fmla="*/ 1778 w 1980"/>
                <a:gd name="T87" fmla="*/ 526 h 1516"/>
                <a:gd name="T88" fmla="*/ 1918 w 1980"/>
                <a:gd name="T89" fmla="*/ 628 h 1516"/>
                <a:gd name="T90" fmla="*/ 1974 w 1980"/>
                <a:gd name="T91" fmla="*/ 736 h 1516"/>
                <a:gd name="T92" fmla="*/ 1952 w 1980"/>
                <a:gd name="T93" fmla="*/ 832 h 1516"/>
                <a:gd name="T94" fmla="*/ 1878 w 1980"/>
                <a:gd name="T95" fmla="*/ 908 h 1516"/>
                <a:gd name="T96" fmla="*/ 1774 w 1980"/>
                <a:gd name="T97" fmla="*/ 980 h 1516"/>
                <a:gd name="T98" fmla="*/ 1672 w 1980"/>
                <a:gd name="T99" fmla="*/ 1034 h 1516"/>
                <a:gd name="T100" fmla="*/ 1646 w 1980"/>
                <a:gd name="T101" fmla="*/ 1106 h 1516"/>
                <a:gd name="T102" fmla="*/ 1580 w 1980"/>
                <a:gd name="T103" fmla="*/ 1194 h 1516"/>
                <a:gd name="T104" fmla="*/ 1396 w 1980"/>
                <a:gd name="T105" fmla="*/ 1236 h 1516"/>
                <a:gd name="T106" fmla="*/ 1404 w 1980"/>
                <a:gd name="T107" fmla="*/ 1294 h 1516"/>
                <a:gd name="T108" fmla="*/ 1474 w 1980"/>
                <a:gd name="T109" fmla="*/ 1370 h 1516"/>
                <a:gd name="T110" fmla="*/ 1434 w 1980"/>
                <a:gd name="T111" fmla="*/ 1426 h 1516"/>
                <a:gd name="T112" fmla="*/ 1450 w 1980"/>
                <a:gd name="T113" fmla="*/ 1504 h 151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80" h="1516">
                  <a:moveTo>
                    <a:pt x="1416" y="1516"/>
                  </a:moveTo>
                  <a:lnTo>
                    <a:pt x="1416" y="1516"/>
                  </a:lnTo>
                  <a:lnTo>
                    <a:pt x="1402" y="1508"/>
                  </a:lnTo>
                  <a:lnTo>
                    <a:pt x="1378" y="1484"/>
                  </a:lnTo>
                  <a:lnTo>
                    <a:pt x="1362" y="1484"/>
                  </a:lnTo>
                  <a:lnTo>
                    <a:pt x="1352" y="1484"/>
                  </a:lnTo>
                  <a:lnTo>
                    <a:pt x="1348" y="1486"/>
                  </a:lnTo>
                  <a:lnTo>
                    <a:pt x="1346" y="1488"/>
                  </a:lnTo>
                  <a:lnTo>
                    <a:pt x="1340" y="1502"/>
                  </a:lnTo>
                  <a:lnTo>
                    <a:pt x="1330" y="1498"/>
                  </a:lnTo>
                  <a:lnTo>
                    <a:pt x="1304" y="1500"/>
                  </a:lnTo>
                  <a:lnTo>
                    <a:pt x="1298" y="1490"/>
                  </a:lnTo>
                  <a:lnTo>
                    <a:pt x="1296" y="1480"/>
                  </a:lnTo>
                  <a:lnTo>
                    <a:pt x="1294" y="1466"/>
                  </a:lnTo>
                  <a:lnTo>
                    <a:pt x="1276" y="1458"/>
                  </a:lnTo>
                  <a:lnTo>
                    <a:pt x="1252" y="1438"/>
                  </a:lnTo>
                  <a:lnTo>
                    <a:pt x="1242" y="1430"/>
                  </a:lnTo>
                  <a:lnTo>
                    <a:pt x="1230" y="1424"/>
                  </a:lnTo>
                  <a:lnTo>
                    <a:pt x="1218" y="1420"/>
                  </a:lnTo>
                  <a:lnTo>
                    <a:pt x="1206" y="1418"/>
                  </a:lnTo>
                  <a:lnTo>
                    <a:pt x="1194" y="1418"/>
                  </a:lnTo>
                  <a:lnTo>
                    <a:pt x="1180" y="1422"/>
                  </a:lnTo>
                  <a:lnTo>
                    <a:pt x="1142" y="1428"/>
                  </a:lnTo>
                  <a:lnTo>
                    <a:pt x="1122" y="1428"/>
                  </a:lnTo>
                  <a:lnTo>
                    <a:pt x="1104" y="1428"/>
                  </a:lnTo>
                  <a:lnTo>
                    <a:pt x="1068" y="1416"/>
                  </a:lnTo>
                  <a:lnTo>
                    <a:pt x="1038" y="1416"/>
                  </a:lnTo>
                  <a:lnTo>
                    <a:pt x="1018" y="1426"/>
                  </a:lnTo>
                  <a:lnTo>
                    <a:pt x="1000" y="1436"/>
                  </a:lnTo>
                  <a:lnTo>
                    <a:pt x="984" y="1450"/>
                  </a:lnTo>
                  <a:lnTo>
                    <a:pt x="978" y="1458"/>
                  </a:lnTo>
                  <a:lnTo>
                    <a:pt x="972" y="1466"/>
                  </a:lnTo>
                  <a:lnTo>
                    <a:pt x="938" y="1464"/>
                  </a:lnTo>
                  <a:lnTo>
                    <a:pt x="906" y="1450"/>
                  </a:lnTo>
                  <a:lnTo>
                    <a:pt x="884" y="1450"/>
                  </a:lnTo>
                  <a:lnTo>
                    <a:pt x="876" y="1452"/>
                  </a:lnTo>
                  <a:lnTo>
                    <a:pt x="870" y="1458"/>
                  </a:lnTo>
                  <a:lnTo>
                    <a:pt x="842" y="1464"/>
                  </a:lnTo>
                  <a:lnTo>
                    <a:pt x="826" y="1466"/>
                  </a:lnTo>
                  <a:lnTo>
                    <a:pt x="814" y="1470"/>
                  </a:lnTo>
                  <a:lnTo>
                    <a:pt x="802" y="1476"/>
                  </a:lnTo>
                  <a:lnTo>
                    <a:pt x="788" y="1480"/>
                  </a:lnTo>
                  <a:lnTo>
                    <a:pt x="776" y="1480"/>
                  </a:lnTo>
                  <a:lnTo>
                    <a:pt x="764" y="1476"/>
                  </a:lnTo>
                  <a:lnTo>
                    <a:pt x="740" y="1468"/>
                  </a:lnTo>
                  <a:lnTo>
                    <a:pt x="720" y="1458"/>
                  </a:lnTo>
                  <a:lnTo>
                    <a:pt x="708" y="1448"/>
                  </a:lnTo>
                  <a:lnTo>
                    <a:pt x="706" y="1428"/>
                  </a:lnTo>
                  <a:lnTo>
                    <a:pt x="704" y="1424"/>
                  </a:lnTo>
                  <a:lnTo>
                    <a:pt x="702" y="1420"/>
                  </a:lnTo>
                  <a:lnTo>
                    <a:pt x="694" y="1414"/>
                  </a:lnTo>
                  <a:lnTo>
                    <a:pt x="684" y="1406"/>
                  </a:lnTo>
                  <a:lnTo>
                    <a:pt x="664" y="1408"/>
                  </a:lnTo>
                  <a:lnTo>
                    <a:pt x="658" y="1408"/>
                  </a:lnTo>
                  <a:lnTo>
                    <a:pt x="654" y="1410"/>
                  </a:lnTo>
                  <a:lnTo>
                    <a:pt x="646" y="1418"/>
                  </a:lnTo>
                  <a:lnTo>
                    <a:pt x="634" y="1434"/>
                  </a:lnTo>
                  <a:lnTo>
                    <a:pt x="618" y="1438"/>
                  </a:lnTo>
                  <a:lnTo>
                    <a:pt x="602" y="1440"/>
                  </a:lnTo>
                  <a:lnTo>
                    <a:pt x="586" y="1442"/>
                  </a:lnTo>
                  <a:lnTo>
                    <a:pt x="580" y="1446"/>
                  </a:lnTo>
                  <a:lnTo>
                    <a:pt x="572" y="1448"/>
                  </a:lnTo>
                  <a:lnTo>
                    <a:pt x="566" y="1448"/>
                  </a:lnTo>
                  <a:lnTo>
                    <a:pt x="562" y="1438"/>
                  </a:lnTo>
                  <a:lnTo>
                    <a:pt x="550" y="1428"/>
                  </a:lnTo>
                  <a:lnTo>
                    <a:pt x="540" y="1420"/>
                  </a:lnTo>
                  <a:lnTo>
                    <a:pt x="528" y="1412"/>
                  </a:lnTo>
                  <a:lnTo>
                    <a:pt x="516" y="1406"/>
                  </a:lnTo>
                  <a:lnTo>
                    <a:pt x="504" y="1400"/>
                  </a:lnTo>
                  <a:lnTo>
                    <a:pt x="492" y="1398"/>
                  </a:lnTo>
                  <a:lnTo>
                    <a:pt x="482" y="1396"/>
                  </a:lnTo>
                  <a:lnTo>
                    <a:pt x="470" y="1398"/>
                  </a:lnTo>
                  <a:lnTo>
                    <a:pt x="448" y="1414"/>
                  </a:lnTo>
                  <a:lnTo>
                    <a:pt x="432" y="1428"/>
                  </a:lnTo>
                  <a:lnTo>
                    <a:pt x="420" y="1446"/>
                  </a:lnTo>
                  <a:lnTo>
                    <a:pt x="408" y="1468"/>
                  </a:lnTo>
                  <a:lnTo>
                    <a:pt x="398" y="1480"/>
                  </a:lnTo>
                  <a:lnTo>
                    <a:pt x="388" y="1488"/>
                  </a:lnTo>
                  <a:lnTo>
                    <a:pt x="376" y="1494"/>
                  </a:lnTo>
                  <a:lnTo>
                    <a:pt x="362" y="1498"/>
                  </a:lnTo>
                  <a:lnTo>
                    <a:pt x="332" y="1490"/>
                  </a:lnTo>
                  <a:lnTo>
                    <a:pt x="322" y="1484"/>
                  </a:lnTo>
                  <a:lnTo>
                    <a:pt x="318" y="1482"/>
                  </a:lnTo>
                  <a:lnTo>
                    <a:pt x="312" y="1482"/>
                  </a:lnTo>
                  <a:lnTo>
                    <a:pt x="308" y="1472"/>
                  </a:lnTo>
                  <a:lnTo>
                    <a:pt x="304" y="1464"/>
                  </a:lnTo>
                  <a:lnTo>
                    <a:pt x="298" y="1456"/>
                  </a:lnTo>
                  <a:lnTo>
                    <a:pt x="292" y="1452"/>
                  </a:lnTo>
                  <a:lnTo>
                    <a:pt x="278" y="1444"/>
                  </a:lnTo>
                  <a:lnTo>
                    <a:pt x="264" y="1438"/>
                  </a:lnTo>
                  <a:lnTo>
                    <a:pt x="252" y="1420"/>
                  </a:lnTo>
                  <a:lnTo>
                    <a:pt x="252" y="1378"/>
                  </a:lnTo>
                  <a:lnTo>
                    <a:pt x="256" y="1372"/>
                  </a:lnTo>
                  <a:lnTo>
                    <a:pt x="256" y="1364"/>
                  </a:lnTo>
                  <a:lnTo>
                    <a:pt x="256" y="1350"/>
                  </a:lnTo>
                  <a:lnTo>
                    <a:pt x="250" y="1340"/>
                  </a:lnTo>
                  <a:lnTo>
                    <a:pt x="244" y="1332"/>
                  </a:lnTo>
                  <a:lnTo>
                    <a:pt x="234" y="1326"/>
                  </a:lnTo>
                  <a:lnTo>
                    <a:pt x="226" y="1324"/>
                  </a:lnTo>
                  <a:lnTo>
                    <a:pt x="206" y="1322"/>
                  </a:lnTo>
                  <a:lnTo>
                    <a:pt x="198" y="1320"/>
                  </a:lnTo>
                  <a:lnTo>
                    <a:pt x="190" y="1318"/>
                  </a:lnTo>
                  <a:lnTo>
                    <a:pt x="174" y="1302"/>
                  </a:lnTo>
                  <a:lnTo>
                    <a:pt x="150" y="1258"/>
                  </a:lnTo>
                  <a:lnTo>
                    <a:pt x="114" y="1250"/>
                  </a:lnTo>
                  <a:lnTo>
                    <a:pt x="112" y="1242"/>
                  </a:lnTo>
                  <a:lnTo>
                    <a:pt x="112" y="1232"/>
                  </a:lnTo>
                  <a:lnTo>
                    <a:pt x="112" y="1224"/>
                  </a:lnTo>
                  <a:lnTo>
                    <a:pt x="114" y="1216"/>
                  </a:lnTo>
                  <a:lnTo>
                    <a:pt x="120" y="1200"/>
                  </a:lnTo>
                  <a:lnTo>
                    <a:pt x="126" y="1186"/>
                  </a:lnTo>
                  <a:lnTo>
                    <a:pt x="124" y="1174"/>
                  </a:lnTo>
                  <a:lnTo>
                    <a:pt x="122" y="1162"/>
                  </a:lnTo>
                  <a:lnTo>
                    <a:pt x="118" y="1152"/>
                  </a:lnTo>
                  <a:lnTo>
                    <a:pt x="112" y="1144"/>
                  </a:lnTo>
                  <a:lnTo>
                    <a:pt x="98" y="1128"/>
                  </a:lnTo>
                  <a:lnTo>
                    <a:pt x="84" y="1114"/>
                  </a:lnTo>
                  <a:lnTo>
                    <a:pt x="38" y="1092"/>
                  </a:lnTo>
                  <a:lnTo>
                    <a:pt x="32" y="1084"/>
                  </a:lnTo>
                  <a:lnTo>
                    <a:pt x="32" y="1062"/>
                  </a:lnTo>
                  <a:lnTo>
                    <a:pt x="32" y="1056"/>
                  </a:lnTo>
                  <a:lnTo>
                    <a:pt x="36" y="1054"/>
                  </a:lnTo>
                  <a:lnTo>
                    <a:pt x="40" y="1050"/>
                  </a:lnTo>
                  <a:lnTo>
                    <a:pt x="46" y="1048"/>
                  </a:lnTo>
                  <a:lnTo>
                    <a:pt x="66" y="1038"/>
                  </a:lnTo>
                  <a:lnTo>
                    <a:pt x="78" y="1028"/>
                  </a:lnTo>
                  <a:lnTo>
                    <a:pt x="82" y="1024"/>
                  </a:lnTo>
                  <a:lnTo>
                    <a:pt x="86" y="1018"/>
                  </a:lnTo>
                  <a:lnTo>
                    <a:pt x="86" y="920"/>
                  </a:lnTo>
                  <a:lnTo>
                    <a:pt x="82" y="904"/>
                  </a:lnTo>
                  <a:lnTo>
                    <a:pt x="76" y="894"/>
                  </a:lnTo>
                  <a:lnTo>
                    <a:pt x="68" y="888"/>
                  </a:lnTo>
                  <a:lnTo>
                    <a:pt x="60" y="886"/>
                  </a:lnTo>
                  <a:lnTo>
                    <a:pt x="50" y="884"/>
                  </a:lnTo>
                  <a:lnTo>
                    <a:pt x="40" y="884"/>
                  </a:lnTo>
                  <a:lnTo>
                    <a:pt x="20" y="884"/>
                  </a:lnTo>
                  <a:lnTo>
                    <a:pt x="14" y="888"/>
                  </a:lnTo>
                  <a:lnTo>
                    <a:pt x="10" y="894"/>
                  </a:lnTo>
                  <a:lnTo>
                    <a:pt x="8" y="894"/>
                  </a:lnTo>
                  <a:lnTo>
                    <a:pt x="8" y="898"/>
                  </a:lnTo>
                  <a:lnTo>
                    <a:pt x="2" y="882"/>
                  </a:lnTo>
                  <a:lnTo>
                    <a:pt x="0" y="872"/>
                  </a:lnTo>
                  <a:lnTo>
                    <a:pt x="0" y="864"/>
                  </a:lnTo>
                  <a:lnTo>
                    <a:pt x="2" y="856"/>
                  </a:lnTo>
                  <a:lnTo>
                    <a:pt x="26" y="844"/>
                  </a:lnTo>
                  <a:lnTo>
                    <a:pt x="26" y="820"/>
                  </a:lnTo>
                  <a:lnTo>
                    <a:pt x="18" y="808"/>
                  </a:lnTo>
                  <a:lnTo>
                    <a:pt x="12" y="802"/>
                  </a:lnTo>
                  <a:lnTo>
                    <a:pt x="8" y="798"/>
                  </a:lnTo>
                  <a:lnTo>
                    <a:pt x="8" y="796"/>
                  </a:lnTo>
                  <a:lnTo>
                    <a:pt x="16" y="792"/>
                  </a:lnTo>
                  <a:lnTo>
                    <a:pt x="26" y="786"/>
                  </a:lnTo>
                  <a:lnTo>
                    <a:pt x="40" y="778"/>
                  </a:lnTo>
                  <a:lnTo>
                    <a:pt x="64" y="742"/>
                  </a:lnTo>
                  <a:lnTo>
                    <a:pt x="106" y="726"/>
                  </a:lnTo>
                  <a:lnTo>
                    <a:pt x="136" y="724"/>
                  </a:lnTo>
                  <a:lnTo>
                    <a:pt x="160" y="722"/>
                  </a:lnTo>
                  <a:lnTo>
                    <a:pt x="186" y="716"/>
                  </a:lnTo>
                  <a:lnTo>
                    <a:pt x="214" y="704"/>
                  </a:lnTo>
                  <a:lnTo>
                    <a:pt x="232" y="704"/>
                  </a:lnTo>
                  <a:lnTo>
                    <a:pt x="232" y="716"/>
                  </a:lnTo>
                  <a:lnTo>
                    <a:pt x="236" y="732"/>
                  </a:lnTo>
                  <a:lnTo>
                    <a:pt x="240" y="738"/>
                  </a:lnTo>
                  <a:lnTo>
                    <a:pt x="246" y="746"/>
                  </a:lnTo>
                  <a:lnTo>
                    <a:pt x="254" y="752"/>
                  </a:lnTo>
                  <a:lnTo>
                    <a:pt x="262" y="756"/>
                  </a:lnTo>
                  <a:lnTo>
                    <a:pt x="274" y="756"/>
                  </a:lnTo>
                  <a:lnTo>
                    <a:pt x="284" y="754"/>
                  </a:lnTo>
                  <a:lnTo>
                    <a:pt x="296" y="752"/>
                  </a:lnTo>
                  <a:lnTo>
                    <a:pt x="308" y="746"/>
                  </a:lnTo>
                  <a:lnTo>
                    <a:pt x="338" y="706"/>
                  </a:lnTo>
                  <a:lnTo>
                    <a:pt x="362" y="708"/>
                  </a:lnTo>
                  <a:lnTo>
                    <a:pt x="374" y="708"/>
                  </a:lnTo>
                  <a:lnTo>
                    <a:pt x="388" y="706"/>
                  </a:lnTo>
                  <a:lnTo>
                    <a:pt x="402" y="694"/>
                  </a:lnTo>
                  <a:lnTo>
                    <a:pt x="418" y="684"/>
                  </a:lnTo>
                  <a:lnTo>
                    <a:pt x="436" y="682"/>
                  </a:lnTo>
                  <a:lnTo>
                    <a:pt x="458" y="690"/>
                  </a:lnTo>
                  <a:lnTo>
                    <a:pt x="472" y="694"/>
                  </a:lnTo>
                  <a:lnTo>
                    <a:pt x="488" y="696"/>
                  </a:lnTo>
                  <a:lnTo>
                    <a:pt x="498" y="692"/>
                  </a:lnTo>
                  <a:lnTo>
                    <a:pt x="510" y="688"/>
                  </a:lnTo>
                  <a:lnTo>
                    <a:pt x="536" y="686"/>
                  </a:lnTo>
                  <a:lnTo>
                    <a:pt x="562" y="682"/>
                  </a:lnTo>
                  <a:lnTo>
                    <a:pt x="576" y="678"/>
                  </a:lnTo>
                  <a:lnTo>
                    <a:pt x="588" y="674"/>
                  </a:lnTo>
                  <a:lnTo>
                    <a:pt x="628" y="650"/>
                  </a:lnTo>
                  <a:lnTo>
                    <a:pt x="638" y="620"/>
                  </a:lnTo>
                  <a:lnTo>
                    <a:pt x="648" y="616"/>
                  </a:lnTo>
                  <a:lnTo>
                    <a:pt x="656" y="608"/>
                  </a:lnTo>
                  <a:lnTo>
                    <a:pt x="662" y="600"/>
                  </a:lnTo>
                  <a:lnTo>
                    <a:pt x="668" y="590"/>
                  </a:lnTo>
                  <a:lnTo>
                    <a:pt x="676" y="568"/>
                  </a:lnTo>
                  <a:lnTo>
                    <a:pt x="682" y="550"/>
                  </a:lnTo>
                  <a:lnTo>
                    <a:pt x="700" y="542"/>
                  </a:lnTo>
                  <a:lnTo>
                    <a:pt x="708" y="536"/>
                  </a:lnTo>
                  <a:lnTo>
                    <a:pt x="716" y="528"/>
                  </a:lnTo>
                  <a:lnTo>
                    <a:pt x="730" y="496"/>
                  </a:lnTo>
                  <a:lnTo>
                    <a:pt x="732" y="438"/>
                  </a:lnTo>
                  <a:lnTo>
                    <a:pt x="726" y="414"/>
                  </a:lnTo>
                  <a:lnTo>
                    <a:pt x="728" y="392"/>
                  </a:lnTo>
                  <a:lnTo>
                    <a:pt x="732" y="370"/>
                  </a:lnTo>
                  <a:lnTo>
                    <a:pt x="732" y="358"/>
                  </a:lnTo>
                  <a:lnTo>
                    <a:pt x="732" y="350"/>
                  </a:lnTo>
                  <a:lnTo>
                    <a:pt x="730" y="342"/>
                  </a:lnTo>
                  <a:lnTo>
                    <a:pt x="726" y="334"/>
                  </a:lnTo>
                  <a:lnTo>
                    <a:pt x="722" y="324"/>
                  </a:lnTo>
                  <a:lnTo>
                    <a:pt x="772" y="326"/>
                  </a:lnTo>
                  <a:lnTo>
                    <a:pt x="798" y="328"/>
                  </a:lnTo>
                  <a:lnTo>
                    <a:pt x="824" y="332"/>
                  </a:lnTo>
                  <a:lnTo>
                    <a:pt x="834" y="334"/>
                  </a:lnTo>
                  <a:lnTo>
                    <a:pt x="842" y="338"/>
                  </a:lnTo>
                  <a:lnTo>
                    <a:pt x="860" y="340"/>
                  </a:lnTo>
                  <a:lnTo>
                    <a:pt x="882" y="344"/>
                  </a:lnTo>
                  <a:lnTo>
                    <a:pt x="892" y="350"/>
                  </a:lnTo>
                  <a:lnTo>
                    <a:pt x="904" y="356"/>
                  </a:lnTo>
                  <a:lnTo>
                    <a:pt x="918" y="356"/>
                  </a:lnTo>
                  <a:lnTo>
                    <a:pt x="932" y="342"/>
                  </a:lnTo>
                  <a:lnTo>
                    <a:pt x="932" y="328"/>
                  </a:lnTo>
                  <a:lnTo>
                    <a:pt x="928" y="314"/>
                  </a:lnTo>
                  <a:lnTo>
                    <a:pt x="926" y="302"/>
                  </a:lnTo>
                  <a:lnTo>
                    <a:pt x="930" y="290"/>
                  </a:lnTo>
                  <a:lnTo>
                    <a:pt x="934" y="280"/>
                  </a:lnTo>
                  <a:lnTo>
                    <a:pt x="972" y="234"/>
                  </a:lnTo>
                  <a:lnTo>
                    <a:pt x="978" y="214"/>
                  </a:lnTo>
                  <a:lnTo>
                    <a:pt x="984" y="200"/>
                  </a:lnTo>
                  <a:lnTo>
                    <a:pt x="994" y="186"/>
                  </a:lnTo>
                  <a:lnTo>
                    <a:pt x="1008" y="172"/>
                  </a:lnTo>
                  <a:lnTo>
                    <a:pt x="1012" y="160"/>
                  </a:lnTo>
                  <a:lnTo>
                    <a:pt x="1016" y="154"/>
                  </a:lnTo>
                  <a:lnTo>
                    <a:pt x="1018" y="152"/>
                  </a:lnTo>
                  <a:lnTo>
                    <a:pt x="1022" y="150"/>
                  </a:lnTo>
                  <a:lnTo>
                    <a:pt x="1034" y="150"/>
                  </a:lnTo>
                  <a:lnTo>
                    <a:pt x="1092" y="186"/>
                  </a:lnTo>
                  <a:lnTo>
                    <a:pt x="1104" y="188"/>
                  </a:lnTo>
                  <a:lnTo>
                    <a:pt x="1118" y="190"/>
                  </a:lnTo>
                  <a:lnTo>
                    <a:pt x="1134" y="194"/>
                  </a:lnTo>
                  <a:lnTo>
                    <a:pt x="1142" y="198"/>
                  </a:lnTo>
                  <a:lnTo>
                    <a:pt x="1150" y="204"/>
                  </a:lnTo>
                  <a:lnTo>
                    <a:pt x="1172" y="204"/>
                  </a:lnTo>
                  <a:lnTo>
                    <a:pt x="1184" y="204"/>
                  </a:lnTo>
                  <a:lnTo>
                    <a:pt x="1196" y="202"/>
                  </a:lnTo>
                  <a:lnTo>
                    <a:pt x="1208" y="198"/>
                  </a:lnTo>
                  <a:lnTo>
                    <a:pt x="1218" y="194"/>
                  </a:lnTo>
                  <a:lnTo>
                    <a:pt x="1226" y="186"/>
                  </a:lnTo>
                  <a:lnTo>
                    <a:pt x="1232" y="174"/>
                  </a:lnTo>
                  <a:lnTo>
                    <a:pt x="1226" y="106"/>
                  </a:lnTo>
                  <a:lnTo>
                    <a:pt x="1236" y="88"/>
                  </a:lnTo>
                  <a:lnTo>
                    <a:pt x="1246" y="76"/>
                  </a:lnTo>
                  <a:lnTo>
                    <a:pt x="1258" y="68"/>
                  </a:lnTo>
                  <a:lnTo>
                    <a:pt x="1270" y="62"/>
                  </a:lnTo>
                  <a:lnTo>
                    <a:pt x="1284" y="58"/>
                  </a:lnTo>
                  <a:lnTo>
                    <a:pt x="1298" y="56"/>
                  </a:lnTo>
                  <a:lnTo>
                    <a:pt x="1336" y="52"/>
                  </a:lnTo>
                  <a:lnTo>
                    <a:pt x="1340" y="50"/>
                  </a:lnTo>
                  <a:lnTo>
                    <a:pt x="1344" y="46"/>
                  </a:lnTo>
                  <a:lnTo>
                    <a:pt x="1352" y="36"/>
                  </a:lnTo>
                  <a:lnTo>
                    <a:pt x="1360" y="14"/>
                  </a:lnTo>
                  <a:lnTo>
                    <a:pt x="1374" y="0"/>
                  </a:lnTo>
                  <a:lnTo>
                    <a:pt x="1418" y="0"/>
                  </a:lnTo>
                  <a:lnTo>
                    <a:pt x="1420" y="2"/>
                  </a:lnTo>
                  <a:lnTo>
                    <a:pt x="1424" y="8"/>
                  </a:lnTo>
                  <a:lnTo>
                    <a:pt x="1426" y="22"/>
                  </a:lnTo>
                  <a:lnTo>
                    <a:pt x="1430" y="40"/>
                  </a:lnTo>
                  <a:lnTo>
                    <a:pt x="1436" y="58"/>
                  </a:lnTo>
                  <a:lnTo>
                    <a:pt x="1480" y="124"/>
                  </a:lnTo>
                  <a:lnTo>
                    <a:pt x="1504" y="134"/>
                  </a:lnTo>
                  <a:lnTo>
                    <a:pt x="1538" y="144"/>
                  </a:lnTo>
                  <a:lnTo>
                    <a:pt x="1568" y="164"/>
                  </a:lnTo>
                  <a:lnTo>
                    <a:pt x="1584" y="190"/>
                  </a:lnTo>
                  <a:lnTo>
                    <a:pt x="1590" y="242"/>
                  </a:lnTo>
                  <a:lnTo>
                    <a:pt x="1610" y="280"/>
                  </a:lnTo>
                  <a:lnTo>
                    <a:pt x="1612" y="298"/>
                  </a:lnTo>
                  <a:lnTo>
                    <a:pt x="1612" y="320"/>
                  </a:lnTo>
                  <a:lnTo>
                    <a:pt x="1612" y="332"/>
                  </a:lnTo>
                  <a:lnTo>
                    <a:pt x="1610" y="342"/>
                  </a:lnTo>
                  <a:lnTo>
                    <a:pt x="1606" y="354"/>
                  </a:lnTo>
                  <a:lnTo>
                    <a:pt x="1602" y="364"/>
                  </a:lnTo>
                  <a:lnTo>
                    <a:pt x="1580" y="378"/>
                  </a:lnTo>
                  <a:lnTo>
                    <a:pt x="1574" y="382"/>
                  </a:lnTo>
                  <a:lnTo>
                    <a:pt x="1572" y="386"/>
                  </a:lnTo>
                  <a:lnTo>
                    <a:pt x="1568" y="390"/>
                  </a:lnTo>
                  <a:lnTo>
                    <a:pt x="1568" y="396"/>
                  </a:lnTo>
                  <a:lnTo>
                    <a:pt x="1566" y="420"/>
                  </a:lnTo>
                  <a:lnTo>
                    <a:pt x="1570" y="440"/>
                  </a:lnTo>
                  <a:lnTo>
                    <a:pt x="1574" y="452"/>
                  </a:lnTo>
                  <a:lnTo>
                    <a:pt x="1582" y="466"/>
                  </a:lnTo>
                  <a:lnTo>
                    <a:pt x="1614" y="488"/>
                  </a:lnTo>
                  <a:lnTo>
                    <a:pt x="1662" y="500"/>
                  </a:lnTo>
                  <a:lnTo>
                    <a:pt x="1674" y="506"/>
                  </a:lnTo>
                  <a:lnTo>
                    <a:pt x="1688" y="512"/>
                  </a:lnTo>
                  <a:lnTo>
                    <a:pt x="1700" y="516"/>
                  </a:lnTo>
                  <a:lnTo>
                    <a:pt x="1714" y="520"/>
                  </a:lnTo>
                  <a:lnTo>
                    <a:pt x="1744" y="524"/>
                  </a:lnTo>
                  <a:lnTo>
                    <a:pt x="1778" y="526"/>
                  </a:lnTo>
                  <a:lnTo>
                    <a:pt x="1790" y="534"/>
                  </a:lnTo>
                  <a:lnTo>
                    <a:pt x="1806" y="546"/>
                  </a:lnTo>
                  <a:lnTo>
                    <a:pt x="1836" y="576"/>
                  </a:lnTo>
                  <a:lnTo>
                    <a:pt x="1882" y="614"/>
                  </a:lnTo>
                  <a:lnTo>
                    <a:pt x="1894" y="616"/>
                  </a:lnTo>
                  <a:lnTo>
                    <a:pt x="1906" y="620"/>
                  </a:lnTo>
                  <a:lnTo>
                    <a:pt x="1918" y="628"/>
                  </a:lnTo>
                  <a:lnTo>
                    <a:pt x="1930" y="640"/>
                  </a:lnTo>
                  <a:lnTo>
                    <a:pt x="1938" y="672"/>
                  </a:lnTo>
                  <a:lnTo>
                    <a:pt x="1944" y="690"/>
                  </a:lnTo>
                  <a:lnTo>
                    <a:pt x="1952" y="710"/>
                  </a:lnTo>
                  <a:lnTo>
                    <a:pt x="1964" y="718"/>
                  </a:lnTo>
                  <a:lnTo>
                    <a:pt x="1968" y="724"/>
                  </a:lnTo>
                  <a:lnTo>
                    <a:pt x="1974" y="736"/>
                  </a:lnTo>
                  <a:lnTo>
                    <a:pt x="1972" y="766"/>
                  </a:lnTo>
                  <a:lnTo>
                    <a:pt x="1980" y="788"/>
                  </a:lnTo>
                  <a:lnTo>
                    <a:pt x="1968" y="796"/>
                  </a:lnTo>
                  <a:lnTo>
                    <a:pt x="1960" y="804"/>
                  </a:lnTo>
                  <a:lnTo>
                    <a:pt x="1956" y="814"/>
                  </a:lnTo>
                  <a:lnTo>
                    <a:pt x="1952" y="832"/>
                  </a:lnTo>
                  <a:lnTo>
                    <a:pt x="1952" y="864"/>
                  </a:lnTo>
                  <a:lnTo>
                    <a:pt x="1958" y="902"/>
                  </a:lnTo>
                  <a:lnTo>
                    <a:pt x="1952" y="906"/>
                  </a:lnTo>
                  <a:lnTo>
                    <a:pt x="1878" y="908"/>
                  </a:lnTo>
                  <a:lnTo>
                    <a:pt x="1844" y="914"/>
                  </a:lnTo>
                  <a:lnTo>
                    <a:pt x="1830" y="918"/>
                  </a:lnTo>
                  <a:lnTo>
                    <a:pt x="1818" y="922"/>
                  </a:lnTo>
                  <a:lnTo>
                    <a:pt x="1808" y="930"/>
                  </a:lnTo>
                  <a:lnTo>
                    <a:pt x="1798" y="940"/>
                  </a:lnTo>
                  <a:lnTo>
                    <a:pt x="1792" y="952"/>
                  </a:lnTo>
                  <a:lnTo>
                    <a:pt x="1786" y="968"/>
                  </a:lnTo>
                  <a:lnTo>
                    <a:pt x="1774" y="980"/>
                  </a:lnTo>
                  <a:lnTo>
                    <a:pt x="1766" y="990"/>
                  </a:lnTo>
                  <a:lnTo>
                    <a:pt x="1760" y="1002"/>
                  </a:lnTo>
                  <a:lnTo>
                    <a:pt x="1754" y="1018"/>
                  </a:lnTo>
                  <a:lnTo>
                    <a:pt x="1744" y="1024"/>
                  </a:lnTo>
                  <a:lnTo>
                    <a:pt x="1732" y="1028"/>
                  </a:lnTo>
                  <a:lnTo>
                    <a:pt x="1710" y="1032"/>
                  </a:lnTo>
                  <a:lnTo>
                    <a:pt x="1690" y="1034"/>
                  </a:lnTo>
                  <a:lnTo>
                    <a:pt x="1672" y="1034"/>
                  </a:lnTo>
                  <a:lnTo>
                    <a:pt x="1670" y="1044"/>
                  </a:lnTo>
                  <a:lnTo>
                    <a:pt x="1664" y="1056"/>
                  </a:lnTo>
                  <a:lnTo>
                    <a:pt x="1656" y="1066"/>
                  </a:lnTo>
                  <a:lnTo>
                    <a:pt x="1648" y="1074"/>
                  </a:lnTo>
                  <a:lnTo>
                    <a:pt x="1644" y="1082"/>
                  </a:lnTo>
                  <a:lnTo>
                    <a:pt x="1644" y="1090"/>
                  </a:lnTo>
                  <a:lnTo>
                    <a:pt x="1646" y="1106"/>
                  </a:lnTo>
                  <a:lnTo>
                    <a:pt x="1652" y="1124"/>
                  </a:lnTo>
                  <a:lnTo>
                    <a:pt x="1658" y="1146"/>
                  </a:lnTo>
                  <a:lnTo>
                    <a:pt x="1660" y="1170"/>
                  </a:lnTo>
                  <a:lnTo>
                    <a:pt x="1604" y="1182"/>
                  </a:lnTo>
                  <a:lnTo>
                    <a:pt x="1592" y="1188"/>
                  </a:lnTo>
                  <a:lnTo>
                    <a:pt x="1580" y="1194"/>
                  </a:lnTo>
                  <a:lnTo>
                    <a:pt x="1560" y="1206"/>
                  </a:lnTo>
                  <a:lnTo>
                    <a:pt x="1526" y="1214"/>
                  </a:lnTo>
                  <a:lnTo>
                    <a:pt x="1490" y="1220"/>
                  </a:lnTo>
                  <a:lnTo>
                    <a:pt x="1458" y="1224"/>
                  </a:lnTo>
                  <a:lnTo>
                    <a:pt x="1426" y="1224"/>
                  </a:lnTo>
                  <a:lnTo>
                    <a:pt x="1408" y="1228"/>
                  </a:lnTo>
                  <a:lnTo>
                    <a:pt x="1396" y="1236"/>
                  </a:lnTo>
                  <a:lnTo>
                    <a:pt x="1396" y="1244"/>
                  </a:lnTo>
                  <a:lnTo>
                    <a:pt x="1398" y="1250"/>
                  </a:lnTo>
                  <a:lnTo>
                    <a:pt x="1402" y="1258"/>
                  </a:lnTo>
                  <a:lnTo>
                    <a:pt x="1412" y="1272"/>
                  </a:lnTo>
                  <a:lnTo>
                    <a:pt x="1406" y="1280"/>
                  </a:lnTo>
                  <a:lnTo>
                    <a:pt x="1404" y="1288"/>
                  </a:lnTo>
                  <a:lnTo>
                    <a:pt x="1404" y="1294"/>
                  </a:lnTo>
                  <a:lnTo>
                    <a:pt x="1408" y="1302"/>
                  </a:lnTo>
                  <a:lnTo>
                    <a:pt x="1412" y="1308"/>
                  </a:lnTo>
                  <a:lnTo>
                    <a:pt x="1420" y="1314"/>
                  </a:lnTo>
                  <a:lnTo>
                    <a:pt x="1438" y="1328"/>
                  </a:lnTo>
                  <a:lnTo>
                    <a:pt x="1460" y="1360"/>
                  </a:lnTo>
                  <a:lnTo>
                    <a:pt x="1468" y="1364"/>
                  </a:lnTo>
                  <a:lnTo>
                    <a:pt x="1474" y="1370"/>
                  </a:lnTo>
                  <a:lnTo>
                    <a:pt x="1476" y="1374"/>
                  </a:lnTo>
                  <a:lnTo>
                    <a:pt x="1476" y="1380"/>
                  </a:lnTo>
                  <a:lnTo>
                    <a:pt x="1476" y="1396"/>
                  </a:lnTo>
                  <a:lnTo>
                    <a:pt x="1464" y="1408"/>
                  </a:lnTo>
                  <a:lnTo>
                    <a:pt x="1444" y="1418"/>
                  </a:lnTo>
                  <a:lnTo>
                    <a:pt x="1438" y="1422"/>
                  </a:lnTo>
                  <a:lnTo>
                    <a:pt x="1434" y="1426"/>
                  </a:lnTo>
                  <a:lnTo>
                    <a:pt x="1430" y="1432"/>
                  </a:lnTo>
                  <a:lnTo>
                    <a:pt x="1428" y="1438"/>
                  </a:lnTo>
                  <a:lnTo>
                    <a:pt x="1428" y="1460"/>
                  </a:lnTo>
                  <a:lnTo>
                    <a:pt x="1434" y="1466"/>
                  </a:lnTo>
                  <a:lnTo>
                    <a:pt x="1442" y="1476"/>
                  </a:lnTo>
                  <a:lnTo>
                    <a:pt x="1448" y="1488"/>
                  </a:lnTo>
                  <a:lnTo>
                    <a:pt x="1450" y="1496"/>
                  </a:lnTo>
                  <a:lnTo>
                    <a:pt x="1450" y="1504"/>
                  </a:lnTo>
                  <a:lnTo>
                    <a:pt x="1440" y="1510"/>
                  </a:lnTo>
                  <a:lnTo>
                    <a:pt x="1430" y="1512"/>
                  </a:lnTo>
                  <a:lnTo>
                    <a:pt x="1416" y="1516"/>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14" name="Freeform 34"/>
            <p:cNvSpPr/>
            <p:nvPr/>
          </p:nvSpPr>
          <p:spPr bwMode="auto">
            <a:xfrm>
              <a:off x="3883025" y="361951"/>
              <a:ext cx="3463925" cy="2965450"/>
            </a:xfrm>
            <a:custGeom>
              <a:avLst/>
              <a:gdLst>
                <a:gd name="T0" fmla="*/ 538 w 2182"/>
                <a:gd name="T1" fmla="*/ 1714 h 1868"/>
                <a:gd name="T2" fmla="*/ 526 w 2182"/>
                <a:gd name="T3" fmla="*/ 1632 h 1868"/>
                <a:gd name="T4" fmla="*/ 362 w 2182"/>
                <a:gd name="T5" fmla="*/ 1664 h 1868"/>
                <a:gd name="T6" fmla="*/ 286 w 2182"/>
                <a:gd name="T7" fmla="*/ 1690 h 1868"/>
                <a:gd name="T8" fmla="*/ 168 w 2182"/>
                <a:gd name="T9" fmla="*/ 1576 h 1868"/>
                <a:gd name="T10" fmla="*/ 220 w 2182"/>
                <a:gd name="T11" fmla="*/ 1468 h 1868"/>
                <a:gd name="T12" fmla="*/ 66 w 2182"/>
                <a:gd name="T13" fmla="*/ 1450 h 1868"/>
                <a:gd name="T14" fmla="*/ 20 w 2182"/>
                <a:gd name="T15" fmla="*/ 1304 h 1868"/>
                <a:gd name="T16" fmla="*/ 400 w 2182"/>
                <a:gd name="T17" fmla="*/ 1336 h 1868"/>
                <a:gd name="T18" fmla="*/ 594 w 2182"/>
                <a:gd name="T19" fmla="*/ 1418 h 1868"/>
                <a:gd name="T20" fmla="*/ 724 w 2182"/>
                <a:gd name="T21" fmla="*/ 1354 h 1868"/>
                <a:gd name="T22" fmla="*/ 828 w 2182"/>
                <a:gd name="T23" fmla="*/ 1308 h 1868"/>
                <a:gd name="T24" fmla="*/ 1006 w 2182"/>
                <a:gd name="T25" fmla="*/ 1300 h 1868"/>
                <a:gd name="T26" fmla="*/ 1170 w 2182"/>
                <a:gd name="T27" fmla="*/ 1170 h 1868"/>
                <a:gd name="T28" fmla="*/ 1178 w 2182"/>
                <a:gd name="T29" fmla="*/ 1032 h 1868"/>
                <a:gd name="T30" fmla="*/ 1260 w 2182"/>
                <a:gd name="T31" fmla="*/ 1006 h 1868"/>
                <a:gd name="T32" fmla="*/ 1410 w 2182"/>
                <a:gd name="T33" fmla="*/ 924 h 1868"/>
                <a:gd name="T34" fmla="*/ 1524 w 2182"/>
                <a:gd name="T35" fmla="*/ 876 h 1868"/>
                <a:gd name="T36" fmla="*/ 1632 w 2182"/>
                <a:gd name="T37" fmla="*/ 776 h 1868"/>
                <a:gd name="T38" fmla="*/ 1798 w 2182"/>
                <a:gd name="T39" fmla="*/ 740 h 1868"/>
                <a:gd name="T40" fmla="*/ 1712 w 2182"/>
                <a:gd name="T41" fmla="*/ 614 h 1868"/>
                <a:gd name="T42" fmla="*/ 1586 w 2182"/>
                <a:gd name="T43" fmla="*/ 646 h 1868"/>
                <a:gd name="T44" fmla="*/ 1456 w 2182"/>
                <a:gd name="T45" fmla="*/ 650 h 1868"/>
                <a:gd name="T46" fmla="*/ 1480 w 2182"/>
                <a:gd name="T47" fmla="*/ 512 h 1868"/>
                <a:gd name="T48" fmla="*/ 1602 w 2182"/>
                <a:gd name="T49" fmla="*/ 428 h 1868"/>
                <a:gd name="T50" fmla="*/ 1698 w 2182"/>
                <a:gd name="T51" fmla="*/ 250 h 1868"/>
                <a:gd name="T52" fmla="*/ 1738 w 2182"/>
                <a:gd name="T53" fmla="*/ 108 h 1868"/>
                <a:gd name="T54" fmla="*/ 1736 w 2182"/>
                <a:gd name="T55" fmla="*/ 20 h 1868"/>
                <a:gd name="T56" fmla="*/ 1800 w 2182"/>
                <a:gd name="T57" fmla="*/ 42 h 1868"/>
                <a:gd name="T58" fmla="*/ 1848 w 2182"/>
                <a:gd name="T59" fmla="*/ 80 h 1868"/>
                <a:gd name="T60" fmla="*/ 1926 w 2182"/>
                <a:gd name="T61" fmla="*/ 178 h 1868"/>
                <a:gd name="T62" fmla="*/ 2052 w 2182"/>
                <a:gd name="T63" fmla="*/ 152 h 1868"/>
                <a:gd name="T64" fmla="*/ 2136 w 2182"/>
                <a:gd name="T65" fmla="*/ 246 h 1868"/>
                <a:gd name="T66" fmla="*/ 2136 w 2182"/>
                <a:gd name="T67" fmla="*/ 440 h 1868"/>
                <a:gd name="T68" fmla="*/ 2118 w 2182"/>
                <a:gd name="T69" fmla="*/ 476 h 1868"/>
                <a:gd name="T70" fmla="*/ 2064 w 2182"/>
                <a:gd name="T71" fmla="*/ 514 h 1868"/>
                <a:gd name="T72" fmla="*/ 2020 w 2182"/>
                <a:gd name="T73" fmla="*/ 674 h 1868"/>
                <a:gd name="T74" fmla="*/ 2068 w 2182"/>
                <a:gd name="T75" fmla="*/ 716 h 1868"/>
                <a:gd name="T76" fmla="*/ 2026 w 2182"/>
                <a:gd name="T77" fmla="*/ 796 h 1868"/>
                <a:gd name="T78" fmla="*/ 1968 w 2182"/>
                <a:gd name="T79" fmla="*/ 828 h 1868"/>
                <a:gd name="T80" fmla="*/ 2054 w 2182"/>
                <a:gd name="T81" fmla="*/ 986 h 1868"/>
                <a:gd name="T82" fmla="*/ 2154 w 2182"/>
                <a:gd name="T83" fmla="*/ 1034 h 1868"/>
                <a:gd name="T84" fmla="*/ 2156 w 2182"/>
                <a:gd name="T85" fmla="*/ 1130 h 1868"/>
                <a:gd name="T86" fmla="*/ 2054 w 2182"/>
                <a:gd name="T87" fmla="*/ 1170 h 1868"/>
                <a:gd name="T88" fmla="*/ 1920 w 2182"/>
                <a:gd name="T89" fmla="*/ 1272 h 1868"/>
                <a:gd name="T90" fmla="*/ 1850 w 2182"/>
                <a:gd name="T91" fmla="*/ 1260 h 1868"/>
                <a:gd name="T92" fmla="*/ 1786 w 2182"/>
                <a:gd name="T93" fmla="*/ 1338 h 1868"/>
                <a:gd name="T94" fmla="*/ 1696 w 2182"/>
                <a:gd name="T95" fmla="*/ 1206 h 1868"/>
                <a:gd name="T96" fmla="*/ 1524 w 2182"/>
                <a:gd name="T97" fmla="*/ 1346 h 1868"/>
                <a:gd name="T98" fmla="*/ 1494 w 2182"/>
                <a:gd name="T99" fmla="*/ 1334 h 1868"/>
                <a:gd name="T100" fmla="*/ 1424 w 2182"/>
                <a:gd name="T101" fmla="*/ 1310 h 1868"/>
                <a:gd name="T102" fmla="*/ 1392 w 2182"/>
                <a:gd name="T103" fmla="*/ 1430 h 1868"/>
                <a:gd name="T104" fmla="*/ 1288 w 2182"/>
                <a:gd name="T105" fmla="*/ 1520 h 1868"/>
                <a:gd name="T106" fmla="*/ 1140 w 2182"/>
                <a:gd name="T107" fmla="*/ 1612 h 1868"/>
                <a:gd name="T108" fmla="*/ 1076 w 2182"/>
                <a:gd name="T109" fmla="*/ 1650 h 1868"/>
                <a:gd name="T110" fmla="*/ 988 w 2182"/>
                <a:gd name="T111" fmla="*/ 1790 h 1868"/>
                <a:gd name="T112" fmla="*/ 838 w 2182"/>
                <a:gd name="T113" fmla="*/ 1810 h 1868"/>
                <a:gd name="T114" fmla="*/ 814 w 2182"/>
                <a:gd name="T115" fmla="*/ 1666 h 1868"/>
                <a:gd name="T116" fmla="*/ 732 w 2182"/>
                <a:gd name="T117" fmla="*/ 1678 h 1868"/>
                <a:gd name="T118" fmla="*/ 662 w 2182"/>
                <a:gd name="T119" fmla="*/ 1816 h 18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182" h="1868">
                  <a:moveTo>
                    <a:pt x="556" y="1868"/>
                  </a:moveTo>
                  <a:lnTo>
                    <a:pt x="556" y="1868"/>
                  </a:lnTo>
                  <a:lnTo>
                    <a:pt x="518" y="1832"/>
                  </a:lnTo>
                  <a:lnTo>
                    <a:pt x="498" y="1792"/>
                  </a:lnTo>
                  <a:lnTo>
                    <a:pt x="500" y="1764"/>
                  </a:lnTo>
                  <a:lnTo>
                    <a:pt x="502" y="1754"/>
                  </a:lnTo>
                  <a:lnTo>
                    <a:pt x="506" y="1744"/>
                  </a:lnTo>
                  <a:lnTo>
                    <a:pt x="512" y="1736"/>
                  </a:lnTo>
                  <a:lnTo>
                    <a:pt x="518" y="1728"/>
                  </a:lnTo>
                  <a:lnTo>
                    <a:pt x="528" y="1720"/>
                  </a:lnTo>
                  <a:lnTo>
                    <a:pt x="538" y="1714"/>
                  </a:lnTo>
                  <a:lnTo>
                    <a:pt x="556" y="1698"/>
                  </a:lnTo>
                  <a:lnTo>
                    <a:pt x="572" y="1674"/>
                  </a:lnTo>
                  <a:lnTo>
                    <a:pt x="570" y="1658"/>
                  </a:lnTo>
                  <a:lnTo>
                    <a:pt x="562" y="1646"/>
                  </a:lnTo>
                  <a:lnTo>
                    <a:pt x="556" y="1638"/>
                  </a:lnTo>
                  <a:lnTo>
                    <a:pt x="548" y="1634"/>
                  </a:lnTo>
                  <a:lnTo>
                    <a:pt x="542" y="1632"/>
                  </a:lnTo>
                  <a:lnTo>
                    <a:pt x="534" y="1630"/>
                  </a:lnTo>
                  <a:lnTo>
                    <a:pt x="526" y="1632"/>
                  </a:lnTo>
                  <a:lnTo>
                    <a:pt x="506" y="1638"/>
                  </a:lnTo>
                  <a:lnTo>
                    <a:pt x="482" y="1658"/>
                  </a:lnTo>
                  <a:lnTo>
                    <a:pt x="448" y="1674"/>
                  </a:lnTo>
                  <a:lnTo>
                    <a:pt x="442" y="1668"/>
                  </a:lnTo>
                  <a:lnTo>
                    <a:pt x="436" y="1664"/>
                  </a:lnTo>
                  <a:lnTo>
                    <a:pt x="426" y="1658"/>
                  </a:lnTo>
                  <a:lnTo>
                    <a:pt x="384" y="1658"/>
                  </a:lnTo>
                  <a:lnTo>
                    <a:pt x="370" y="1660"/>
                  </a:lnTo>
                  <a:lnTo>
                    <a:pt x="362" y="1664"/>
                  </a:lnTo>
                  <a:lnTo>
                    <a:pt x="356" y="1672"/>
                  </a:lnTo>
                  <a:lnTo>
                    <a:pt x="352" y="1682"/>
                  </a:lnTo>
                  <a:lnTo>
                    <a:pt x="350" y="1700"/>
                  </a:lnTo>
                  <a:lnTo>
                    <a:pt x="348" y="1722"/>
                  </a:lnTo>
                  <a:lnTo>
                    <a:pt x="342" y="1726"/>
                  </a:lnTo>
                  <a:lnTo>
                    <a:pt x="336" y="1726"/>
                  </a:lnTo>
                  <a:lnTo>
                    <a:pt x="330" y="1726"/>
                  </a:lnTo>
                  <a:lnTo>
                    <a:pt x="324" y="1724"/>
                  </a:lnTo>
                  <a:lnTo>
                    <a:pt x="314" y="1718"/>
                  </a:lnTo>
                  <a:lnTo>
                    <a:pt x="306" y="1716"/>
                  </a:lnTo>
                  <a:lnTo>
                    <a:pt x="286" y="1690"/>
                  </a:lnTo>
                  <a:lnTo>
                    <a:pt x="270" y="1674"/>
                  </a:lnTo>
                  <a:lnTo>
                    <a:pt x="262" y="1654"/>
                  </a:lnTo>
                  <a:lnTo>
                    <a:pt x="252" y="1638"/>
                  </a:lnTo>
                  <a:lnTo>
                    <a:pt x="248" y="1632"/>
                  </a:lnTo>
                  <a:lnTo>
                    <a:pt x="242" y="1626"/>
                  </a:lnTo>
                  <a:lnTo>
                    <a:pt x="234" y="1624"/>
                  </a:lnTo>
                  <a:lnTo>
                    <a:pt x="226" y="1620"/>
                  </a:lnTo>
                  <a:lnTo>
                    <a:pt x="190" y="1582"/>
                  </a:lnTo>
                  <a:lnTo>
                    <a:pt x="168" y="1576"/>
                  </a:lnTo>
                  <a:lnTo>
                    <a:pt x="170" y="1568"/>
                  </a:lnTo>
                  <a:lnTo>
                    <a:pt x="172" y="1560"/>
                  </a:lnTo>
                  <a:lnTo>
                    <a:pt x="178" y="1554"/>
                  </a:lnTo>
                  <a:lnTo>
                    <a:pt x="184" y="1548"/>
                  </a:lnTo>
                  <a:lnTo>
                    <a:pt x="198" y="1538"/>
                  </a:lnTo>
                  <a:lnTo>
                    <a:pt x="206" y="1532"/>
                  </a:lnTo>
                  <a:lnTo>
                    <a:pt x="212" y="1526"/>
                  </a:lnTo>
                  <a:lnTo>
                    <a:pt x="226" y="1496"/>
                  </a:lnTo>
                  <a:lnTo>
                    <a:pt x="226" y="1484"/>
                  </a:lnTo>
                  <a:lnTo>
                    <a:pt x="224" y="1474"/>
                  </a:lnTo>
                  <a:lnTo>
                    <a:pt x="220" y="1468"/>
                  </a:lnTo>
                  <a:lnTo>
                    <a:pt x="216" y="1464"/>
                  </a:lnTo>
                  <a:lnTo>
                    <a:pt x="182" y="1464"/>
                  </a:lnTo>
                  <a:lnTo>
                    <a:pt x="150" y="1468"/>
                  </a:lnTo>
                  <a:lnTo>
                    <a:pt x="120" y="1474"/>
                  </a:lnTo>
                  <a:lnTo>
                    <a:pt x="92" y="1484"/>
                  </a:lnTo>
                  <a:lnTo>
                    <a:pt x="84" y="1490"/>
                  </a:lnTo>
                  <a:lnTo>
                    <a:pt x="76" y="1492"/>
                  </a:lnTo>
                  <a:lnTo>
                    <a:pt x="70" y="1492"/>
                  </a:lnTo>
                  <a:lnTo>
                    <a:pt x="64" y="1492"/>
                  </a:lnTo>
                  <a:lnTo>
                    <a:pt x="66" y="1450"/>
                  </a:lnTo>
                  <a:lnTo>
                    <a:pt x="50" y="1428"/>
                  </a:lnTo>
                  <a:lnTo>
                    <a:pt x="14" y="1398"/>
                  </a:lnTo>
                  <a:lnTo>
                    <a:pt x="14" y="1386"/>
                  </a:lnTo>
                  <a:lnTo>
                    <a:pt x="18" y="1376"/>
                  </a:lnTo>
                  <a:lnTo>
                    <a:pt x="26" y="1358"/>
                  </a:lnTo>
                  <a:lnTo>
                    <a:pt x="24" y="1328"/>
                  </a:lnTo>
                  <a:lnTo>
                    <a:pt x="24" y="1316"/>
                  </a:lnTo>
                  <a:lnTo>
                    <a:pt x="20" y="1304"/>
                  </a:lnTo>
                  <a:lnTo>
                    <a:pt x="0" y="1278"/>
                  </a:lnTo>
                  <a:lnTo>
                    <a:pt x="0" y="1244"/>
                  </a:lnTo>
                  <a:lnTo>
                    <a:pt x="100" y="1268"/>
                  </a:lnTo>
                  <a:lnTo>
                    <a:pt x="274" y="1270"/>
                  </a:lnTo>
                  <a:lnTo>
                    <a:pt x="306" y="1278"/>
                  </a:lnTo>
                  <a:lnTo>
                    <a:pt x="326" y="1284"/>
                  </a:lnTo>
                  <a:lnTo>
                    <a:pt x="344" y="1290"/>
                  </a:lnTo>
                  <a:lnTo>
                    <a:pt x="400" y="1336"/>
                  </a:lnTo>
                  <a:lnTo>
                    <a:pt x="414" y="1342"/>
                  </a:lnTo>
                  <a:lnTo>
                    <a:pt x="466" y="1350"/>
                  </a:lnTo>
                  <a:lnTo>
                    <a:pt x="490" y="1366"/>
                  </a:lnTo>
                  <a:lnTo>
                    <a:pt x="556" y="1388"/>
                  </a:lnTo>
                  <a:lnTo>
                    <a:pt x="562" y="1392"/>
                  </a:lnTo>
                  <a:lnTo>
                    <a:pt x="568" y="1398"/>
                  </a:lnTo>
                  <a:lnTo>
                    <a:pt x="584" y="1412"/>
                  </a:lnTo>
                  <a:lnTo>
                    <a:pt x="594" y="1418"/>
                  </a:lnTo>
                  <a:lnTo>
                    <a:pt x="604" y="1420"/>
                  </a:lnTo>
                  <a:lnTo>
                    <a:pt x="614" y="1418"/>
                  </a:lnTo>
                  <a:lnTo>
                    <a:pt x="628" y="1412"/>
                  </a:lnTo>
                  <a:lnTo>
                    <a:pt x="632" y="1406"/>
                  </a:lnTo>
                  <a:lnTo>
                    <a:pt x="638" y="1400"/>
                  </a:lnTo>
                  <a:lnTo>
                    <a:pt x="650" y="1392"/>
                  </a:lnTo>
                  <a:lnTo>
                    <a:pt x="666" y="1386"/>
                  </a:lnTo>
                  <a:lnTo>
                    <a:pt x="680" y="1380"/>
                  </a:lnTo>
                  <a:lnTo>
                    <a:pt x="696" y="1368"/>
                  </a:lnTo>
                  <a:lnTo>
                    <a:pt x="708" y="1360"/>
                  </a:lnTo>
                  <a:lnTo>
                    <a:pt x="724" y="1354"/>
                  </a:lnTo>
                  <a:lnTo>
                    <a:pt x="746" y="1350"/>
                  </a:lnTo>
                  <a:lnTo>
                    <a:pt x="746" y="1346"/>
                  </a:lnTo>
                  <a:lnTo>
                    <a:pt x="750" y="1344"/>
                  </a:lnTo>
                  <a:lnTo>
                    <a:pt x="758" y="1340"/>
                  </a:lnTo>
                  <a:lnTo>
                    <a:pt x="768" y="1336"/>
                  </a:lnTo>
                  <a:lnTo>
                    <a:pt x="778" y="1332"/>
                  </a:lnTo>
                  <a:lnTo>
                    <a:pt x="784" y="1332"/>
                  </a:lnTo>
                  <a:lnTo>
                    <a:pt x="792" y="1328"/>
                  </a:lnTo>
                  <a:lnTo>
                    <a:pt x="806" y="1320"/>
                  </a:lnTo>
                  <a:lnTo>
                    <a:pt x="820" y="1310"/>
                  </a:lnTo>
                  <a:lnTo>
                    <a:pt x="828" y="1308"/>
                  </a:lnTo>
                  <a:lnTo>
                    <a:pt x="836" y="1306"/>
                  </a:lnTo>
                  <a:lnTo>
                    <a:pt x="848" y="1300"/>
                  </a:lnTo>
                  <a:lnTo>
                    <a:pt x="862" y="1296"/>
                  </a:lnTo>
                  <a:lnTo>
                    <a:pt x="876" y="1296"/>
                  </a:lnTo>
                  <a:lnTo>
                    <a:pt x="894" y="1296"/>
                  </a:lnTo>
                  <a:lnTo>
                    <a:pt x="918" y="1302"/>
                  </a:lnTo>
                  <a:lnTo>
                    <a:pt x="952" y="1306"/>
                  </a:lnTo>
                  <a:lnTo>
                    <a:pt x="970" y="1306"/>
                  </a:lnTo>
                  <a:lnTo>
                    <a:pt x="986" y="1306"/>
                  </a:lnTo>
                  <a:lnTo>
                    <a:pt x="1000" y="1302"/>
                  </a:lnTo>
                  <a:lnTo>
                    <a:pt x="1006" y="1300"/>
                  </a:lnTo>
                  <a:lnTo>
                    <a:pt x="1010" y="1296"/>
                  </a:lnTo>
                  <a:lnTo>
                    <a:pt x="1028" y="1294"/>
                  </a:lnTo>
                  <a:lnTo>
                    <a:pt x="1044" y="1286"/>
                  </a:lnTo>
                  <a:lnTo>
                    <a:pt x="1060" y="1278"/>
                  </a:lnTo>
                  <a:lnTo>
                    <a:pt x="1074" y="1266"/>
                  </a:lnTo>
                  <a:lnTo>
                    <a:pt x="1086" y="1254"/>
                  </a:lnTo>
                  <a:lnTo>
                    <a:pt x="1100" y="1240"/>
                  </a:lnTo>
                  <a:lnTo>
                    <a:pt x="1122" y="1212"/>
                  </a:lnTo>
                  <a:lnTo>
                    <a:pt x="1156" y="1182"/>
                  </a:lnTo>
                  <a:lnTo>
                    <a:pt x="1170" y="1170"/>
                  </a:lnTo>
                  <a:lnTo>
                    <a:pt x="1186" y="1158"/>
                  </a:lnTo>
                  <a:lnTo>
                    <a:pt x="1202" y="1150"/>
                  </a:lnTo>
                  <a:lnTo>
                    <a:pt x="1210" y="1146"/>
                  </a:lnTo>
                  <a:lnTo>
                    <a:pt x="1218" y="1138"/>
                  </a:lnTo>
                  <a:lnTo>
                    <a:pt x="1216" y="1112"/>
                  </a:lnTo>
                  <a:lnTo>
                    <a:pt x="1182" y="1080"/>
                  </a:lnTo>
                  <a:lnTo>
                    <a:pt x="1176" y="1058"/>
                  </a:lnTo>
                  <a:lnTo>
                    <a:pt x="1178" y="1032"/>
                  </a:lnTo>
                  <a:lnTo>
                    <a:pt x="1180" y="1020"/>
                  </a:lnTo>
                  <a:lnTo>
                    <a:pt x="1182" y="1010"/>
                  </a:lnTo>
                  <a:lnTo>
                    <a:pt x="1186" y="1002"/>
                  </a:lnTo>
                  <a:lnTo>
                    <a:pt x="1192" y="994"/>
                  </a:lnTo>
                  <a:lnTo>
                    <a:pt x="1200" y="986"/>
                  </a:lnTo>
                  <a:lnTo>
                    <a:pt x="1212" y="982"/>
                  </a:lnTo>
                  <a:lnTo>
                    <a:pt x="1214" y="978"/>
                  </a:lnTo>
                  <a:lnTo>
                    <a:pt x="1216" y="976"/>
                  </a:lnTo>
                  <a:lnTo>
                    <a:pt x="1220" y="978"/>
                  </a:lnTo>
                  <a:lnTo>
                    <a:pt x="1226" y="982"/>
                  </a:lnTo>
                  <a:lnTo>
                    <a:pt x="1260" y="1006"/>
                  </a:lnTo>
                  <a:lnTo>
                    <a:pt x="1286" y="1014"/>
                  </a:lnTo>
                  <a:lnTo>
                    <a:pt x="1314" y="1014"/>
                  </a:lnTo>
                  <a:lnTo>
                    <a:pt x="1326" y="1010"/>
                  </a:lnTo>
                  <a:lnTo>
                    <a:pt x="1336" y="1002"/>
                  </a:lnTo>
                  <a:lnTo>
                    <a:pt x="1348" y="992"/>
                  </a:lnTo>
                  <a:lnTo>
                    <a:pt x="1358" y="980"/>
                  </a:lnTo>
                  <a:lnTo>
                    <a:pt x="1380" y="956"/>
                  </a:lnTo>
                  <a:lnTo>
                    <a:pt x="1398" y="932"/>
                  </a:lnTo>
                  <a:lnTo>
                    <a:pt x="1404" y="928"/>
                  </a:lnTo>
                  <a:lnTo>
                    <a:pt x="1410" y="924"/>
                  </a:lnTo>
                  <a:lnTo>
                    <a:pt x="1416" y="924"/>
                  </a:lnTo>
                  <a:lnTo>
                    <a:pt x="1424" y="922"/>
                  </a:lnTo>
                  <a:lnTo>
                    <a:pt x="1438" y="924"/>
                  </a:lnTo>
                  <a:lnTo>
                    <a:pt x="1454" y="926"/>
                  </a:lnTo>
                  <a:lnTo>
                    <a:pt x="1464" y="918"/>
                  </a:lnTo>
                  <a:lnTo>
                    <a:pt x="1472" y="914"/>
                  </a:lnTo>
                  <a:lnTo>
                    <a:pt x="1492" y="906"/>
                  </a:lnTo>
                  <a:lnTo>
                    <a:pt x="1518" y="882"/>
                  </a:lnTo>
                  <a:lnTo>
                    <a:pt x="1522" y="880"/>
                  </a:lnTo>
                  <a:lnTo>
                    <a:pt x="1524" y="876"/>
                  </a:lnTo>
                  <a:lnTo>
                    <a:pt x="1530" y="866"/>
                  </a:lnTo>
                  <a:lnTo>
                    <a:pt x="1534" y="848"/>
                  </a:lnTo>
                  <a:lnTo>
                    <a:pt x="1540" y="832"/>
                  </a:lnTo>
                  <a:lnTo>
                    <a:pt x="1546" y="822"/>
                  </a:lnTo>
                  <a:lnTo>
                    <a:pt x="1554" y="816"/>
                  </a:lnTo>
                  <a:lnTo>
                    <a:pt x="1562" y="812"/>
                  </a:lnTo>
                  <a:lnTo>
                    <a:pt x="1580" y="806"/>
                  </a:lnTo>
                  <a:lnTo>
                    <a:pt x="1594" y="804"/>
                  </a:lnTo>
                  <a:lnTo>
                    <a:pt x="1610" y="798"/>
                  </a:lnTo>
                  <a:lnTo>
                    <a:pt x="1620" y="786"/>
                  </a:lnTo>
                  <a:lnTo>
                    <a:pt x="1632" y="776"/>
                  </a:lnTo>
                  <a:lnTo>
                    <a:pt x="1646" y="768"/>
                  </a:lnTo>
                  <a:lnTo>
                    <a:pt x="1660" y="760"/>
                  </a:lnTo>
                  <a:lnTo>
                    <a:pt x="1670" y="754"/>
                  </a:lnTo>
                  <a:lnTo>
                    <a:pt x="1680" y="752"/>
                  </a:lnTo>
                  <a:lnTo>
                    <a:pt x="1696" y="750"/>
                  </a:lnTo>
                  <a:lnTo>
                    <a:pt x="1712" y="750"/>
                  </a:lnTo>
                  <a:lnTo>
                    <a:pt x="1746" y="752"/>
                  </a:lnTo>
                  <a:lnTo>
                    <a:pt x="1776" y="756"/>
                  </a:lnTo>
                  <a:lnTo>
                    <a:pt x="1792" y="748"/>
                  </a:lnTo>
                  <a:lnTo>
                    <a:pt x="1798" y="740"/>
                  </a:lnTo>
                  <a:lnTo>
                    <a:pt x="1802" y="730"/>
                  </a:lnTo>
                  <a:lnTo>
                    <a:pt x="1804" y="720"/>
                  </a:lnTo>
                  <a:lnTo>
                    <a:pt x="1804" y="712"/>
                  </a:lnTo>
                  <a:lnTo>
                    <a:pt x="1802" y="702"/>
                  </a:lnTo>
                  <a:lnTo>
                    <a:pt x="1798" y="694"/>
                  </a:lnTo>
                  <a:lnTo>
                    <a:pt x="1790" y="680"/>
                  </a:lnTo>
                  <a:lnTo>
                    <a:pt x="1764" y="656"/>
                  </a:lnTo>
                  <a:lnTo>
                    <a:pt x="1718" y="628"/>
                  </a:lnTo>
                  <a:lnTo>
                    <a:pt x="1716" y="622"/>
                  </a:lnTo>
                  <a:lnTo>
                    <a:pt x="1712" y="614"/>
                  </a:lnTo>
                  <a:lnTo>
                    <a:pt x="1702" y="604"/>
                  </a:lnTo>
                  <a:lnTo>
                    <a:pt x="1688" y="590"/>
                  </a:lnTo>
                  <a:lnTo>
                    <a:pt x="1656" y="590"/>
                  </a:lnTo>
                  <a:lnTo>
                    <a:pt x="1640" y="608"/>
                  </a:lnTo>
                  <a:lnTo>
                    <a:pt x="1610" y="608"/>
                  </a:lnTo>
                  <a:lnTo>
                    <a:pt x="1604" y="644"/>
                  </a:lnTo>
                  <a:lnTo>
                    <a:pt x="1596" y="646"/>
                  </a:lnTo>
                  <a:lnTo>
                    <a:pt x="1586" y="646"/>
                  </a:lnTo>
                  <a:lnTo>
                    <a:pt x="1578" y="644"/>
                  </a:lnTo>
                  <a:lnTo>
                    <a:pt x="1570" y="642"/>
                  </a:lnTo>
                  <a:lnTo>
                    <a:pt x="1554" y="634"/>
                  </a:lnTo>
                  <a:lnTo>
                    <a:pt x="1544" y="630"/>
                  </a:lnTo>
                  <a:lnTo>
                    <a:pt x="1516" y="630"/>
                  </a:lnTo>
                  <a:lnTo>
                    <a:pt x="1504" y="634"/>
                  </a:lnTo>
                  <a:lnTo>
                    <a:pt x="1494" y="640"/>
                  </a:lnTo>
                  <a:lnTo>
                    <a:pt x="1476" y="654"/>
                  </a:lnTo>
                  <a:lnTo>
                    <a:pt x="1466" y="654"/>
                  </a:lnTo>
                  <a:lnTo>
                    <a:pt x="1456" y="650"/>
                  </a:lnTo>
                  <a:lnTo>
                    <a:pt x="1450" y="646"/>
                  </a:lnTo>
                  <a:lnTo>
                    <a:pt x="1446" y="640"/>
                  </a:lnTo>
                  <a:lnTo>
                    <a:pt x="1442" y="634"/>
                  </a:lnTo>
                  <a:lnTo>
                    <a:pt x="1440" y="628"/>
                  </a:lnTo>
                  <a:lnTo>
                    <a:pt x="1440" y="616"/>
                  </a:lnTo>
                  <a:lnTo>
                    <a:pt x="1470" y="588"/>
                  </a:lnTo>
                  <a:lnTo>
                    <a:pt x="1468" y="556"/>
                  </a:lnTo>
                  <a:lnTo>
                    <a:pt x="1470" y="544"/>
                  </a:lnTo>
                  <a:lnTo>
                    <a:pt x="1470" y="532"/>
                  </a:lnTo>
                  <a:lnTo>
                    <a:pt x="1480" y="512"/>
                  </a:lnTo>
                  <a:lnTo>
                    <a:pt x="1488" y="494"/>
                  </a:lnTo>
                  <a:lnTo>
                    <a:pt x="1488" y="472"/>
                  </a:lnTo>
                  <a:lnTo>
                    <a:pt x="1490" y="456"/>
                  </a:lnTo>
                  <a:lnTo>
                    <a:pt x="1494" y="440"/>
                  </a:lnTo>
                  <a:lnTo>
                    <a:pt x="1502" y="426"/>
                  </a:lnTo>
                  <a:lnTo>
                    <a:pt x="1522" y="426"/>
                  </a:lnTo>
                  <a:lnTo>
                    <a:pt x="1546" y="430"/>
                  </a:lnTo>
                  <a:lnTo>
                    <a:pt x="1574" y="432"/>
                  </a:lnTo>
                  <a:lnTo>
                    <a:pt x="1588" y="430"/>
                  </a:lnTo>
                  <a:lnTo>
                    <a:pt x="1602" y="428"/>
                  </a:lnTo>
                  <a:lnTo>
                    <a:pt x="1616" y="424"/>
                  </a:lnTo>
                  <a:lnTo>
                    <a:pt x="1628" y="416"/>
                  </a:lnTo>
                  <a:lnTo>
                    <a:pt x="1642" y="404"/>
                  </a:lnTo>
                  <a:lnTo>
                    <a:pt x="1658" y="390"/>
                  </a:lnTo>
                  <a:lnTo>
                    <a:pt x="1672" y="376"/>
                  </a:lnTo>
                  <a:lnTo>
                    <a:pt x="1684" y="362"/>
                  </a:lnTo>
                  <a:lnTo>
                    <a:pt x="1684" y="332"/>
                  </a:lnTo>
                  <a:lnTo>
                    <a:pt x="1686" y="296"/>
                  </a:lnTo>
                  <a:lnTo>
                    <a:pt x="1688" y="278"/>
                  </a:lnTo>
                  <a:lnTo>
                    <a:pt x="1692" y="262"/>
                  </a:lnTo>
                  <a:lnTo>
                    <a:pt x="1698" y="250"/>
                  </a:lnTo>
                  <a:lnTo>
                    <a:pt x="1702" y="246"/>
                  </a:lnTo>
                  <a:lnTo>
                    <a:pt x="1708" y="242"/>
                  </a:lnTo>
                  <a:lnTo>
                    <a:pt x="1714" y="232"/>
                  </a:lnTo>
                  <a:lnTo>
                    <a:pt x="1720" y="220"/>
                  </a:lnTo>
                  <a:lnTo>
                    <a:pt x="1724" y="198"/>
                  </a:lnTo>
                  <a:lnTo>
                    <a:pt x="1730" y="176"/>
                  </a:lnTo>
                  <a:lnTo>
                    <a:pt x="1736" y="166"/>
                  </a:lnTo>
                  <a:lnTo>
                    <a:pt x="1742" y="158"/>
                  </a:lnTo>
                  <a:lnTo>
                    <a:pt x="1742" y="116"/>
                  </a:lnTo>
                  <a:lnTo>
                    <a:pt x="1738" y="108"/>
                  </a:lnTo>
                  <a:lnTo>
                    <a:pt x="1716" y="82"/>
                  </a:lnTo>
                  <a:lnTo>
                    <a:pt x="1696" y="72"/>
                  </a:lnTo>
                  <a:lnTo>
                    <a:pt x="1696" y="62"/>
                  </a:lnTo>
                  <a:lnTo>
                    <a:pt x="1698" y="54"/>
                  </a:lnTo>
                  <a:lnTo>
                    <a:pt x="1702" y="46"/>
                  </a:lnTo>
                  <a:lnTo>
                    <a:pt x="1706" y="40"/>
                  </a:lnTo>
                  <a:lnTo>
                    <a:pt x="1712" y="34"/>
                  </a:lnTo>
                  <a:lnTo>
                    <a:pt x="1720" y="28"/>
                  </a:lnTo>
                  <a:lnTo>
                    <a:pt x="1736" y="20"/>
                  </a:lnTo>
                  <a:lnTo>
                    <a:pt x="1744" y="20"/>
                  </a:lnTo>
                  <a:lnTo>
                    <a:pt x="1750" y="16"/>
                  </a:lnTo>
                  <a:lnTo>
                    <a:pt x="1764" y="10"/>
                  </a:lnTo>
                  <a:lnTo>
                    <a:pt x="1778" y="4"/>
                  </a:lnTo>
                  <a:lnTo>
                    <a:pt x="1784" y="2"/>
                  </a:lnTo>
                  <a:lnTo>
                    <a:pt x="1794" y="0"/>
                  </a:lnTo>
                  <a:lnTo>
                    <a:pt x="1794" y="6"/>
                  </a:lnTo>
                  <a:lnTo>
                    <a:pt x="1796" y="8"/>
                  </a:lnTo>
                  <a:lnTo>
                    <a:pt x="1804" y="16"/>
                  </a:lnTo>
                  <a:lnTo>
                    <a:pt x="1800" y="42"/>
                  </a:lnTo>
                  <a:lnTo>
                    <a:pt x="1792" y="52"/>
                  </a:lnTo>
                  <a:lnTo>
                    <a:pt x="1786" y="58"/>
                  </a:lnTo>
                  <a:lnTo>
                    <a:pt x="1782" y="66"/>
                  </a:lnTo>
                  <a:lnTo>
                    <a:pt x="1780" y="78"/>
                  </a:lnTo>
                  <a:lnTo>
                    <a:pt x="1804" y="96"/>
                  </a:lnTo>
                  <a:lnTo>
                    <a:pt x="1810" y="104"/>
                  </a:lnTo>
                  <a:lnTo>
                    <a:pt x="1816" y="110"/>
                  </a:lnTo>
                  <a:lnTo>
                    <a:pt x="1826" y="114"/>
                  </a:lnTo>
                  <a:lnTo>
                    <a:pt x="1842" y="116"/>
                  </a:lnTo>
                  <a:lnTo>
                    <a:pt x="1848" y="80"/>
                  </a:lnTo>
                  <a:lnTo>
                    <a:pt x="1856" y="80"/>
                  </a:lnTo>
                  <a:lnTo>
                    <a:pt x="1866" y="80"/>
                  </a:lnTo>
                  <a:lnTo>
                    <a:pt x="1878" y="84"/>
                  </a:lnTo>
                  <a:lnTo>
                    <a:pt x="1892" y="92"/>
                  </a:lnTo>
                  <a:lnTo>
                    <a:pt x="1900" y="104"/>
                  </a:lnTo>
                  <a:lnTo>
                    <a:pt x="1904" y="122"/>
                  </a:lnTo>
                  <a:lnTo>
                    <a:pt x="1908" y="140"/>
                  </a:lnTo>
                  <a:lnTo>
                    <a:pt x="1914" y="160"/>
                  </a:lnTo>
                  <a:lnTo>
                    <a:pt x="1920" y="168"/>
                  </a:lnTo>
                  <a:lnTo>
                    <a:pt x="1926" y="178"/>
                  </a:lnTo>
                  <a:lnTo>
                    <a:pt x="1938" y="184"/>
                  </a:lnTo>
                  <a:lnTo>
                    <a:pt x="1968" y="182"/>
                  </a:lnTo>
                  <a:lnTo>
                    <a:pt x="1978" y="178"/>
                  </a:lnTo>
                  <a:lnTo>
                    <a:pt x="1988" y="174"/>
                  </a:lnTo>
                  <a:lnTo>
                    <a:pt x="2010" y="172"/>
                  </a:lnTo>
                  <a:lnTo>
                    <a:pt x="2022" y="168"/>
                  </a:lnTo>
                  <a:lnTo>
                    <a:pt x="2032" y="166"/>
                  </a:lnTo>
                  <a:lnTo>
                    <a:pt x="2042" y="160"/>
                  </a:lnTo>
                  <a:lnTo>
                    <a:pt x="2052" y="152"/>
                  </a:lnTo>
                  <a:lnTo>
                    <a:pt x="2060" y="138"/>
                  </a:lnTo>
                  <a:lnTo>
                    <a:pt x="2068" y="128"/>
                  </a:lnTo>
                  <a:lnTo>
                    <a:pt x="2076" y="122"/>
                  </a:lnTo>
                  <a:lnTo>
                    <a:pt x="2084" y="118"/>
                  </a:lnTo>
                  <a:lnTo>
                    <a:pt x="2094" y="120"/>
                  </a:lnTo>
                  <a:lnTo>
                    <a:pt x="2104" y="124"/>
                  </a:lnTo>
                  <a:lnTo>
                    <a:pt x="2114" y="132"/>
                  </a:lnTo>
                  <a:lnTo>
                    <a:pt x="2126" y="146"/>
                  </a:lnTo>
                  <a:lnTo>
                    <a:pt x="2146" y="200"/>
                  </a:lnTo>
                  <a:lnTo>
                    <a:pt x="2142" y="220"/>
                  </a:lnTo>
                  <a:lnTo>
                    <a:pt x="2136" y="246"/>
                  </a:lnTo>
                  <a:lnTo>
                    <a:pt x="2128" y="274"/>
                  </a:lnTo>
                  <a:lnTo>
                    <a:pt x="2118" y="296"/>
                  </a:lnTo>
                  <a:lnTo>
                    <a:pt x="2118" y="320"/>
                  </a:lnTo>
                  <a:lnTo>
                    <a:pt x="2142" y="366"/>
                  </a:lnTo>
                  <a:lnTo>
                    <a:pt x="2140" y="374"/>
                  </a:lnTo>
                  <a:lnTo>
                    <a:pt x="2138" y="384"/>
                  </a:lnTo>
                  <a:lnTo>
                    <a:pt x="2130" y="406"/>
                  </a:lnTo>
                  <a:lnTo>
                    <a:pt x="2128" y="418"/>
                  </a:lnTo>
                  <a:lnTo>
                    <a:pt x="2130" y="428"/>
                  </a:lnTo>
                  <a:lnTo>
                    <a:pt x="2136" y="440"/>
                  </a:lnTo>
                  <a:lnTo>
                    <a:pt x="2140" y="444"/>
                  </a:lnTo>
                  <a:lnTo>
                    <a:pt x="2148" y="450"/>
                  </a:lnTo>
                  <a:lnTo>
                    <a:pt x="2150" y="462"/>
                  </a:lnTo>
                  <a:lnTo>
                    <a:pt x="2150" y="476"/>
                  </a:lnTo>
                  <a:lnTo>
                    <a:pt x="2148" y="510"/>
                  </a:lnTo>
                  <a:lnTo>
                    <a:pt x="2126" y="514"/>
                  </a:lnTo>
                  <a:lnTo>
                    <a:pt x="2122" y="508"/>
                  </a:lnTo>
                  <a:lnTo>
                    <a:pt x="2118" y="502"/>
                  </a:lnTo>
                  <a:lnTo>
                    <a:pt x="2116" y="492"/>
                  </a:lnTo>
                  <a:lnTo>
                    <a:pt x="2118" y="476"/>
                  </a:lnTo>
                  <a:lnTo>
                    <a:pt x="2114" y="466"/>
                  </a:lnTo>
                  <a:lnTo>
                    <a:pt x="2108" y="458"/>
                  </a:lnTo>
                  <a:lnTo>
                    <a:pt x="2094" y="460"/>
                  </a:lnTo>
                  <a:lnTo>
                    <a:pt x="2086" y="462"/>
                  </a:lnTo>
                  <a:lnTo>
                    <a:pt x="2084" y="466"/>
                  </a:lnTo>
                  <a:lnTo>
                    <a:pt x="2082" y="470"/>
                  </a:lnTo>
                  <a:lnTo>
                    <a:pt x="2084" y="484"/>
                  </a:lnTo>
                  <a:lnTo>
                    <a:pt x="2082" y="492"/>
                  </a:lnTo>
                  <a:lnTo>
                    <a:pt x="2078" y="500"/>
                  </a:lnTo>
                  <a:lnTo>
                    <a:pt x="2064" y="514"/>
                  </a:lnTo>
                  <a:lnTo>
                    <a:pt x="2054" y="528"/>
                  </a:lnTo>
                  <a:lnTo>
                    <a:pt x="2046" y="544"/>
                  </a:lnTo>
                  <a:lnTo>
                    <a:pt x="2042" y="564"/>
                  </a:lnTo>
                  <a:lnTo>
                    <a:pt x="2034" y="576"/>
                  </a:lnTo>
                  <a:lnTo>
                    <a:pt x="2024" y="586"/>
                  </a:lnTo>
                  <a:lnTo>
                    <a:pt x="2012" y="598"/>
                  </a:lnTo>
                  <a:lnTo>
                    <a:pt x="2002" y="606"/>
                  </a:lnTo>
                  <a:lnTo>
                    <a:pt x="2000" y="642"/>
                  </a:lnTo>
                  <a:lnTo>
                    <a:pt x="2008" y="654"/>
                  </a:lnTo>
                  <a:lnTo>
                    <a:pt x="2020" y="674"/>
                  </a:lnTo>
                  <a:lnTo>
                    <a:pt x="2054" y="694"/>
                  </a:lnTo>
                  <a:lnTo>
                    <a:pt x="2078" y="692"/>
                  </a:lnTo>
                  <a:lnTo>
                    <a:pt x="2094" y="668"/>
                  </a:lnTo>
                  <a:lnTo>
                    <a:pt x="2100" y="680"/>
                  </a:lnTo>
                  <a:lnTo>
                    <a:pt x="2104" y="690"/>
                  </a:lnTo>
                  <a:lnTo>
                    <a:pt x="2106" y="702"/>
                  </a:lnTo>
                  <a:lnTo>
                    <a:pt x="2086" y="708"/>
                  </a:lnTo>
                  <a:lnTo>
                    <a:pt x="2068" y="716"/>
                  </a:lnTo>
                  <a:lnTo>
                    <a:pt x="2068" y="724"/>
                  </a:lnTo>
                  <a:lnTo>
                    <a:pt x="2070" y="732"/>
                  </a:lnTo>
                  <a:lnTo>
                    <a:pt x="2070" y="738"/>
                  </a:lnTo>
                  <a:lnTo>
                    <a:pt x="2074" y="742"/>
                  </a:lnTo>
                  <a:lnTo>
                    <a:pt x="2078" y="748"/>
                  </a:lnTo>
                  <a:lnTo>
                    <a:pt x="2084" y="750"/>
                  </a:lnTo>
                  <a:lnTo>
                    <a:pt x="2064" y="778"/>
                  </a:lnTo>
                  <a:lnTo>
                    <a:pt x="2052" y="790"/>
                  </a:lnTo>
                  <a:lnTo>
                    <a:pt x="2040" y="800"/>
                  </a:lnTo>
                  <a:lnTo>
                    <a:pt x="2026" y="796"/>
                  </a:lnTo>
                  <a:lnTo>
                    <a:pt x="1986" y="770"/>
                  </a:lnTo>
                  <a:lnTo>
                    <a:pt x="1968" y="770"/>
                  </a:lnTo>
                  <a:lnTo>
                    <a:pt x="1960" y="780"/>
                  </a:lnTo>
                  <a:lnTo>
                    <a:pt x="1958" y="786"/>
                  </a:lnTo>
                  <a:lnTo>
                    <a:pt x="1956" y="792"/>
                  </a:lnTo>
                  <a:lnTo>
                    <a:pt x="1958" y="818"/>
                  </a:lnTo>
                  <a:lnTo>
                    <a:pt x="1962" y="824"/>
                  </a:lnTo>
                  <a:lnTo>
                    <a:pt x="1968" y="828"/>
                  </a:lnTo>
                  <a:lnTo>
                    <a:pt x="1982" y="838"/>
                  </a:lnTo>
                  <a:lnTo>
                    <a:pt x="2000" y="852"/>
                  </a:lnTo>
                  <a:lnTo>
                    <a:pt x="2008" y="860"/>
                  </a:lnTo>
                  <a:lnTo>
                    <a:pt x="2016" y="870"/>
                  </a:lnTo>
                  <a:lnTo>
                    <a:pt x="2016" y="908"/>
                  </a:lnTo>
                  <a:lnTo>
                    <a:pt x="2024" y="920"/>
                  </a:lnTo>
                  <a:lnTo>
                    <a:pt x="2032" y="938"/>
                  </a:lnTo>
                  <a:lnTo>
                    <a:pt x="2046" y="976"/>
                  </a:lnTo>
                  <a:lnTo>
                    <a:pt x="2054" y="986"/>
                  </a:lnTo>
                  <a:lnTo>
                    <a:pt x="2070" y="986"/>
                  </a:lnTo>
                  <a:lnTo>
                    <a:pt x="2084" y="958"/>
                  </a:lnTo>
                  <a:lnTo>
                    <a:pt x="2110" y="940"/>
                  </a:lnTo>
                  <a:lnTo>
                    <a:pt x="2124" y="962"/>
                  </a:lnTo>
                  <a:lnTo>
                    <a:pt x="2134" y="976"/>
                  </a:lnTo>
                  <a:lnTo>
                    <a:pt x="2142" y="994"/>
                  </a:lnTo>
                  <a:lnTo>
                    <a:pt x="2144" y="1010"/>
                  </a:lnTo>
                  <a:lnTo>
                    <a:pt x="2150" y="1026"/>
                  </a:lnTo>
                  <a:lnTo>
                    <a:pt x="2154" y="1034"/>
                  </a:lnTo>
                  <a:lnTo>
                    <a:pt x="2160" y="1040"/>
                  </a:lnTo>
                  <a:lnTo>
                    <a:pt x="2168" y="1048"/>
                  </a:lnTo>
                  <a:lnTo>
                    <a:pt x="2178" y="1054"/>
                  </a:lnTo>
                  <a:lnTo>
                    <a:pt x="2182" y="1062"/>
                  </a:lnTo>
                  <a:lnTo>
                    <a:pt x="2180" y="1074"/>
                  </a:lnTo>
                  <a:lnTo>
                    <a:pt x="2180" y="1088"/>
                  </a:lnTo>
                  <a:lnTo>
                    <a:pt x="2180" y="1120"/>
                  </a:lnTo>
                  <a:lnTo>
                    <a:pt x="2168" y="1132"/>
                  </a:lnTo>
                  <a:lnTo>
                    <a:pt x="2156" y="1130"/>
                  </a:lnTo>
                  <a:lnTo>
                    <a:pt x="2150" y="1126"/>
                  </a:lnTo>
                  <a:lnTo>
                    <a:pt x="2138" y="1120"/>
                  </a:lnTo>
                  <a:lnTo>
                    <a:pt x="2108" y="1122"/>
                  </a:lnTo>
                  <a:lnTo>
                    <a:pt x="2096" y="1124"/>
                  </a:lnTo>
                  <a:lnTo>
                    <a:pt x="2088" y="1128"/>
                  </a:lnTo>
                  <a:lnTo>
                    <a:pt x="2080" y="1134"/>
                  </a:lnTo>
                  <a:lnTo>
                    <a:pt x="2074" y="1140"/>
                  </a:lnTo>
                  <a:lnTo>
                    <a:pt x="2062" y="1162"/>
                  </a:lnTo>
                  <a:lnTo>
                    <a:pt x="2058" y="1166"/>
                  </a:lnTo>
                  <a:lnTo>
                    <a:pt x="2054" y="1170"/>
                  </a:lnTo>
                  <a:lnTo>
                    <a:pt x="2052" y="1176"/>
                  </a:lnTo>
                  <a:lnTo>
                    <a:pt x="2046" y="1182"/>
                  </a:lnTo>
                  <a:lnTo>
                    <a:pt x="2028" y="1196"/>
                  </a:lnTo>
                  <a:lnTo>
                    <a:pt x="1994" y="1218"/>
                  </a:lnTo>
                  <a:lnTo>
                    <a:pt x="1988" y="1228"/>
                  </a:lnTo>
                  <a:lnTo>
                    <a:pt x="1974" y="1238"/>
                  </a:lnTo>
                  <a:lnTo>
                    <a:pt x="1948" y="1256"/>
                  </a:lnTo>
                  <a:lnTo>
                    <a:pt x="1938" y="1268"/>
                  </a:lnTo>
                  <a:lnTo>
                    <a:pt x="1920" y="1272"/>
                  </a:lnTo>
                  <a:lnTo>
                    <a:pt x="1902" y="1254"/>
                  </a:lnTo>
                  <a:lnTo>
                    <a:pt x="1894" y="1236"/>
                  </a:lnTo>
                  <a:lnTo>
                    <a:pt x="1890" y="1230"/>
                  </a:lnTo>
                  <a:lnTo>
                    <a:pt x="1884" y="1226"/>
                  </a:lnTo>
                  <a:lnTo>
                    <a:pt x="1880" y="1222"/>
                  </a:lnTo>
                  <a:lnTo>
                    <a:pt x="1874" y="1222"/>
                  </a:lnTo>
                  <a:lnTo>
                    <a:pt x="1860" y="1220"/>
                  </a:lnTo>
                  <a:lnTo>
                    <a:pt x="1856" y="1228"/>
                  </a:lnTo>
                  <a:lnTo>
                    <a:pt x="1854" y="1238"/>
                  </a:lnTo>
                  <a:lnTo>
                    <a:pt x="1852" y="1248"/>
                  </a:lnTo>
                  <a:lnTo>
                    <a:pt x="1850" y="1260"/>
                  </a:lnTo>
                  <a:lnTo>
                    <a:pt x="1852" y="1270"/>
                  </a:lnTo>
                  <a:lnTo>
                    <a:pt x="1854" y="1282"/>
                  </a:lnTo>
                  <a:lnTo>
                    <a:pt x="1860" y="1292"/>
                  </a:lnTo>
                  <a:lnTo>
                    <a:pt x="1868" y="1302"/>
                  </a:lnTo>
                  <a:lnTo>
                    <a:pt x="1872" y="1344"/>
                  </a:lnTo>
                  <a:lnTo>
                    <a:pt x="1846" y="1346"/>
                  </a:lnTo>
                  <a:lnTo>
                    <a:pt x="1824" y="1348"/>
                  </a:lnTo>
                  <a:lnTo>
                    <a:pt x="1812" y="1346"/>
                  </a:lnTo>
                  <a:lnTo>
                    <a:pt x="1802" y="1344"/>
                  </a:lnTo>
                  <a:lnTo>
                    <a:pt x="1794" y="1342"/>
                  </a:lnTo>
                  <a:lnTo>
                    <a:pt x="1786" y="1338"/>
                  </a:lnTo>
                  <a:lnTo>
                    <a:pt x="1782" y="1316"/>
                  </a:lnTo>
                  <a:lnTo>
                    <a:pt x="1776" y="1302"/>
                  </a:lnTo>
                  <a:lnTo>
                    <a:pt x="1768" y="1292"/>
                  </a:lnTo>
                  <a:lnTo>
                    <a:pt x="1758" y="1280"/>
                  </a:lnTo>
                  <a:lnTo>
                    <a:pt x="1732" y="1222"/>
                  </a:lnTo>
                  <a:lnTo>
                    <a:pt x="1720" y="1210"/>
                  </a:lnTo>
                  <a:lnTo>
                    <a:pt x="1712" y="1206"/>
                  </a:lnTo>
                  <a:lnTo>
                    <a:pt x="1706" y="1206"/>
                  </a:lnTo>
                  <a:lnTo>
                    <a:pt x="1696" y="1206"/>
                  </a:lnTo>
                  <a:lnTo>
                    <a:pt x="1684" y="1216"/>
                  </a:lnTo>
                  <a:lnTo>
                    <a:pt x="1670" y="1226"/>
                  </a:lnTo>
                  <a:lnTo>
                    <a:pt x="1658" y="1234"/>
                  </a:lnTo>
                  <a:lnTo>
                    <a:pt x="1646" y="1244"/>
                  </a:lnTo>
                  <a:lnTo>
                    <a:pt x="1642" y="1256"/>
                  </a:lnTo>
                  <a:lnTo>
                    <a:pt x="1640" y="1270"/>
                  </a:lnTo>
                  <a:lnTo>
                    <a:pt x="1640" y="1288"/>
                  </a:lnTo>
                  <a:lnTo>
                    <a:pt x="1644" y="1306"/>
                  </a:lnTo>
                  <a:lnTo>
                    <a:pt x="1580" y="1312"/>
                  </a:lnTo>
                  <a:lnTo>
                    <a:pt x="1524" y="1346"/>
                  </a:lnTo>
                  <a:lnTo>
                    <a:pt x="1516" y="1362"/>
                  </a:lnTo>
                  <a:lnTo>
                    <a:pt x="1510" y="1368"/>
                  </a:lnTo>
                  <a:lnTo>
                    <a:pt x="1508" y="1370"/>
                  </a:lnTo>
                  <a:lnTo>
                    <a:pt x="1504" y="1370"/>
                  </a:lnTo>
                  <a:lnTo>
                    <a:pt x="1492" y="1362"/>
                  </a:lnTo>
                  <a:lnTo>
                    <a:pt x="1486" y="1356"/>
                  </a:lnTo>
                  <a:lnTo>
                    <a:pt x="1484" y="1348"/>
                  </a:lnTo>
                  <a:lnTo>
                    <a:pt x="1482" y="1342"/>
                  </a:lnTo>
                  <a:lnTo>
                    <a:pt x="1494" y="1334"/>
                  </a:lnTo>
                  <a:lnTo>
                    <a:pt x="1492" y="1322"/>
                  </a:lnTo>
                  <a:lnTo>
                    <a:pt x="1490" y="1312"/>
                  </a:lnTo>
                  <a:lnTo>
                    <a:pt x="1486" y="1304"/>
                  </a:lnTo>
                  <a:lnTo>
                    <a:pt x="1480" y="1298"/>
                  </a:lnTo>
                  <a:lnTo>
                    <a:pt x="1474" y="1292"/>
                  </a:lnTo>
                  <a:lnTo>
                    <a:pt x="1466" y="1288"/>
                  </a:lnTo>
                  <a:lnTo>
                    <a:pt x="1458" y="1286"/>
                  </a:lnTo>
                  <a:lnTo>
                    <a:pt x="1450" y="1286"/>
                  </a:lnTo>
                  <a:lnTo>
                    <a:pt x="1440" y="1290"/>
                  </a:lnTo>
                  <a:lnTo>
                    <a:pt x="1434" y="1296"/>
                  </a:lnTo>
                  <a:lnTo>
                    <a:pt x="1428" y="1302"/>
                  </a:lnTo>
                  <a:lnTo>
                    <a:pt x="1424" y="1310"/>
                  </a:lnTo>
                  <a:lnTo>
                    <a:pt x="1424" y="1318"/>
                  </a:lnTo>
                  <a:lnTo>
                    <a:pt x="1424" y="1328"/>
                  </a:lnTo>
                  <a:lnTo>
                    <a:pt x="1428" y="1352"/>
                  </a:lnTo>
                  <a:lnTo>
                    <a:pt x="1408" y="1356"/>
                  </a:lnTo>
                  <a:lnTo>
                    <a:pt x="1404" y="1362"/>
                  </a:lnTo>
                  <a:lnTo>
                    <a:pt x="1402" y="1370"/>
                  </a:lnTo>
                  <a:lnTo>
                    <a:pt x="1392" y="1374"/>
                  </a:lnTo>
                  <a:lnTo>
                    <a:pt x="1392" y="1430"/>
                  </a:lnTo>
                  <a:lnTo>
                    <a:pt x="1412" y="1454"/>
                  </a:lnTo>
                  <a:lnTo>
                    <a:pt x="1412" y="1472"/>
                  </a:lnTo>
                  <a:lnTo>
                    <a:pt x="1402" y="1490"/>
                  </a:lnTo>
                  <a:lnTo>
                    <a:pt x="1380" y="1504"/>
                  </a:lnTo>
                  <a:lnTo>
                    <a:pt x="1356" y="1510"/>
                  </a:lnTo>
                  <a:lnTo>
                    <a:pt x="1336" y="1514"/>
                  </a:lnTo>
                  <a:lnTo>
                    <a:pt x="1314" y="1514"/>
                  </a:lnTo>
                  <a:lnTo>
                    <a:pt x="1298" y="1516"/>
                  </a:lnTo>
                  <a:lnTo>
                    <a:pt x="1288" y="1520"/>
                  </a:lnTo>
                  <a:lnTo>
                    <a:pt x="1280" y="1526"/>
                  </a:lnTo>
                  <a:lnTo>
                    <a:pt x="1270" y="1534"/>
                  </a:lnTo>
                  <a:lnTo>
                    <a:pt x="1256" y="1546"/>
                  </a:lnTo>
                  <a:lnTo>
                    <a:pt x="1244" y="1566"/>
                  </a:lnTo>
                  <a:lnTo>
                    <a:pt x="1228" y="1586"/>
                  </a:lnTo>
                  <a:lnTo>
                    <a:pt x="1192" y="1626"/>
                  </a:lnTo>
                  <a:lnTo>
                    <a:pt x="1168" y="1610"/>
                  </a:lnTo>
                  <a:lnTo>
                    <a:pt x="1140" y="1612"/>
                  </a:lnTo>
                  <a:lnTo>
                    <a:pt x="1136" y="1626"/>
                  </a:lnTo>
                  <a:lnTo>
                    <a:pt x="1132" y="1632"/>
                  </a:lnTo>
                  <a:lnTo>
                    <a:pt x="1128" y="1636"/>
                  </a:lnTo>
                  <a:lnTo>
                    <a:pt x="1124" y="1630"/>
                  </a:lnTo>
                  <a:lnTo>
                    <a:pt x="1118" y="1626"/>
                  </a:lnTo>
                  <a:lnTo>
                    <a:pt x="1108" y="1622"/>
                  </a:lnTo>
                  <a:lnTo>
                    <a:pt x="1100" y="1622"/>
                  </a:lnTo>
                  <a:lnTo>
                    <a:pt x="1092" y="1622"/>
                  </a:lnTo>
                  <a:lnTo>
                    <a:pt x="1088" y="1632"/>
                  </a:lnTo>
                  <a:lnTo>
                    <a:pt x="1082" y="1640"/>
                  </a:lnTo>
                  <a:lnTo>
                    <a:pt x="1076" y="1650"/>
                  </a:lnTo>
                  <a:lnTo>
                    <a:pt x="1066" y="1658"/>
                  </a:lnTo>
                  <a:lnTo>
                    <a:pt x="1056" y="1664"/>
                  </a:lnTo>
                  <a:lnTo>
                    <a:pt x="1046" y="1674"/>
                  </a:lnTo>
                  <a:lnTo>
                    <a:pt x="1038" y="1684"/>
                  </a:lnTo>
                  <a:lnTo>
                    <a:pt x="1030" y="1696"/>
                  </a:lnTo>
                  <a:lnTo>
                    <a:pt x="1014" y="1718"/>
                  </a:lnTo>
                  <a:lnTo>
                    <a:pt x="1004" y="1728"/>
                  </a:lnTo>
                  <a:lnTo>
                    <a:pt x="994" y="1736"/>
                  </a:lnTo>
                  <a:lnTo>
                    <a:pt x="990" y="1748"/>
                  </a:lnTo>
                  <a:lnTo>
                    <a:pt x="988" y="1760"/>
                  </a:lnTo>
                  <a:lnTo>
                    <a:pt x="988" y="1790"/>
                  </a:lnTo>
                  <a:lnTo>
                    <a:pt x="988" y="1798"/>
                  </a:lnTo>
                  <a:lnTo>
                    <a:pt x="988" y="1812"/>
                  </a:lnTo>
                  <a:lnTo>
                    <a:pt x="982" y="1836"/>
                  </a:lnTo>
                  <a:lnTo>
                    <a:pt x="976" y="1840"/>
                  </a:lnTo>
                  <a:lnTo>
                    <a:pt x="946" y="1838"/>
                  </a:lnTo>
                  <a:lnTo>
                    <a:pt x="920" y="1834"/>
                  </a:lnTo>
                  <a:lnTo>
                    <a:pt x="870" y="1826"/>
                  </a:lnTo>
                  <a:lnTo>
                    <a:pt x="838" y="1810"/>
                  </a:lnTo>
                  <a:lnTo>
                    <a:pt x="820" y="1790"/>
                  </a:lnTo>
                  <a:lnTo>
                    <a:pt x="784" y="1782"/>
                  </a:lnTo>
                  <a:lnTo>
                    <a:pt x="784" y="1752"/>
                  </a:lnTo>
                  <a:lnTo>
                    <a:pt x="796" y="1734"/>
                  </a:lnTo>
                  <a:lnTo>
                    <a:pt x="808" y="1716"/>
                  </a:lnTo>
                  <a:lnTo>
                    <a:pt x="816" y="1696"/>
                  </a:lnTo>
                  <a:lnTo>
                    <a:pt x="818" y="1686"/>
                  </a:lnTo>
                  <a:lnTo>
                    <a:pt x="818" y="1676"/>
                  </a:lnTo>
                  <a:lnTo>
                    <a:pt x="814" y="1666"/>
                  </a:lnTo>
                  <a:lnTo>
                    <a:pt x="810" y="1660"/>
                  </a:lnTo>
                  <a:lnTo>
                    <a:pt x="804" y="1656"/>
                  </a:lnTo>
                  <a:lnTo>
                    <a:pt x="798" y="1652"/>
                  </a:lnTo>
                  <a:lnTo>
                    <a:pt x="784" y="1652"/>
                  </a:lnTo>
                  <a:lnTo>
                    <a:pt x="772" y="1652"/>
                  </a:lnTo>
                  <a:lnTo>
                    <a:pt x="764" y="1656"/>
                  </a:lnTo>
                  <a:lnTo>
                    <a:pt x="758" y="1660"/>
                  </a:lnTo>
                  <a:lnTo>
                    <a:pt x="740" y="1662"/>
                  </a:lnTo>
                  <a:lnTo>
                    <a:pt x="734" y="1664"/>
                  </a:lnTo>
                  <a:lnTo>
                    <a:pt x="732" y="1668"/>
                  </a:lnTo>
                  <a:lnTo>
                    <a:pt x="732" y="1678"/>
                  </a:lnTo>
                  <a:lnTo>
                    <a:pt x="730" y="1700"/>
                  </a:lnTo>
                  <a:lnTo>
                    <a:pt x="722" y="1708"/>
                  </a:lnTo>
                  <a:lnTo>
                    <a:pt x="718" y="1720"/>
                  </a:lnTo>
                  <a:lnTo>
                    <a:pt x="698" y="1756"/>
                  </a:lnTo>
                  <a:lnTo>
                    <a:pt x="700" y="1796"/>
                  </a:lnTo>
                  <a:lnTo>
                    <a:pt x="688" y="1810"/>
                  </a:lnTo>
                  <a:lnTo>
                    <a:pt x="672" y="1814"/>
                  </a:lnTo>
                  <a:lnTo>
                    <a:pt x="662" y="1816"/>
                  </a:lnTo>
                  <a:lnTo>
                    <a:pt x="654" y="1822"/>
                  </a:lnTo>
                  <a:lnTo>
                    <a:pt x="644" y="1830"/>
                  </a:lnTo>
                  <a:lnTo>
                    <a:pt x="618" y="1836"/>
                  </a:lnTo>
                  <a:lnTo>
                    <a:pt x="590" y="1842"/>
                  </a:lnTo>
                  <a:lnTo>
                    <a:pt x="580" y="1850"/>
                  </a:lnTo>
                  <a:lnTo>
                    <a:pt x="572" y="1856"/>
                  </a:lnTo>
                  <a:lnTo>
                    <a:pt x="566" y="1864"/>
                  </a:lnTo>
                  <a:lnTo>
                    <a:pt x="556" y="1868"/>
                  </a:lnTo>
                  <a:close/>
                </a:path>
              </a:pathLst>
            </a:custGeom>
            <a:gradFill>
              <a:gsLst>
                <a:gs pos="100000">
                  <a:srgbClr val="D3B478"/>
                </a:gs>
                <a:gs pos="0">
                  <a:srgbClr val="D2B478"/>
                </a:gs>
              </a:gsLst>
              <a:path path="circle">
                <a:fillToRect l="50000" t="50000" r="50000" b="50000"/>
              </a:path>
            </a:gradFill>
            <a:ln w="0">
              <a:solidFill>
                <a:schemeClr val="bg1"/>
              </a:solidFill>
              <a:prstDash val="solid"/>
              <a:round/>
            </a:ln>
            <a:sp3d extrusionH="254000">
              <a:bevelT w="6350" h="6350" prst="hardEdge"/>
            </a:sp3d>
          </p:spPr>
          <p:txBody>
            <a:bodyPr/>
            <a:lstStyle/>
            <a:p>
              <a:endParaRPr lang="zh-CN" altLang="en-US" dirty="0"/>
            </a:p>
          </p:txBody>
        </p:sp>
        <p:sp>
          <p:nvSpPr>
            <p:cNvPr id="115" name="Freeform 35"/>
            <p:cNvSpPr/>
            <p:nvPr/>
          </p:nvSpPr>
          <p:spPr bwMode="auto">
            <a:xfrm>
              <a:off x="6346825" y="2600326"/>
              <a:ext cx="368300" cy="419100"/>
            </a:xfrm>
            <a:custGeom>
              <a:avLst/>
              <a:gdLst>
                <a:gd name="T0" fmla="*/ 196 w 232"/>
                <a:gd name="T1" fmla="*/ 264 h 264"/>
                <a:gd name="T2" fmla="*/ 170 w 232"/>
                <a:gd name="T3" fmla="*/ 248 h 264"/>
                <a:gd name="T4" fmla="*/ 158 w 232"/>
                <a:gd name="T5" fmla="*/ 238 h 264"/>
                <a:gd name="T6" fmla="*/ 148 w 232"/>
                <a:gd name="T7" fmla="*/ 218 h 264"/>
                <a:gd name="T8" fmla="*/ 144 w 232"/>
                <a:gd name="T9" fmla="*/ 186 h 264"/>
                <a:gd name="T10" fmla="*/ 140 w 232"/>
                <a:gd name="T11" fmla="*/ 178 h 264"/>
                <a:gd name="T12" fmla="*/ 136 w 232"/>
                <a:gd name="T13" fmla="*/ 166 h 264"/>
                <a:gd name="T14" fmla="*/ 116 w 232"/>
                <a:gd name="T15" fmla="*/ 148 h 264"/>
                <a:gd name="T16" fmla="*/ 100 w 232"/>
                <a:gd name="T17" fmla="*/ 140 h 264"/>
                <a:gd name="T18" fmla="*/ 82 w 232"/>
                <a:gd name="T19" fmla="*/ 140 h 264"/>
                <a:gd name="T20" fmla="*/ 62 w 232"/>
                <a:gd name="T21" fmla="*/ 144 h 264"/>
                <a:gd name="T22" fmla="*/ 50 w 232"/>
                <a:gd name="T23" fmla="*/ 158 h 264"/>
                <a:gd name="T24" fmla="*/ 0 w 232"/>
                <a:gd name="T25" fmla="*/ 160 h 264"/>
                <a:gd name="T26" fmla="*/ 0 w 232"/>
                <a:gd name="T27" fmla="*/ 146 h 264"/>
                <a:gd name="T28" fmla="*/ 2 w 232"/>
                <a:gd name="T29" fmla="*/ 130 h 264"/>
                <a:gd name="T30" fmla="*/ 10 w 232"/>
                <a:gd name="T31" fmla="*/ 124 h 264"/>
                <a:gd name="T32" fmla="*/ 18 w 232"/>
                <a:gd name="T33" fmla="*/ 122 h 264"/>
                <a:gd name="T34" fmla="*/ 40 w 232"/>
                <a:gd name="T35" fmla="*/ 104 h 264"/>
                <a:gd name="T36" fmla="*/ 44 w 232"/>
                <a:gd name="T37" fmla="*/ 88 h 264"/>
                <a:gd name="T38" fmla="*/ 42 w 232"/>
                <a:gd name="T39" fmla="*/ 76 h 264"/>
                <a:gd name="T40" fmla="*/ 34 w 232"/>
                <a:gd name="T41" fmla="*/ 60 h 264"/>
                <a:gd name="T42" fmla="*/ 34 w 232"/>
                <a:gd name="T43" fmla="*/ 56 h 264"/>
                <a:gd name="T44" fmla="*/ 70 w 232"/>
                <a:gd name="T45" fmla="*/ 32 h 264"/>
                <a:gd name="T46" fmla="*/ 82 w 232"/>
                <a:gd name="T47" fmla="*/ 22 h 264"/>
                <a:gd name="T48" fmla="*/ 86 w 232"/>
                <a:gd name="T49" fmla="*/ 6 h 264"/>
                <a:gd name="T50" fmla="*/ 100 w 232"/>
                <a:gd name="T51" fmla="*/ 0 h 264"/>
                <a:gd name="T52" fmla="*/ 118 w 232"/>
                <a:gd name="T53" fmla="*/ 16 h 264"/>
                <a:gd name="T54" fmla="*/ 154 w 232"/>
                <a:gd name="T55" fmla="*/ 20 h 264"/>
                <a:gd name="T56" fmla="*/ 150 w 232"/>
                <a:gd name="T57" fmla="*/ 32 h 264"/>
                <a:gd name="T58" fmla="*/ 150 w 232"/>
                <a:gd name="T59" fmla="*/ 74 h 264"/>
                <a:gd name="T60" fmla="*/ 156 w 232"/>
                <a:gd name="T61" fmla="*/ 94 h 264"/>
                <a:gd name="T62" fmla="*/ 174 w 232"/>
                <a:gd name="T63" fmla="*/ 96 h 264"/>
                <a:gd name="T64" fmla="*/ 186 w 232"/>
                <a:gd name="T65" fmla="*/ 104 h 264"/>
                <a:gd name="T66" fmla="*/ 184 w 232"/>
                <a:gd name="T67" fmla="*/ 124 h 264"/>
                <a:gd name="T68" fmla="*/ 186 w 232"/>
                <a:gd name="T69" fmla="*/ 140 h 264"/>
                <a:gd name="T70" fmla="*/ 194 w 232"/>
                <a:gd name="T71" fmla="*/ 154 h 264"/>
                <a:gd name="T72" fmla="*/ 212 w 232"/>
                <a:gd name="T73" fmla="*/ 170 h 264"/>
                <a:gd name="T74" fmla="*/ 232 w 232"/>
                <a:gd name="T75" fmla="*/ 196 h 264"/>
                <a:gd name="T76" fmla="*/ 208 w 232"/>
                <a:gd name="T77" fmla="*/ 208 h 264"/>
                <a:gd name="T78" fmla="*/ 194 w 232"/>
                <a:gd name="T79" fmla="*/ 224 h 264"/>
                <a:gd name="T80" fmla="*/ 196 w 232"/>
                <a:gd name="T81" fmla="*/ 264 h 26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32" h="264">
                  <a:moveTo>
                    <a:pt x="196" y="264"/>
                  </a:moveTo>
                  <a:lnTo>
                    <a:pt x="196" y="264"/>
                  </a:lnTo>
                  <a:lnTo>
                    <a:pt x="182" y="256"/>
                  </a:lnTo>
                  <a:lnTo>
                    <a:pt x="170" y="248"/>
                  </a:lnTo>
                  <a:lnTo>
                    <a:pt x="158" y="238"/>
                  </a:lnTo>
                  <a:lnTo>
                    <a:pt x="152" y="228"/>
                  </a:lnTo>
                  <a:lnTo>
                    <a:pt x="148" y="218"/>
                  </a:lnTo>
                  <a:lnTo>
                    <a:pt x="146" y="202"/>
                  </a:lnTo>
                  <a:lnTo>
                    <a:pt x="144" y="186"/>
                  </a:lnTo>
                  <a:lnTo>
                    <a:pt x="142" y="182"/>
                  </a:lnTo>
                  <a:lnTo>
                    <a:pt x="140" y="178"/>
                  </a:lnTo>
                  <a:lnTo>
                    <a:pt x="136" y="166"/>
                  </a:lnTo>
                  <a:lnTo>
                    <a:pt x="116" y="148"/>
                  </a:lnTo>
                  <a:lnTo>
                    <a:pt x="108" y="144"/>
                  </a:lnTo>
                  <a:lnTo>
                    <a:pt x="100" y="140"/>
                  </a:lnTo>
                  <a:lnTo>
                    <a:pt x="92" y="138"/>
                  </a:lnTo>
                  <a:lnTo>
                    <a:pt x="82" y="140"/>
                  </a:lnTo>
                  <a:lnTo>
                    <a:pt x="62" y="144"/>
                  </a:lnTo>
                  <a:lnTo>
                    <a:pt x="56" y="152"/>
                  </a:lnTo>
                  <a:lnTo>
                    <a:pt x="50" y="158"/>
                  </a:lnTo>
                  <a:lnTo>
                    <a:pt x="0" y="160"/>
                  </a:lnTo>
                  <a:lnTo>
                    <a:pt x="0" y="146"/>
                  </a:lnTo>
                  <a:lnTo>
                    <a:pt x="2" y="134"/>
                  </a:lnTo>
                  <a:lnTo>
                    <a:pt x="2" y="130"/>
                  </a:lnTo>
                  <a:lnTo>
                    <a:pt x="6" y="126"/>
                  </a:lnTo>
                  <a:lnTo>
                    <a:pt x="10" y="124"/>
                  </a:lnTo>
                  <a:lnTo>
                    <a:pt x="18" y="122"/>
                  </a:lnTo>
                  <a:lnTo>
                    <a:pt x="40" y="104"/>
                  </a:lnTo>
                  <a:lnTo>
                    <a:pt x="42" y="96"/>
                  </a:lnTo>
                  <a:lnTo>
                    <a:pt x="44" y="88"/>
                  </a:lnTo>
                  <a:lnTo>
                    <a:pt x="44" y="82"/>
                  </a:lnTo>
                  <a:lnTo>
                    <a:pt x="42" y="76"/>
                  </a:lnTo>
                  <a:lnTo>
                    <a:pt x="36" y="66"/>
                  </a:lnTo>
                  <a:lnTo>
                    <a:pt x="34" y="60"/>
                  </a:lnTo>
                  <a:lnTo>
                    <a:pt x="34" y="56"/>
                  </a:lnTo>
                  <a:lnTo>
                    <a:pt x="58" y="42"/>
                  </a:lnTo>
                  <a:lnTo>
                    <a:pt x="70" y="32"/>
                  </a:lnTo>
                  <a:lnTo>
                    <a:pt x="82" y="22"/>
                  </a:lnTo>
                  <a:lnTo>
                    <a:pt x="84" y="12"/>
                  </a:lnTo>
                  <a:lnTo>
                    <a:pt x="86" y="6"/>
                  </a:lnTo>
                  <a:lnTo>
                    <a:pt x="90" y="2"/>
                  </a:lnTo>
                  <a:lnTo>
                    <a:pt x="100" y="0"/>
                  </a:lnTo>
                  <a:lnTo>
                    <a:pt x="118" y="16"/>
                  </a:lnTo>
                  <a:lnTo>
                    <a:pt x="154" y="20"/>
                  </a:lnTo>
                  <a:lnTo>
                    <a:pt x="150" y="32"/>
                  </a:lnTo>
                  <a:lnTo>
                    <a:pt x="148" y="52"/>
                  </a:lnTo>
                  <a:lnTo>
                    <a:pt x="150" y="74"/>
                  </a:lnTo>
                  <a:lnTo>
                    <a:pt x="152" y="84"/>
                  </a:lnTo>
                  <a:lnTo>
                    <a:pt x="156" y="94"/>
                  </a:lnTo>
                  <a:lnTo>
                    <a:pt x="174" y="96"/>
                  </a:lnTo>
                  <a:lnTo>
                    <a:pt x="186" y="104"/>
                  </a:lnTo>
                  <a:lnTo>
                    <a:pt x="184" y="124"/>
                  </a:lnTo>
                  <a:lnTo>
                    <a:pt x="184" y="132"/>
                  </a:lnTo>
                  <a:lnTo>
                    <a:pt x="186" y="140"/>
                  </a:lnTo>
                  <a:lnTo>
                    <a:pt x="188" y="146"/>
                  </a:lnTo>
                  <a:lnTo>
                    <a:pt x="194" y="154"/>
                  </a:lnTo>
                  <a:lnTo>
                    <a:pt x="200" y="162"/>
                  </a:lnTo>
                  <a:lnTo>
                    <a:pt x="212" y="170"/>
                  </a:lnTo>
                  <a:lnTo>
                    <a:pt x="232" y="196"/>
                  </a:lnTo>
                  <a:lnTo>
                    <a:pt x="208" y="208"/>
                  </a:lnTo>
                  <a:lnTo>
                    <a:pt x="200" y="214"/>
                  </a:lnTo>
                  <a:lnTo>
                    <a:pt x="194" y="224"/>
                  </a:lnTo>
                  <a:lnTo>
                    <a:pt x="196" y="264"/>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16" name="Freeform 36"/>
            <p:cNvSpPr/>
            <p:nvPr/>
          </p:nvSpPr>
          <p:spPr bwMode="auto">
            <a:xfrm>
              <a:off x="6807200" y="2041526"/>
              <a:ext cx="933450" cy="879475"/>
            </a:xfrm>
            <a:custGeom>
              <a:avLst/>
              <a:gdLst>
                <a:gd name="T0" fmla="*/ 234 w 588"/>
                <a:gd name="T1" fmla="*/ 550 h 554"/>
                <a:gd name="T2" fmla="*/ 248 w 588"/>
                <a:gd name="T3" fmla="*/ 530 h 554"/>
                <a:gd name="T4" fmla="*/ 264 w 588"/>
                <a:gd name="T5" fmla="*/ 516 h 554"/>
                <a:gd name="T6" fmla="*/ 274 w 588"/>
                <a:gd name="T7" fmla="*/ 480 h 554"/>
                <a:gd name="T8" fmla="*/ 252 w 588"/>
                <a:gd name="T9" fmla="*/ 468 h 554"/>
                <a:gd name="T10" fmla="*/ 252 w 588"/>
                <a:gd name="T11" fmla="*/ 438 h 554"/>
                <a:gd name="T12" fmla="*/ 280 w 588"/>
                <a:gd name="T13" fmla="*/ 404 h 554"/>
                <a:gd name="T14" fmla="*/ 288 w 588"/>
                <a:gd name="T15" fmla="*/ 388 h 554"/>
                <a:gd name="T16" fmla="*/ 290 w 588"/>
                <a:gd name="T17" fmla="*/ 342 h 554"/>
                <a:gd name="T18" fmla="*/ 252 w 588"/>
                <a:gd name="T19" fmla="*/ 300 h 554"/>
                <a:gd name="T20" fmla="*/ 200 w 588"/>
                <a:gd name="T21" fmla="*/ 304 h 554"/>
                <a:gd name="T22" fmla="*/ 174 w 588"/>
                <a:gd name="T23" fmla="*/ 330 h 554"/>
                <a:gd name="T24" fmla="*/ 130 w 588"/>
                <a:gd name="T25" fmla="*/ 390 h 554"/>
                <a:gd name="T26" fmla="*/ 110 w 588"/>
                <a:gd name="T27" fmla="*/ 416 h 554"/>
                <a:gd name="T28" fmla="*/ 36 w 588"/>
                <a:gd name="T29" fmla="*/ 364 h 554"/>
                <a:gd name="T30" fmla="*/ 12 w 588"/>
                <a:gd name="T31" fmla="*/ 358 h 554"/>
                <a:gd name="T32" fmla="*/ 0 w 588"/>
                <a:gd name="T33" fmla="*/ 348 h 554"/>
                <a:gd name="T34" fmla="*/ 4 w 588"/>
                <a:gd name="T35" fmla="*/ 324 h 554"/>
                <a:gd name="T36" fmla="*/ 18 w 588"/>
                <a:gd name="T37" fmla="*/ 320 h 554"/>
                <a:gd name="T38" fmla="*/ 40 w 588"/>
                <a:gd name="T39" fmla="*/ 292 h 554"/>
                <a:gd name="T40" fmla="*/ 34 w 588"/>
                <a:gd name="T41" fmla="*/ 238 h 554"/>
                <a:gd name="T42" fmla="*/ 28 w 588"/>
                <a:gd name="T43" fmla="*/ 228 h 554"/>
                <a:gd name="T44" fmla="*/ 20 w 588"/>
                <a:gd name="T45" fmla="*/ 186 h 554"/>
                <a:gd name="T46" fmla="*/ 26 w 588"/>
                <a:gd name="T47" fmla="*/ 172 h 554"/>
                <a:gd name="T48" fmla="*/ 44 w 588"/>
                <a:gd name="T49" fmla="*/ 190 h 554"/>
                <a:gd name="T50" fmla="*/ 58 w 588"/>
                <a:gd name="T51" fmla="*/ 210 h 554"/>
                <a:gd name="T52" fmla="*/ 80 w 588"/>
                <a:gd name="T53" fmla="*/ 224 h 554"/>
                <a:gd name="T54" fmla="*/ 100 w 588"/>
                <a:gd name="T55" fmla="*/ 222 h 554"/>
                <a:gd name="T56" fmla="*/ 142 w 588"/>
                <a:gd name="T57" fmla="*/ 186 h 554"/>
                <a:gd name="T58" fmla="*/ 216 w 588"/>
                <a:gd name="T59" fmla="*/ 128 h 554"/>
                <a:gd name="T60" fmla="*/ 232 w 588"/>
                <a:gd name="T61" fmla="*/ 104 h 554"/>
                <a:gd name="T62" fmla="*/ 262 w 588"/>
                <a:gd name="T63" fmla="*/ 76 h 554"/>
                <a:gd name="T64" fmla="*/ 292 w 588"/>
                <a:gd name="T65" fmla="*/ 74 h 554"/>
                <a:gd name="T66" fmla="*/ 312 w 588"/>
                <a:gd name="T67" fmla="*/ 84 h 554"/>
                <a:gd name="T68" fmla="*/ 348 w 588"/>
                <a:gd name="T69" fmla="*/ 66 h 554"/>
                <a:gd name="T70" fmla="*/ 348 w 588"/>
                <a:gd name="T71" fmla="*/ 16 h 554"/>
                <a:gd name="T72" fmla="*/ 362 w 588"/>
                <a:gd name="T73" fmla="*/ 2 h 554"/>
                <a:gd name="T74" fmla="*/ 396 w 588"/>
                <a:gd name="T75" fmla="*/ 32 h 554"/>
                <a:gd name="T76" fmla="*/ 418 w 588"/>
                <a:gd name="T77" fmla="*/ 46 h 554"/>
                <a:gd name="T78" fmla="*/ 436 w 588"/>
                <a:gd name="T79" fmla="*/ 44 h 554"/>
                <a:gd name="T80" fmla="*/ 440 w 588"/>
                <a:gd name="T81" fmla="*/ 28 h 554"/>
                <a:gd name="T82" fmla="*/ 458 w 588"/>
                <a:gd name="T83" fmla="*/ 24 h 554"/>
                <a:gd name="T84" fmla="*/ 460 w 588"/>
                <a:gd name="T85" fmla="*/ 62 h 554"/>
                <a:gd name="T86" fmla="*/ 498 w 588"/>
                <a:gd name="T87" fmla="*/ 110 h 554"/>
                <a:gd name="T88" fmla="*/ 516 w 588"/>
                <a:gd name="T89" fmla="*/ 178 h 554"/>
                <a:gd name="T90" fmla="*/ 530 w 588"/>
                <a:gd name="T91" fmla="*/ 196 h 554"/>
                <a:gd name="T92" fmla="*/ 588 w 588"/>
                <a:gd name="T93" fmla="*/ 236 h 554"/>
                <a:gd name="T94" fmla="*/ 580 w 588"/>
                <a:gd name="T95" fmla="*/ 250 h 554"/>
                <a:gd name="T96" fmla="*/ 520 w 588"/>
                <a:gd name="T97" fmla="*/ 292 h 554"/>
                <a:gd name="T98" fmla="*/ 502 w 588"/>
                <a:gd name="T99" fmla="*/ 310 h 554"/>
                <a:gd name="T100" fmla="*/ 472 w 588"/>
                <a:gd name="T101" fmla="*/ 346 h 554"/>
                <a:gd name="T102" fmla="*/ 466 w 588"/>
                <a:gd name="T103" fmla="*/ 374 h 554"/>
                <a:gd name="T104" fmla="*/ 448 w 588"/>
                <a:gd name="T105" fmla="*/ 390 h 554"/>
                <a:gd name="T106" fmla="*/ 412 w 588"/>
                <a:gd name="T107" fmla="*/ 402 h 554"/>
                <a:gd name="T108" fmla="*/ 362 w 588"/>
                <a:gd name="T109" fmla="*/ 424 h 554"/>
                <a:gd name="T110" fmla="*/ 322 w 588"/>
                <a:gd name="T111" fmla="*/ 460 h 554"/>
                <a:gd name="T112" fmla="*/ 304 w 588"/>
                <a:gd name="T113" fmla="*/ 494 h 554"/>
                <a:gd name="T114" fmla="*/ 290 w 588"/>
                <a:gd name="T115" fmla="*/ 542 h 554"/>
                <a:gd name="T116" fmla="*/ 236 w 588"/>
                <a:gd name="T117" fmla="*/ 554 h 55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88" h="554">
                  <a:moveTo>
                    <a:pt x="236" y="554"/>
                  </a:moveTo>
                  <a:lnTo>
                    <a:pt x="236" y="554"/>
                  </a:lnTo>
                  <a:lnTo>
                    <a:pt x="234" y="550"/>
                  </a:lnTo>
                  <a:lnTo>
                    <a:pt x="240" y="536"/>
                  </a:lnTo>
                  <a:lnTo>
                    <a:pt x="248" y="530"/>
                  </a:lnTo>
                  <a:lnTo>
                    <a:pt x="254" y="524"/>
                  </a:lnTo>
                  <a:lnTo>
                    <a:pt x="264" y="516"/>
                  </a:lnTo>
                  <a:lnTo>
                    <a:pt x="274" y="496"/>
                  </a:lnTo>
                  <a:lnTo>
                    <a:pt x="274" y="480"/>
                  </a:lnTo>
                  <a:lnTo>
                    <a:pt x="252" y="468"/>
                  </a:lnTo>
                  <a:lnTo>
                    <a:pt x="250" y="456"/>
                  </a:lnTo>
                  <a:lnTo>
                    <a:pt x="250" y="446"/>
                  </a:lnTo>
                  <a:lnTo>
                    <a:pt x="252" y="438"/>
                  </a:lnTo>
                  <a:lnTo>
                    <a:pt x="256" y="430"/>
                  </a:lnTo>
                  <a:lnTo>
                    <a:pt x="266" y="416"/>
                  </a:lnTo>
                  <a:lnTo>
                    <a:pt x="280" y="404"/>
                  </a:lnTo>
                  <a:lnTo>
                    <a:pt x="284" y="396"/>
                  </a:lnTo>
                  <a:lnTo>
                    <a:pt x="288" y="388"/>
                  </a:lnTo>
                  <a:lnTo>
                    <a:pt x="290" y="370"/>
                  </a:lnTo>
                  <a:lnTo>
                    <a:pt x="290" y="356"/>
                  </a:lnTo>
                  <a:lnTo>
                    <a:pt x="290" y="342"/>
                  </a:lnTo>
                  <a:lnTo>
                    <a:pt x="252" y="300"/>
                  </a:lnTo>
                  <a:lnTo>
                    <a:pt x="234" y="298"/>
                  </a:lnTo>
                  <a:lnTo>
                    <a:pt x="200" y="304"/>
                  </a:lnTo>
                  <a:lnTo>
                    <a:pt x="186" y="316"/>
                  </a:lnTo>
                  <a:lnTo>
                    <a:pt x="174" y="330"/>
                  </a:lnTo>
                  <a:lnTo>
                    <a:pt x="148" y="360"/>
                  </a:lnTo>
                  <a:lnTo>
                    <a:pt x="130" y="390"/>
                  </a:lnTo>
                  <a:lnTo>
                    <a:pt x="120" y="404"/>
                  </a:lnTo>
                  <a:lnTo>
                    <a:pt x="110" y="416"/>
                  </a:lnTo>
                  <a:lnTo>
                    <a:pt x="70" y="390"/>
                  </a:lnTo>
                  <a:lnTo>
                    <a:pt x="52" y="376"/>
                  </a:lnTo>
                  <a:lnTo>
                    <a:pt x="36" y="364"/>
                  </a:lnTo>
                  <a:lnTo>
                    <a:pt x="22" y="362"/>
                  </a:lnTo>
                  <a:lnTo>
                    <a:pt x="12" y="358"/>
                  </a:lnTo>
                  <a:lnTo>
                    <a:pt x="6" y="352"/>
                  </a:lnTo>
                  <a:lnTo>
                    <a:pt x="0" y="348"/>
                  </a:lnTo>
                  <a:lnTo>
                    <a:pt x="0" y="334"/>
                  </a:lnTo>
                  <a:lnTo>
                    <a:pt x="2" y="326"/>
                  </a:lnTo>
                  <a:lnTo>
                    <a:pt x="4" y="324"/>
                  </a:lnTo>
                  <a:lnTo>
                    <a:pt x="6" y="322"/>
                  </a:lnTo>
                  <a:lnTo>
                    <a:pt x="18" y="320"/>
                  </a:lnTo>
                  <a:lnTo>
                    <a:pt x="28" y="306"/>
                  </a:lnTo>
                  <a:lnTo>
                    <a:pt x="40" y="292"/>
                  </a:lnTo>
                  <a:lnTo>
                    <a:pt x="38" y="240"/>
                  </a:lnTo>
                  <a:lnTo>
                    <a:pt x="34" y="238"/>
                  </a:lnTo>
                  <a:lnTo>
                    <a:pt x="28" y="228"/>
                  </a:lnTo>
                  <a:lnTo>
                    <a:pt x="20" y="206"/>
                  </a:lnTo>
                  <a:lnTo>
                    <a:pt x="20" y="186"/>
                  </a:lnTo>
                  <a:lnTo>
                    <a:pt x="22" y="178"/>
                  </a:lnTo>
                  <a:lnTo>
                    <a:pt x="26" y="172"/>
                  </a:lnTo>
                  <a:lnTo>
                    <a:pt x="34" y="176"/>
                  </a:lnTo>
                  <a:lnTo>
                    <a:pt x="40" y="180"/>
                  </a:lnTo>
                  <a:lnTo>
                    <a:pt x="44" y="190"/>
                  </a:lnTo>
                  <a:lnTo>
                    <a:pt x="48" y="202"/>
                  </a:lnTo>
                  <a:lnTo>
                    <a:pt x="58" y="210"/>
                  </a:lnTo>
                  <a:lnTo>
                    <a:pt x="68" y="218"/>
                  </a:lnTo>
                  <a:lnTo>
                    <a:pt x="74" y="222"/>
                  </a:lnTo>
                  <a:lnTo>
                    <a:pt x="80" y="224"/>
                  </a:lnTo>
                  <a:lnTo>
                    <a:pt x="88" y="224"/>
                  </a:lnTo>
                  <a:lnTo>
                    <a:pt x="100" y="222"/>
                  </a:lnTo>
                  <a:lnTo>
                    <a:pt x="118" y="204"/>
                  </a:lnTo>
                  <a:lnTo>
                    <a:pt x="142" y="186"/>
                  </a:lnTo>
                  <a:lnTo>
                    <a:pt x="168" y="166"/>
                  </a:lnTo>
                  <a:lnTo>
                    <a:pt x="192" y="146"/>
                  </a:lnTo>
                  <a:lnTo>
                    <a:pt x="216" y="128"/>
                  </a:lnTo>
                  <a:lnTo>
                    <a:pt x="226" y="116"/>
                  </a:lnTo>
                  <a:lnTo>
                    <a:pt x="232" y="104"/>
                  </a:lnTo>
                  <a:lnTo>
                    <a:pt x="244" y="82"/>
                  </a:lnTo>
                  <a:lnTo>
                    <a:pt x="262" y="76"/>
                  </a:lnTo>
                  <a:lnTo>
                    <a:pt x="278" y="72"/>
                  </a:lnTo>
                  <a:lnTo>
                    <a:pt x="284" y="72"/>
                  </a:lnTo>
                  <a:lnTo>
                    <a:pt x="292" y="74"/>
                  </a:lnTo>
                  <a:lnTo>
                    <a:pt x="302" y="78"/>
                  </a:lnTo>
                  <a:lnTo>
                    <a:pt x="312" y="84"/>
                  </a:lnTo>
                  <a:lnTo>
                    <a:pt x="332" y="84"/>
                  </a:lnTo>
                  <a:lnTo>
                    <a:pt x="348" y="66"/>
                  </a:lnTo>
                  <a:lnTo>
                    <a:pt x="348" y="16"/>
                  </a:lnTo>
                  <a:lnTo>
                    <a:pt x="354" y="0"/>
                  </a:lnTo>
                  <a:lnTo>
                    <a:pt x="362" y="2"/>
                  </a:lnTo>
                  <a:lnTo>
                    <a:pt x="374" y="8"/>
                  </a:lnTo>
                  <a:lnTo>
                    <a:pt x="384" y="18"/>
                  </a:lnTo>
                  <a:lnTo>
                    <a:pt x="396" y="32"/>
                  </a:lnTo>
                  <a:lnTo>
                    <a:pt x="408" y="42"/>
                  </a:lnTo>
                  <a:lnTo>
                    <a:pt x="418" y="46"/>
                  </a:lnTo>
                  <a:lnTo>
                    <a:pt x="432" y="48"/>
                  </a:lnTo>
                  <a:lnTo>
                    <a:pt x="436" y="44"/>
                  </a:lnTo>
                  <a:lnTo>
                    <a:pt x="438" y="36"/>
                  </a:lnTo>
                  <a:lnTo>
                    <a:pt x="440" y="28"/>
                  </a:lnTo>
                  <a:lnTo>
                    <a:pt x="450" y="16"/>
                  </a:lnTo>
                  <a:lnTo>
                    <a:pt x="458" y="24"/>
                  </a:lnTo>
                  <a:lnTo>
                    <a:pt x="460" y="62"/>
                  </a:lnTo>
                  <a:lnTo>
                    <a:pt x="472" y="76"/>
                  </a:lnTo>
                  <a:lnTo>
                    <a:pt x="484" y="92"/>
                  </a:lnTo>
                  <a:lnTo>
                    <a:pt x="498" y="110"/>
                  </a:lnTo>
                  <a:lnTo>
                    <a:pt x="516" y="128"/>
                  </a:lnTo>
                  <a:lnTo>
                    <a:pt x="516" y="178"/>
                  </a:lnTo>
                  <a:lnTo>
                    <a:pt x="530" y="196"/>
                  </a:lnTo>
                  <a:lnTo>
                    <a:pt x="564" y="220"/>
                  </a:lnTo>
                  <a:lnTo>
                    <a:pt x="588" y="236"/>
                  </a:lnTo>
                  <a:lnTo>
                    <a:pt x="586" y="242"/>
                  </a:lnTo>
                  <a:lnTo>
                    <a:pt x="580" y="250"/>
                  </a:lnTo>
                  <a:lnTo>
                    <a:pt x="558" y="266"/>
                  </a:lnTo>
                  <a:lnTo>
                    <a:pt x="534" y="282"/>
                  </a:lnTo>
                  <a:lnTo>
                    <a:pt x="520" y="292"/>
                  </a:lnTo>
                  <a:lnTo>
                    <a:pt x="502" y="310"/>
                  </a:lnTo>
                  <a:lnTo>
                    <a:pt x="486" y="328"/>
                  </a:lnTo>
                  <a:lnTo>
                    <a:pt x="472" y="346"/>
                  </a:lnTo>
                  <a:lnTo>
                    <a:pt x="470" y="354"/>
                  </a:lnTo>
                  <a:lnTo>
                    <a:pt x="468" y="364"/>
                  </a:lnTo>
                  <a:lnTo>
                    <a:pt x="466" y="374"/>
                  </a:lnTo>
                  <a:lnTo>
                    <a:pt x="462" y="384"/>
                  </a:lnTo>
                  <a:lnTo>
                    <a:pt x="448" y="390"/>
                  </a:lnTo>
                  <a:lnTo>
                    <a:pt x="432" y="398"/>
                  </a:lnTo>
                  <a:lnTo>
                    <a:pt x="412" y="402"/>
                  </a:lnTo>
                  <a:lnTo>
                    <a:pt x="394" y="408"/>
                  </a:lnTo>
                  <a:lnTo>
                    <a:pt x="378" y="416"/>
                  </a:lnTo>
                  <a:lnTo>
                    <a:pt x="362" y="424"/>
                  </a:lnTo>
                  <a:lnTo>
                    <a:pt x="348" y="434"/>
                  </a:lnTo>
                  <a:lnTo>
                    <a:pt x="336" y="446"/>
                  </a:lnTo>
                  <a:lnTo>
                    <a:pt x="322" y="460"/>
                  </a:lnTo>
                  <a:lnTo>
                    <a:pt x="310" y="476"/>
                  </a:lnTo>
                  <a:lnTo>
                    <a:pt x="304" y="494"/>
                  </a:lnTo>
                  <a:lnTo>
                    <a:pt x="296" y="518"/>
                  </a:lnTo>
                  <a:lnTo>
                    <a:pt x="290" y="542"/>
                  </a:lnTo>
                  <a:lnTo>
                    <a:pt x="260" y="550"/>
                  </a:lnTo>
                  <a:lnTo>
                    <a:pt x="236" y="554"/>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17" name="Freeform 37"/>
            <p:cNvSpPr/>
            <p:nvPr/>
          </p:nvSpPr>
          <p:spPr bwMode="auto">
            <a:xfrm>
              <a:off x="7004050" y="1552576"/>
              <a:ext cx="1330325" cy="844550"/>
            </a:xfrm>
            <a:custGeom>
              <a:avLst/>
              <a:gdLst>
                <a:gd name="T0" fmla="*/ 410 w 838"/>
                <a:gd name="T1" fmla="*/ 492 h 532"/>
                <a:gd name="T2" fmla="*/ 402 w 838"/>
                <a:gd name="T3" fmla="*/ 438 h 532"/>
                <a:gd name="T4" fmla="*/ 376 w 838"/>
                <a:gd name="T5" fmla="*/ 398 h 532"/>
                <a:gd name="T6" fmla="*/ 346 w 838"/>
                <a:gd name="T7" fmla="*/ 366 h 532"/>
                <a:gd name="T8" fmla="*/ 324 w 838"/>
                <a:gd name="T9" fmla="*/ 314 h 532"/>
                <a:gd name="T10" fmla="*/ 300 w 838"/>
                <a:gd name="T11" fmla="*/ 346 h 532"/>
                <a:gd name="T12" fmla="*/ 258 w 838"/>
                <a:gd name="T13" fmla="*/ 308 h 532"/>
                <a:gd name="T14" fmla="*/ 206 w 838"/>
                <a:gd name="T15" fmla="*/ 288 h 532"/>
                <a:gd name="T16" fmla="*/ 186 w 838"/>
                <a:gd name="T17" fmla="*/ 240 h 532"/>
                <a:gd name="T18" fmla="*/ 152 w 838"/>
                <a:gd name="T19" fmla="*/ 174 h 532"/>
                <a:gd name="T20" fmla="*/ 112 w 838"/>
                <a:gd name="T21" fmla="*/ 200 h 532"/>
                <a:gd name="T22" fmla="*/ 80 w 838"/>
                <a:gd name="T23" fmla="*/ 200 h 532"/>
                <a:gd name="T24" fmla="*/ 60 w 838"/>
                <a:gd name="T25" fmla="*/ 152 h 532"/>
                <a:gd name="T26" fmla="*/ 36 w 838"/>
                <a:gd name="T27" fmla="*/ 88 h 532"/>
                <a:gd name="T28" fmla="*/ 0 w 838"/>
                <a:gd name="T29" fmla="*/ 58 h 532"/>
                <a:gd name="T30" fmla="*/ 14 w 838"/>
                <a:gd name="T31" fmla="*/ 30 h 532"/>
                <a:gd name="T32" fmla="*/ 68 w 838"/>
                <a:gd name="T33" fmla="*/ 60 h 532"/>
                <a:gd name="T34" fmla="*/ 108 w 838"/>
                <a:gd name="T35" fmla="*/ 32 h 532"/>
                <a:gd name="T36" fmla="*/ 138 w 838"/>
                <a:gd name="T37" fmla="*/ 0 h 532"/>
                <a:gd name="T38" fmla="*/ 166 w 838"/>
                <a:gd name="T39" fmla="*/ 22 h 532"/>
                <a:gd name="T40" fmla="*/ 198 w 838"/>
                <a:gd name="T41" fmla="*/ 68 h 532"/>
                <a:gd name="T42" fmla="*/ 294 w 838"/>
                <a:gd name="T43" fmla="*/ 66 h 532"/>
                <a:gd name="T44" fmla="*/ 350 w 838"/>
                <a:gd name="T45" fmla="*/ 30 h 532"/>
                <a:gd name="T46" fmla="*/ 358 w 838"/>
                <a:gd name="T47" fmla="*/ 80 h 532"/>
                <a:gd name="T48" fmla="*/ 398 w 838"/>
                <a:gd name="T49" fmla="*/ 78 h 532"/>
                <a:gd name="T50" fmla="*/ 422 w 838"/>
                <a:gd name="T51" fmla="*/ 76 h 532"/>
                <a:gd name="T52" fmla="*/ 470 w 838"/>
                <a:gd name="T53" fmla="*/ 110 h 532"/>
                <a:gd name="T54" fmla="*/ 518 w 838"/>
                <a:gd name="T55" fmla="*/ 166 h 532"/>
                <a:gd name="T56" fmla="*/ 546 w 838"/>
                <a:gd name="T57" fmla="*/ 134 h 532"/>
                <a:gd name="T58" fmla="*/ 572 w 838"/>
                <a:gd name="T59" fmla="*/ 140 h 532"/>
                <a:gd name="T60" fmla="*/ 606 w 838"/>
                <a:gd name="T61" fmla="*/ 184 h 532"/>
                <a:gd name="T62" fmla="*/ 664 w 838"/>
                <a:gd name="T63" fmla="*/ 204 h 532"/>
                <a:gd name="T64" fmla="*/ 684 w 838"/>
                <a:gd name="T65" fmla="*/ 186 h 532"/>
                <a:gd name="T66" fmla="*/ 684 w 838"/>
                <a:gd name="T67" fmla="*/ 168 h 532"/>
                <a:gd name="T68" fmla="*/ 724 w 838"/>
                <a:gd name="T69" fmla="*/ 146 h 532"/>
                <a:gd name="T70" fmla="*/ 742 w 838"/>
                <a:gd name="T71" fmla="*/ 132 h 532"/>
                <a:gd name="T72" fmla="*/ 756 w 838"/>
                <a:gd name="T73" fmla="*/ 154 h 532"/>
                <a:gd name="T74" fmla="*/ 806 w 838"/>
                <a:gd name="T75" fmla="*/ 188 h 532"/>
                <a:gd name="T76" fmla="*/ 838 w 838"/>
                <a:gd name="T77" fmla="*/ 228 h 532"/>
                <a:gd name="T78" fmla="*/ 818 w 838"/>
                <a:gd name="T79" fmla="*/ 272 h 532"/>
                <a:gd name="T80" fmla="*/ 802 w 838"/>
                <a:gd name="T81" fmla="*/ 308 h 532"/>
                <a:gd name="T82" fmla="*/ 778 w 838"/>
                <a:gd name="T83" fmla="*/ 300 h 532"/>
                <a:gd name="T84" fmla="*/ 770 w 838"/>
                <a:gd name="T85" fmla="*/ 258 h 532"/>
                <a:gd name="T86" fmla="*/ 744 w 838"/>
                <a:gd name="T87" fmla="*/ 242 h 532"/>
                <a:gd name="T88" fmla="*/ 716 w 838"/>
                <a:gd name="T89" fmla="*/ 282 h 532"/>
                <a:gd name="T90" fmla="*/ 686 w 838"/>
                <a:gd name="T91" fmla="*/ 346 h 532"/>
                <a:gd name="T92" fmla="*/ 632 w 838"/>
                <a:gd name="T93" fmla="*/ 368 h 532"/>
                <a:gd name="T94" fmla="*/ 618 w 838"/>
                <a:gd name="T95" fmla="*/ 410 h 532"/>
                <a:gd name="T96" fmla="*/ 638 w 838"/>
                <a:gd name="T97" fmla="*/ 444 h 532"/>
                <a:gd name="T98" fmla="*/ 588 w 838"/>
                <a:gd name="T99" fmla="*/ 456 h 532"/>
                <a:gd name="T100" fmla="*/ 540 w 838"/>
                <a:gd name="T101" fmla="*/ 438 h 532"/>
                <a:gd name="T102" fmla="*/ 502 w 838"/>
                <a:gd name="T103" fmla="*/ 456 h 532"/>
                <a:gd name="T104" fmla="*/ 476 w 838"/>
                <a:gd name="T105" fmla="*/ 530 h 53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8" h="532">
                  <a:moveTo>
                    <a:pt x="464" y="532"/>
                  </a:moveTo>
                  <a:lnTo>
                    <a:pt x="464" y="532"/>
                  </a:lnTo>
                  <a:lnTo>
                    <a:pt x="452" y="520"/>
                  </a:lnTo>
                  <a:lnTo>
                    <a:pt x="436" y="508"/>
                  </a:lnTo>
                  <a:lnTo>
                    <a:pt x="410" y="492"/>
                  </a:lnTo>
                  <a:lnTo>
                    <a:pt x="402" y="482"/>
                  </a:lnTo>
                  <a:lnTo>
                    <a:pt x="404" y="450"/>
                  </a:lnTo>
                  <a:lnTo>
                    <a:pt x="402" y="438"/>
                  </a:lnTo>
                  <a:lnTo>
                    <a:pt x="398" y="426"/>
                  </a:lnTo>
                  <a:lnTo>
                    <a:pt x="388" y="416"/>
                  </a:lnTo>
                  <a:lnTo>
                    <a:pt x="382" y="410"/>
                  </a:lnTo>
                  <a:lnTo>
                    <a:pt x="376" y="398"/>
                  </a:lnTo>
                  <a:lnTo>
                    <a:pt x="348" y="368"/>
                  </a:lnTo>
                  <a:lnTo>
                    <a:pt x="346" y="366"/>
                  </a:lnTo>
                  <a:lnTo>
                    <a:pt x="344" y="326"/>
                  </a:lnTo>
                  <a:lnTo>
                    <a:pt x="336" y="318"/>
                  </a:lnTo>
                  <a:lnTo>
                    <a:pt x="330" y="314"/>
                  </a:lnTo>
                  <a:lnTo>
                    <a:pt x="324" y="314"/>
                  </a:lnTo>
                  <a:lnTo>
                    <a:pt x="318" y="314"/>
                  </a:lnTo>
                  <a:lnTo>
                    <a:pt x="312" y="322"/>
                  </a:lnTo>
                  <a:lnTo>
                    <a:pt x="308" y="328"/>
                  </a:lnTo>
                  <a:lnTo>
                    <a:pt x="300" y="346"/>
                  </a:lnTo>
                  <a:lnTo>
                    <a:pt x="296" y="346"/>
                  </a:lnTo>
                  <a:lnTo>
                    <a:pt x="270" y="320"/>
                  </a:lnTo>
                  <a:lnTo>
                    <a:pt x="258" y="308"/>
                  </a:lnTo>
                  <a:lnTo>
                    <a:pt x="246" y="300"/>
                  </a:lnTo>
                  <a:lnTo>
                    <a:pt x="228" y="296"/>
                  </a:lnTo>
                  <a:lnTo>
                    <a:pt x="216" y="292"/>
                  </a:lnTo>
                  <a:lnTo>
                    <a:pt x="206" y="288"/>
                  </a:lnTo>
                  <a:lnTo>
                    <a:pt x="200" y="280"/>
                  </a:lnTo>
                  <a:lnTo>
                    <a:pt x="194" y="274"/>
                  </a:lnTo>
                  <a:lnTo>
                    <a:pt x="192" y="264"/>
                  </a:lnTo>
                  <a:lnTo>
                    <a:pt x="186" y="240"/>
                  </a:lnTo>
                  <a:lnTo>
                    <a:pt x="180" y="224"/>
                  </a:lnTo>
                  <a:lnTo>
                    <a:pt x="170" y="210"/>
                  </a:lnTo>
                  <a:lnTo>
                    <a:pt x="156" y="190"/>
                  </a:lnTo>
                  <a:lnTo>
                    <a:pt x="152" y="174"/>
                  </a:lnTo>
                  <a:lnTo>
                    <a:pt x="144" y="172"/>
                  </a:lnTo>
                  <a:lnTo>
                    <a:pt x="112" y="200"/>
                  </a:lnTo>
                  <a:lnTo>
                    <a:pt x="98" y="226"/>
                  </a:lnTo>
                  <a:lnTo>
                    <a:pt x="90" y="220"/>
                  </a:lnTo>
                  <a:lnTo>
                    <a:pt x="86" y="214"/>
                  </a:lnTo>
                  <a:lnTo>
                    <a:pt x="80" y="200"/>
                  </a:lnTo>
                  <a:lnTo>
                    <a:pt x="76" y="186"/>
                  </a:lnTo>
                  <a:lnTo>
                    <a:pt x="74" y="182"/>
                  </a:lnTo>
                  <a:lnTo>
                    <a:pt x="72" y="178"/>
                  </a:lnTo>
                  <a:lnTo>
                    <a:pt x="60" y="152"/>
                  </a:lnTo>
                  <a:lnTo>
                    <a:pt x="60" y="116"/>
                  </a:lnTo>
                  <a:lnTo>
                    <a:pt x="48" y="100"/>
                  </a:lnTo>
                  <a:lnTo>
                    <a:pt x="36" y="88"/>
                  </a:lnTo>
                  <a:lnTo>
                    <a:pt x="12" y="68"/>
                  </a:lnTo>
                  <a:lnTo>
                    <a:pt x="6" y="66"/>
                  </a:lnTo>
                  <a:lnTo>
                    <a:pt x="2" y="64"/>
                  </a:lnTo>
                  <a:lnTo>
                    <a:pt x="0" y="58"/>
                  </a:lnTo>
                  <a:lnTo>
                    <a:pt x="0" y="52"/>
                  </a:lnTo>
                  <a:lnTo>
                    <a:pt x="4" y="38"/>
                  </a:lnTo>
                  <a:lnTo>
                    <a:pt x="8" y="32"/>
                  </a:lnTo>
                  <a:lnTo>
                    <a:pt x="14" y="30"/>
                  </a:lnTo>
                  <a:lnTo>
                    <a:pt x="28" y="40"/>
                  </a:lnTo>
                  <a:lnTo>
                    <a:pt x="42" y="50"/>
                  </a:lnTo>
                  <a:lnTo>
                    <a:pt x="58" y="56"/>
                  </a:lnTo>
                  <a:lnTo>
                    <a:pt x="68" y="60"/>
                  </a:lnTo>
                  <a:lnTo>
                    <a:pt x="78" y="60"/>
                  </a:lnTo>
                  <a:lnTo>
                    <a:pt x="88" y="52"/>
                  </a:lnTo>
                  <a:lnTo>
                    <a:pt x="98" y="42"/>
                  </a:lnTo>
                  <a:lnTo>
                    <a:pt x="108" y="32"/>
                  </a:lnTo>
                  <a:lnTo>
                    <a:pt x="118" y="24"/>
                  </a:lnTo>
                  <a:lnTo>
                    <a:pt x="128" y="8"/>
                  </a:lnTo>
                  <a:lnTo>
                    <a:pt x="134" y="4"/>
                  </a:lnTo>
                  <a:lnTo>
                    <a:pt x="138" y="0"/>
                  </a:lnTo>
                  <a:lnTo>
                    <a:pt x="144" y="0"/>
                  </a:lnTo>
                  <a:lnTo>
                    <a:pt x="152" y="4"/>
                  </a:lnTo>
                  <a:lnTo>
                    <a:pt x="158" y="10"/>
                  </a:lnTo>
                  <a:lnTo>
                    <a:pt x="166" y="22"/>
                  </a:lnTo>
                  <a:lnTo>
                    <a:pt x="168" y="32"/>
                  </a:lnTo>
                  <a:lnTo>
                    <a:pt x="172" y="42"/>
                  </a:lnTo>
                  <a:lnTo>
                    <a:pt x="180" y="52"/>
                  </a:lnTo>
                  <a:lnTo>
                    <a:pt x="188" y="60"/>
                  </a:lnTo>
                  <a:lnTo>
                    <a:pt x="198" y="68"/>
                  </a:lnTo>
                  <a:lnTo>
                    <a:pt x="210" y="74"/>
                  </a:lnTo>
                  <a:lnTo>
                    <a:pt x="224" y="78"/>
                  </a:lnTo>
                  <a:lnTo>
                    <a:pt x="238" y="82"/>
                  </a:lnTo>
                  <a:lnTo>
                    <a:pt x="294" y="66"/>
                  </a:lnTo>
                  <a:lnTo>
                    <a:pt x="340" y="26"/>
                  </a:lnTo>
                  <a:lnTo>
                    <a:pt x="350" y="30"/>
                  </a:lnTo>
                  <a:lnTo>
                    <a:pt x="348" y="46"/>
                  </a:lnTo>
                  <a:lnTo>
                    <a:pt x="348" y="54"/>
                  </a:lnTo>
                  <a:lnTo>
                    <a:pt x="348" y="64"/>
                  </a:lnTo>
                  <a:lnTo>
                    <a:pt x="352" y="72"/>
                  </a:lnTo>
                  <a:lnTo>
                    <a:pt x="358" y="80"/>
                  </a:lnTo>
                  <a:lnTo>
                    <a:pt x="366" y="84"/>
                  </a:lnTo>
                  <a:lnTo>
                    <a:pt x="380" y="86"/>
                  </a:lnTo>
                  <a:lnTo>
                    <a:pt x="388" y="82"/>
                  </a:lnTo>
                  <a:lnTo>
                    <a:pt x="398" y="78"/>
                  </a:lnTo>
                  <a:lnTo>
                    <a:pt x="404" y="74"/>
                  </a:lnTo>
                  <a:lnTo>
                    <a:pt x="410" y="72"/>
                  </a:lnTo>
                  <a:lnTo>
                    <a:pt x="416" y="74"/>
                  </a:lnTo>
                  <a:lnTo>
                    <a:pt x="422" y="76"/>
                  </a:lnTo>
                  <a:lnTo>
                    <a:pt x="434" y="88"/>
                  </a:lnTo>
                  <a:lnTo>
                    <a:pt x="446" y="102"/>
                  </a:lnTo>
                  <a:lnTo>
                    <a:pt x="470" y="110"/>
                  </a:lnTo>
                  <a:lnTo>
                    <a:pt x="478" y="122"/>
                  </a:lnTo>
                  <a:lnTo>
                    <a:pt x="488" y="136"/>
                  </a:lnTo>
                  <a:lnTo>
                    <a:pt x="500" y="152"/>
                  </a:lnTo>
                  <a:lnTo>
                    <a:pt x="518" y="166"/>
                  </a:lnTo>
                  <a:lnTo>
                    <a:pt x="526" y="166"/>
                  </a:lnTo>
                  <a:lnTo>
                    <a:pt x="536" y="156"/>
                  </a:lnTo>
                  <a:lnTo>
                    <a:pt x="542" y="144"/>
                  </a:lnTo>
                  <a:lnTo>
                    <a:pt x="546" y="134"/>
                  </a:lnTo>
                  <a:lnTo>
                    <a:pt x="550" y="122"/>
                  </a:lnTo>
                  <a:lnTo>
                    <a:pt x="568" y="128"/>
                  </a:lnTo>
                  <a:lnTo>
                    <a:pt x="572" y="140"/>
                  </a:lnTo>
                  <a:lnTo>
                    <a:pt x="580" y="154"/>
                  </a:lnTo>
                  <a:lnTo>
                    <a:pt x="592" y="168"/>
                  </a:lnTo>
                  <a:lnTo>
                    <a:pt x="606" y="180"/>
                  </a:lnTo>
                  <a:lnTo>
                    <a:pt x="606" y="184"/>
                  </a:lnTo>
                  <a:lnTo>
                    <a:pt x="632" y="206"/>
                  </a:lnTo>
                  <a:lnTo>
                    <a:pt x="664" y="204"/>
                  </a:lnTo>
                  <a:lnTo>
                    <a:pt x="670" y="196"/>
                  </a:lnTo>
                  <a:lnTo>
                    <a:pt x="678" y="190"/>
                  </a:lnTo>
                  <a:lnTo>
                    <a:pt x="680" y="188"/>
                  </a:lnTo>
                  <a:lnTo>
                    <a:pt x="684" y="186"/>
                  </a:lnTo>
                  <a:lnTo>
                    <a:pt x="690" y="180"/>
                  </a:lnTo>
                  <a:lnTo>
                    <a:pt x="690" y="172"/>
                  </a:lnTo>
                  <a:lnTo>
                    <a:pt x="684" y="168"/>
                  </a:lnTo>
                  <a:lnTo>
                    <a:pt x="684" y="164"/>
                  </a:lnTo>
                  <a:lnTo>
                    <a:pt x="688" y="160"/>
                  </a:lnTo>
                  <a:lnTo>
                    <a:pt x="700" y="154"/>
                  </a:lnTo>
                  <a:lnTo>
                    <a:pt x="724" y="146"/>
                  </a:lnTo>
                  <a:lnTo>
                    <a:pt x="730" y="142"/>
                  </a:lnTo>
                  <a:lnTo>
                    <a:pt x="734" y="140"/>
                  </a:lnTo>
                  <a:lnTo>
                    <a:pt x="742" y="132"/>
                  </a:lnTo>
                  <a:lnTo>
                    <a:pt x="744" y="134"/>
                  </a:lnTo>
                  <a:lnTo>
                    <a:pt x="746" y="136"/>
                  </a:lnTo>
                  <a:lnTo>
                    <a:pt x="750" y="144"/>
                  </a:lnTo>
                  <a:lnTo>
                    <a:pt x="756" y="154"/>
                  </a:lnTo>
                  <a:lnTo>
                    <a:pt x="762" y="158"/>
                  </a:lnTo>
                  <a:lnTo>
                    <a:pt x="770" y="162"/>
                  </a:lnTo>
                  <a:lnTo>
                    <a:pt x="806" y="188"/>
                  </a:lnTo>
                  <a:lnTo>
                    <a:pt x="838" y="194"/>
                  </a:lnTo>
                  <a:lnTo>
                    <a:pt x="838" y="204"/>
                  </a:lnTo>
                  <a:lnTo>
                    <a:pt x="838" y="220"/>
                  </a:lnTo>
                  <a:lnTo>
                    <a:pt x="838" y="228"/>
                  </a:lnTo>
                  <a:lnTo>
                    <a:pt x="836" y="236"/>
                  </a:lnTo>
                  <a:lnTo>
                    <a:pt x="834" y="242"/>
                  </a:lnTo>
                  <a:lnTo>
                    <a:pt x="828" y="246"/>
                  </a:lnTo>
                  <a:lnTo>
                    <a:pt x="818" y="272"/>
                  </a:lnTo>
                  <a:lnTo>
                    <a:pt x="812" y="306"/>
                  </a:lnTo>
                  <a:lnTo>
                    <a:pt x="802" y="308"/>
                  </a:lnTo>
                  <a:lnTo>
                    <a:pt x="800" y="302"/>
                  </a:lnTo>
                  <a:lnTo>
                    <a:pt x="796" y="300"/>
                  </a:lnTo>
                  <a:lnTo>
                    <a:pt x="792" y="298"/>
                  </a:lnTo>
                  <a:lnTo>
                    <a:pt x="788" y="298"/>
                  </a:lnTo>
                  <a:lnTo>
                    <a:pt x="778" y="300"/>
                  </a:lnTo>
                  <a:lnTo>
                    <a:pt x="774" y="302"/>
                  </a:lnTo>
                  <a:lnTo>
                    <a:pt x="770" y="300"/>
                  </a:lnTo>
                  <a:lnTo>
                    <a:pt x="770" y="258"/>
                  </a:lnTo>
                  <a:lnTo>
                    <a:pt x="762" y="248"/>
                  </a:lnTo>
                  <a:lnTo>
                    <a:pt x="756" y="244"/>
                  </a:lnTo>
                  <a:lnTo>
                    <a:pt x="750" y="242"/>
                  </a:lnTo>
                  <a:lnTo>
                    <a:pt x="744" y="242"/>
                  </a:lnTo>
                  <a:lnTo>
                    <a:pt x="738" y="244"/>
                  </a:lnTo>
                  <a:lnTo>
                    <a:pt x="732" y="250"/>
                  </a:lnTo>
                  <a:lnTo>
                    <a:pt x="722" y="264"/>
                  </a:lnTo>
                  <a:lnTo>
                    <a:pt x="716" y="282"/>
                  </a:lnTo>
                  <a:lnTo>
                    <a:pt x="708" y="302"/>
                  </a:lnTo>
                  <a:lnTo>
                    <a:pt x="698" y="320"/>
                  </a:lnTo>
                  <a:lnTo>
                    <a:pt x="690" y="340"/>
                  </a:lnTo>
                  <a:lnTo>
                    <a:pt x="686" y="346"/>
                  </a:lnTo>
                  <a:lnTo>
                    <a:pt x="680" y="354"/>
                  </a:lnTo>
                  <a:lnTo>
                    <a:pt x="666" y="362"/>
                  </a:lnTo>
                  <a:lnTo>
                    <a:pt x="652" y="366"/>
                  </a:lnTo>
                  <a:lnTo>
                    <a:pt x="632" y="368"/>
                  </a:lnTo>
                  <a:lnTo>
                    <a:pt x="624" y="372"/>
                  </a:lnTo>
                  <a:lnTo>
                    <a:pt x="622" y="374"/>
                  </a:lnTo>
                  <a:lnTo>
                    <a:pt x="620" y="378"/>
                  </a:lnTo>
                  <a:lnTo>
                    <a:pt x="618" y="390"/>
                  </a:lnTo>
                  <a:lnTo>
                    <a:pt x="618" y="410"/>
                  </a:lnTo>
                  <a:lnTo>
                    <a:pt x="644" y="432"/>
                  </a:lnTo>
                  <a:lnTo>
                    <a:pt x="642" y="438"/>
                  </a:lnTo>
                  <a:lnTo>
                    <a:pt x="638" y="444"/>
                  </a:lnTo>
                  <a:lnTo>
                    <a:pt x="628" y="454"/>
                  </a:lnTo>
                  <a:lnTo>
                    <a:pt x="620" y="456"/>
                  </a:lnTo>
                  <a:lnTo>
                    <a:pt x="610" y="456"/>
                  </a:lnTo>
                  <a:lnTo>
                    <a:pt x="588" y="456"/>
                  </a:lnTo>
                  <a:lnTo>
                    <a:pt x="570" y="452"/>
                  </a:lnTo>
                  <a:lnTo>
                    <a:pt x="556" y="448"/>
                  </a:lnTo>
                  <a:lnTo>
                    <a:pt x="548" y="442"/>
                  </a:lnTo>
                  <a:lnTo>
                    <a:pt x="540" y="438"/>
                  </a:lnTo>
                  <a:lnTo>
                    <a:pt x="532" y="436"/>
                  </a:lnTo>
                  <a:lnTo>
                    <a:pt x="526" y="438"/>
                  </a:lnTo>
                  <a:lnTo>
                    <a:pt x="520" y="440"/>
                  </a:lnTo>
                  <a:lnTo>
                    <a:pt x="514" y="446"/>
                  </a:lnTo>
                  <a:lnTo>
                    <a:pt x="502" y="456"/>
                  </a:lnTo>
                  <a:lnTo>
                    <a:pt x="480" y="520"/>
                  </a:lnTo>
                  <a:lnTo>
                    <a:pt x="476" y="530"/>
                  </a:lnTo>
                  <a:lnTo>
                    <a:pt x="464" y="532"/>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18" name="Freeform 38"/>
            <p:cNvSpPr/>
            <p:nvPr/>
          </p:nvSpPr>
          <p:spPr bwMode="auto">
            <a:xfrm>
              <a:off x="6727825" y="285751"/>
              <a:ext cx="1768475" cy="1581150"/>
            </a:xfrm>
            <a:custGeom>
              <a:avLst/>
              <a:gdLst>
                <a:gd name="T0" fmla="*/ 750 w 1114"/>
                <a:gd name="T1" fmla="*/ 920 h 996"/>
                <a:gd name="T2" fmla="*/ 698 w 1114"/>
                <a:gd name="T3" fmla="*/ 952 h 996"/>
                <a:gd name="T4" fmla="*/ 656 w 1114"/>
                <a:gd name="T5" fmla="*/ 908 h 996"/>
                <a:gd name="T6" fmla="*/ 614 w 1114"/>
                <a:gd name="T7" fmla="*/ 872 h 996"/>
                <a:gd name="T8" fmla="*/ 568 w 1114"/>
                <a:gd name="T9" fmla="*/ 866 h 996"/>
                <a:gd name="T10" fmla="*/ 534 w 1114"/>
                <a:gd name="T11" fmla="*/ 824 h 996"/>
                <a:gd name="T12" fmla="*/ 488 w 1114"/>
                <a:gd name="T13" fmla="*/ 834 h 996"/>
                <a:gd name="T14" fmla="*/ 442 w 1114"/>
                <a:gd name="T15" fmla="*/ 860 h 996"/>
                <a:gd name="T16" fmla="*/ 360 w 1114"/>
                <a:gd name="T17" fmla="*/ 840 h 996"/>
                <a:gd name="T18" fmla="*/ 320 w 1114"/>
                <a:gd name="T19" fmla="*/ 790 h 996"/>
                <a:gd name="T20" fmla="*/ 288 w 1114"/>
                <a:gd name="T21" fmla="*/ 776 h 996"/>
                <a:gd name="T22" fmla="*/ 324 w 1114"/>
                <a:gd name="T23" fmla="*/ 756 h 996"/>
                <a:gd name="T24" fmla="*/ 288 w 1114"/>
                <a:gd name="T25" fmla="*/ 712 h 996"/>
                <a:gd name="T26" fmla="*/ 244 w 1114"/>
                <a:gd name="T27" fmla="*/ 716 h 996"/>
                <a:gd name="T28" fmla="*/ 220 w 1114"/>
                <a:gd name="T29" fmla="*/ 662 h 996"/>
                <a:gd name="T30" fmla="*/ 268 w 1114"/>
                <a:gd name="T31" fmla="*/ 592 h 996"/>
                <a:gd name="T32" fmla="*/ 304 w 1114"/>
                <a:gd name="T33" fmla="*/ 516 h 996"/>
                <a:gd name="T34" fmla="*/ 314 w 1114"/>
                <a:gd name="T35" fmla="*/ 550 h 996"/>
                <a:gd name="T36" fmla="*/ 358 w 1114"/>
                <a:gd name="T37" fmla="*/ 568 h 996"/>
                <a:gd name="T38" fmla="*/ 358 w 1114"/>
                <a:gd name="T39" fmla="*/ 484 h 996"/>
                <a:gd name="T40" fmla="*/ 360 w 1114"/>
                <a:gd name="T41" fmla="*/ 428 h 996"/>
                <a:gd name="T42" fmla="*/ 338 w 1114"/>
                <a:gd name="T43" fmla="*/ 348 h 996"/>
                <a:gd name="T44" fmla="*/ 362 w 1114"/>
                <a:gd name="T45" fmla="*/ 252 h 996"/>
                <a:gd name="T46" fmla="*/ 314 w 1114"/>
                <a:gd name="T47" fmla="*/ 158 h 996"/>
                <a:gd name="T48" fmla="*/ 252 w 1114"/>
                <a:gd name="T49" fmla="*/ 188 h 996"/>
                <a:gd name="T50" fmla="*/ 166 w 1114"/>
                <a:gd name="T51" fmla="*/ 218 h 996"/>
                <a:gd name="T52" fmla="*/ 130 w 1114"/>
                <a:gd name="T53" fmla="*/ 192 h 996"/>
                <a:gd name="T54" fmla="*/ 102 w 1114"/>
                <a:gd name="T55" fmla="*/ 126 h 996"/>
                <a:gd name="T56" fmla="*/ 44 w 1114"/>
                <a:gd name="T57" fmla="*/ 140 h 996"/>
                <a:gd name="T58" fmla="*/ 20 w 1114"/>
                <a:gd name="T59" fmla="*/ 96 h 996"/>
                <a:gd name="T60" fmla="*/ 72 w 1114"/>
                <a:gd name="T61" fmla="*/ 10 h 996"/>
                <a:gd name="T62" fmla="*/ 168 w 1114"/>
                <a:gd name="T63" fmla="*/ 16 h 996"/>
                <a:gd name="T64" fmla="*/ 282 w 1114"/>
                <a:gd name="T65" fmla="*/ 26 h 996"/>
                <a:gd name="T66" fmla="*/ 392 w 1114"/>
                <a:gd name="T67" fmla="*/ 184 h 996"/>
                <a:gd name="T68" fmla="*/ 458 w 1114"/>
                <a:gd name="T69" fmla="*/ 278 h 996"/>
                <a:gd name="T70" fmla="*/ 498 w 1114"/>
                <a:gd name="T71" fmla="*/ 330 h 996"/>
                <a:gd name="T72" fmla="*/ 570 w 1114"/>
                <a:gd name="T73" fmla="*/ 354 h 996"/>
                <a:gd name="T74" fmla="*/ 638 w 1114"/>
                <a:gd name="T75" fmla="*/ 366 h 996"/>
                <a:gd name="T76" fmla="*/ 716 w 1114"/>
                <a:gd name="T77" fmla="*/ 396 h 996"/>
                <a:gd name="T78" fmla="*/ 770 w 1114"/>
                <a:gd name="T79" fmla="*/ 448 h 996"/>
                <a:gd name="T80" fmla="*/ 814 w 1114"/>
                <a:gd name="T81" fmla="*/ 512 h 996"/>
                <a:gd name="T82" fmla="*/ 912 w 1114"/>
                <a:gd name="T83" fmla="*/ 486 h 996"/>
                <a:gd name="T84" fmla="*/ 990 w 1114"/>
                <a:gd name="T85" fmla="*/ 404 h 996"/>
                <a:gd name="T86" fmla="*/ 1084 w 1114"/>
                <a:gd name="T87" fmla="*/ 340 h 996"/>
                <a:gd name="T88" fmla="*/ 1084 w 1114"/>
                <a:gd name="T89" fmla="*/ 412 h 996"/>
                <a:gd name="T90" fmla="*/ 1112 w 1114"/>
                <a:gd name="T91" fmla="*/ 498 h 996"/>
                <a:gd name="T92" fmla="*/ 1096 w 1114"/>
                <a:gd name="T93" fmla="*/ 584 h 996"/>
                <a:gd name="T94" fmla="*/ 1088 w 1114"/>
                <a:gd name="T95" fmla="*/ 732 h 996"/>
                <a:gd name="T96" fmla="*/ 1028 w 1114"/>
                <a:gd name="T97" fmla="*/ 748 h 996"/>
                <a:gd name="T98" fmla="*/ 974 w 1114"/>
                <a:gd name="T99" fmla="*/ 772 h 996"/>
                <a:gd name="T100" fmla="*/ 942 w 1114"/>
                <a:gd name="T101" fmla="*/ 800 h 996"/>
                <a:gd name="T102" fmla="*/ 984 w 1114"/>
                <a:gd name="T103" fmla="*/ 910 h 996"/>
                <a:gd name="T104" fmla="*/ 972 w 1114"/>
                <a:gd name="T105" fmla="*/ 968 h 996"/>
                <a:gd name="T106" fmla="*/ 928 w 1114"/>
                <a:gd name="T107" fmla="*/ 924 h 996"/>
                <a:gd name="T108" fmla="*/ 904 w 1114"/>
                <a:gd name="T109" fmla="*/ 930 h 996"/>
                <a:gd name="T110" fmla="*/ 848 w 1114"/>
                <a:gd name="T111" fmla="*/ 972 h 996"/>
                <a:gd name="T112" fmla="*/ 812 w 1114"/>
                <a:gd name="T113" fmla="*/ 996 h 99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114" h="996">
                  <a:moveTo>
                    <a:pt x="812" y="996"/>
                  </a:moveTo>
                  <a:lnTo>
                    <a:pt x="812" y="996"/>
                  </a:lnTo>
                  <a:lnTo>
                    <a:pt x="772" y="958"/>
                  </a:lnTo>
                  <a:lnTo>
                    <a:pt x="760" y="936"/>
                  </a:lnTo>
                  <a:lnTo>
                    <a:pt x="754" y="926"/>
                  </a:lnTo>
                  <a:lnTo>
                    <a:pt x="750" y="920"/>
                  </a:lnTo>
                  <a:lnTo>
                    <a:pt x="742" y="916"/>
                  </a:lnTo>
                  <a:lnTo>
                    <a:pt x="736" y="912"/>
                  </a:lnTo>
                  <a:lnTo>
                    <a:pt x="726" y="910"/>
                  </a:lnTo>
                  <a:lnTo>
                    <a:pt x="716" y="912"/>
                  </a:lnTo>
                  <a:lnTo>
                    <a:pt x="698" y="952"/>
                  </a:lnTo>
                  <a:lnTo>
                    <a:pt x="692" y="950"/>
                  </a:lnTo>
                  <a:lnTo>
                    <a:pt x="684" y="946"/>
                  </a:lnTo>
                  <a:lnTo>
                    <a:pt x="672" y="932"/>
                  </a:lnTo>
                  <a:lnTo>
                    <a:pt x="664" y="918"/>
                  </a:lnTo>
                  <a:lnTo>
                    <a:pt x="660" y="910"/>
                  </a:lnTo>
                  <a:lnTo>
                    <a:pt x="656" y="908"/>
                  </a:lnTo>
                  <a:lnTo>
                    <a:pt x="654" y="904"/>
                  </a:lnTo>
                  <a:lnTo>
                    <a:pt x="650" y="896"/>
                  </a:lnTo>
                  <a:lnTo>
                    <a:pt x="628" y="892"/>
                  </a:lnTo>
                  <a:lnTo>
                    <a:pt x="620" y="880"/>
                  </a:lnTo>
                  <a:lnTo>
                    <a:pt x="614" y="872"/>
                  </a:lnTo>
                  <a:lnTo>
                    <a:pt x="608" y="868"/>
                  </a:lnTo>
                  <a:lnTo>
                    <a:pt x="602" y="864"/>
                  </a:lnTo>
                  <a:lnTo>
                    <a:pt x="588" y="862"/>
                  </a:lnTo>
                  <a:lnTo>
                    <a:pt x="572" y="860"/>
                  </a:lnTo>
                  <a:lnTo>
                    <a:pt x="568" y="866"/>
                  </a:lnTo>
                  <a:lnTo>
                    <a:pt x="554" y="870"/>
                  </a:lnTo>
                  <a:lnTo>
                    <a:pt x="544" y="870"/>
                  </a:lnTo>
                  <a:lnTo>
                    <a:pt x="538" y="866"/>
                  </a:lnTo>
                  <a:lnTo>
                    <a:pt x="536" y="860"/>
                  </a:lnTo>
                  <a:lnTo>
                    <a:pt x="534" y="852"/>
                  </a:lnTo>
                  <a:lnTo>
                    <a:pt x="534" y="842"/>
                  </a:lnTo>
                  <a:lnTo>
                    <a:pt x="534" y="824"/>
                  </a:lnTo>
                  <a:lnTo>
                    <a:pt x="526" y="816"/>
                  </a:lnTo>
                  <a:lnTo>
                    <a:pt x="520" y="814"/>
                  </a:lnTo>
                  <a:lnTo>
                    <a:pt x="514" y="812"/>
                  </a:lnTo>
                  <a:lnTo>
                    <a:pt x="506" y="812"/>
                  </a:lnTo>
                  <a:lnTo>
                    <a:pt x="488" y="834"/>
                  </a:lnTo>
                  <a:lnTo>
                    <a:pt x="474" y="842"/>
                  </a:lnTo>
                  <a:lnTo>
                    <a:pt x="468" y="848"/>
                  </a:lnTo>
                  <a:lnTo>
                    <a:pt x="460" y="852"/>
                  </a:lnTo>
                  <a:lnTo>
                    <a:pt x="452" y="858"/>
                  </a:lnTo>
                  <a:lnTo>
                    <a:pt x="442" y="860"/>
                  </a:lnTo>
                  <a:lnTo>
                    <a:pt x="422" y="866"/>
                  </a:lnTo>
                  <a:lnTo>
                    <a:pt x="404" y="868"/>
                  </a:lnTo>
                  <a:lnTo>
                    <a:pt x="380" y="858"/>
                  </a:lnTo>
                  <a:lnTo>
                    <a:pt x="372" y="852"/>
                  </a:lnTo>
                  <a:lnTo>
                    <a:pt x="364" y="846"/>
                  </a:lnTo>
                  <a:lnTo>
                    <a:pt x="360" y="840"/>
                  </a:lnTo>
                  <a:lnTo>
                    <a:pt x="354" y="832"/>
                  </a:lnTo>
                  <a:lnTo>
                    <a:pt x="348" y="814"/>
                  </a:lnTo>
                  <a:lnTo>
                    <a:pt x="336" y="796"/>
                  </a:lnTo>
                  <a:lnTo>
                    <a:pt x="332" y="792"/>
                  </a:lnTo>
                  <a:lnTo>
                    <a:pt x="330" y="790"/>
                  </a:lnTo>
                  <a:lnTo>
                    <a:pt x="320" y="790"/>
                  </a:lnTo>
                  <a:lnTo>
                    <a:pt x="304" y="788"/>
                  </a:lnTo>
                  <a:lnTo>
                    <a:pt x="302" y="790"/>
                  </a:lnTo>
                  <a:lnTo>
                    <a:pt x="294" y="786"/>
                  </a:lnTo>
                  <a:lnTo>
                    <a:pt x="290" y="782"/>
                  </a:lnTo>
                  <a:lnTo>
                    <a:pt x="288" y="776"/>
                  </a:lnTo>
                  <a:lnTo>
                    <a:pt x="286" y="770"/>
                  </a:lnTo>
                  <a:lnTo>
                    <a:pt x="294" y="768"/>
                  </a:lnTo>
                  <a:lnTo>
                    <a:pt x="304" y="766"/>
                  </a:lnTo>
                  <a:lnTo>
                    <a:pt x="314" y="762"/>
                  </a:lnTo>
                  <a:lnTo>
                    <a:pt x="324" y="756"/>
                  </a:lnTo>
                  <a:lnTo>
                    <a:pt x="322" y="736"/>
                  </a:lnTo>
                  <a:lnTo>
                    <a:pt x="318" y="722"/>
                  </a:lnTo>
                  <a:lnTo>
                    <a:pt x="310" y="708"/>
                  </a:lnTo>
                  <a:lnTo>
                    <a:pt x="296" y="708"/>
                  </a:lnTo>
                  <a:lnTo>
                    <a:pt x="288" y="712"/>
                  </a:lnTo>
                  <a:lnTo>
                    <a:pt x="284" y="720"/>
                  </a:lnTo>
                  <a:lnTo>
                    <a:pt x="278" y="732"/>
                  </a:lnTo>
                  <a:lnTo>
                    <a:pt x="270" y="732"/>
                  </a:lnTo>
                  <a:lnTo>
                    <a:pt x="264" y="730"/>
                  </a:lnTo>
                  <a:lnTo>
                    <a:pt x="252" y="724"/>
                  </a:lnTo>
                  <a:lnTo>
                    <a:pt x="244" y="716"/>
                  </a:lnTo>
                  <a:lnTo>
                    <a:pt x="234" y="712"/>
                  </a:lnTo>
                  <a:lnTo>
                    <a:pt x="232" y="702"/>
                  </a:lnTo>
                  <a:lnTo>
                    <a:pt x="228" y="696"/>
                  </a:lnTo>
                  <a:lnTo>
                    <a:pt x="220" y="686"/>
                  </a:lnTo>
                  <a:lnTo>
                    <a:pt x="220" y="662"/>
                  </a:lnTo>
                  <a:lnTo>
                    <a:pt x="232" y="650"/>
                  </a:lnTo>
                  <a:lnTo>
                    <a:pt x="244" y="640"/>
                  </a:lnTo>
                  <a:lnTo>
                    <a:pt x="260" y="616"/>
                  </a:lnTo>
                  <a:lnTo>
                    <a:pt x="264" y="602"/>
                  </a:lnTo>
                  <a:lnTo>
                    <a:pt x="268" y="592"/>
                  </a:lnTo>
                  <a:lnTo>
                    <a:pt x="274" y="582"/>
                  </a:lnTo>
                  <a:lnTo>
                    <a:pt x="280" y="572"/>
                  </a:lnTo>
                  <a:lnTo>
                    <a:pt x="292" y="556"/>
                  </a:lnTo>
                  <a:lnTo>
                    <a:pt x="298" y="546"/>
                  </a:lnTo>
                  <a:lnTo>
                    <a:pt x="302" y="536"/>
                  </a:lnTo>
                  <a:lnTo>
                    <a:pt x="304" y="516"/>
                  </a:lnTo>
                  <a:lnTo>
                    <a:pt x="308" y="518"/>
                  </a:lnTo>
                  <a:lnTo>
                    <a:pt x="312" y="520"/>
                  </a:lnTo>
                  <a:lnTo>
                    <a:pt x="316" y="528"/>
                  </a:lnTo>
                  <a:lnTo>
                    <a:pt x="316" y="538"/>
                  </a:lnTo>
                  <a:lnTo>
                    <a:pt x="314" y="550"/>
                  </a:lnTo>
                  <a:lnTo>
                    <a:pt x="316" y="556"/>
                  </a:lnTo>
                  <a:lnTo>
                    <a:pt x="318" y="562"/>
                  </a:lnTo>
                  <a:lnTo>
                    <a:pt x="322" y="568"/>
                  </a:lnTo>
                  <a:lnTo>
                    <a:pt x="330" y="572"/>
                  </a:lnTo>
                  <a:lnTo>
                    <a:pt x="348" y="572"/>
                  </a:lnTo>
                  <a:lnTo>
                    <a:pt x="358" y="568"/>
                  </a:lnTo>
                  <a:lnTo>
                    <a:pt x="366" y="562"/>
                  </a:lnTo>
                  <a:lnTo>
                    <a:pt x="368" y="524"/>
                  </a:lnTo>
                  <a:lnTo>
                    <a:pt x="368" y="508"/>
                  </a:lnTo>
                  <a:lnTo>
                    <a:pt x="366" y="494"/>
                  </a:lnTo>
                  <a:lnTo>
                    <a:pt x="358" y="484"/>
                  </a:lnTo>
                  <a:lnTo>
                    <a:pt x="352" y="474"/>
                  </a:lnTo>
                  <a:lnTo>
                    <a:pt x="348" y="466"/>
                  </a:lnTo>
                  <a:lnTo>
                    <a:pt x="348" y="458"/>
                  </a:lnTo>
                  <a:lnTo>
                    <a:pt x="350" y="452"/>
                  </a:lnTo>
                  <a:lnTo>
                    <a:pt x="352" y="444"/>
                  </a:lnTo>
                  <a:lnTo>
                    <a:pt x="360" y="428"/>
                  </a:lnTo>
                  <a:lnTo>
                    <a:pt x="358" y="410"/>
                  </a:lnTo>
                  <a:lnTo>
                    <a:pt x="352" y="392"/>
                  </a:lnTo>
                  <a:lnTo>
                    <a:pt x="346" y="380"/>
                  </a:lnTo>
                  <a:lnTo>
                    <a:pt x="340" y="372"/>
                  </a:lnTo>
                  <a:lnTo>
                    <a:pt x="338" y="348"/>
                  </a:lnTo>
                  <a:lnTo>
                    <a:pt x="350" y="320"/>
                  </a:lnTo>
                  <a:lnTo>
                    <a:pt x="352" y="306"/>
                  </a:lnTo>
                  <a:lnTo>
                    <a:pt x="354" y="294"/>
                  </a:lnTo>
                  <a:lnTo>
                    <a:pt x="364" y="268"/>
                  </a:lnTo>
                  <a:lnTo>
                    <a:pt x="362" y="252"/>
                  </a:lnTo>
                  <a:lnTo>
                    <a:pt x="360" y="236"/>
                  </a:lnTo>
                  <a:lnTo>
                    <a:pt x="356" y="218"/>
                  </a:lnTo>
                  <a:lnTo>
                    <a:pt x="350" y="202"/>
                  </a:lnTo>
                  <a:lnTo>
                    <a:pt x="342" y="188"/>
                  </a:lnTo>
                  <a:lnTo>
                    <a:pt x="334" y="174"/>
                  </a:lnTo>
                  <a:lnTo>
                    <a:pt x="324" y="164"/>
                  </a:lnTo>
                  <a:lnTo>
                    <a:pt x="314" y="158"/>
                  </a:lnTo>
                  <a:lnTo>
                    <a:pt x="296" y="158"/>
                  </a:lnTo>
                  <a:lnTo>
                    <a:pt x="284" y="160"/>
                  </a:lnTo>
                  <a:lnTo>
                    <a:pt x="272" y="164"/>
                  </a:lnTo>
                  <a:lnTo>
                    <a:pt x="262" y="172"/>
                  </a:lnTo>
                  <a:lnTo>
                    <a:pt x="252" y="188"/>
                  </a:lnTo>
                  <a:lnTo>
                    <a:pt x="244" y="198"/>
                  </a:lnTo>
                  <a:lnTo>
                    <a:pt x="234" y="204"/>
                  </a:lnTo>
                  <a:lnTo>
                    <a:pt x="216" y="208"/>
                  </a:lnTo>
                  <a:lnTo>
                    <a:pt x="198" y="210"/>
                  </a:lnTo>
                  <a:lnTo>
                    <a:pt x="182" y="214"/>
                  </a:lnTo>
                  <a:lnTo>
                    <a:pt x="166" y="218"/>
                  </a:lnTo>
                  <a:lnTo>
                    <a:pt x="152" y="222"/>
                  </a:lnTo>
                  <a:lnTo>
                    <a:pt x="144" y="218"/>
                  </a:lnTo>
                  <a:lnTo>
                    <a:pt x="138" y="212"/>
                  </a:lnTo>
                  <a:lnTo>
                    <a:pt x="134" y="208"/>
                  </a:lnTo>
                  <a:lnTo>
                    <a:pt x="132" y="202"/>
                  </a:lnTo>
                  <a:lnTo>
                    <a:pt x="130" y="192"/>
                  </a:lnTo>
                  <a:lnTo>
                    <a:pt x="128" y="184"/>
                  </a:lnTo>
                  <a:lnTo>
                    <a:pt x="124" y="164"/>
                  </a:lnTo>
                  <a:lnTo>
                    <a:pt x="118" y="148"/>
                  </a:lnTo>
                  <a:lnTo>
                    <a:pt x="110" y="136"/>
                  </a:lnTo>
                  <a:lnTo>
                    <a:pt x="102" y="126"/>
                  </a:lnTo>
                  <a:lnTo>
                    <a:pt x="86" y="120"/>
                  </a:lnTo>
                  <a:lnTo>
                    <a:pt x="72" y="116"/>
                  </a:lnTo>
                  <a:lnTo>
                    <a:pt x="62" y="114"/>
                  </a:lnTo>
                  <a:lnTo>
                    <a:pt x="54" y="116"/>
                  </a:lnTo>
                  <a:lnTo>
                    <a:pt x="48" y="122"/>
                  </a:lnTo>
                  <a:lnTo>
                    <a:pt x="46" y="130"/>
                  </a:lnTo>
                  <a:lnTo>
                    <a:pt x="44" y="140"/>
                  </a:lnTo>
                  <a:lnTo>
                    <a:pt x="44" y="156"/>
                  </a:lnTo>
                  <a:lnTo>
                    <a:pt x="0" y="124"/>
                  </a:lnTo>
                  <a:lnTo>
                    <a:pt x="0" y="118"/>
                  </a:lnTo>
                  <a:lnTo>
                    <a:pt x="20" y="96"/>
                  </a:lnTo>
                  <a:lnTo>
                    <a:pt x="24" y="58"/>
                  </a:lnTo>
                  <a:lnTo>
                    <a:pt x="10" y="46"/>
                  </a:lnTo>
                  <a:lnTo>
                    <a:pt x="72" y="10"/>
                  </a:lnTo>
                  <a:lnTo>
                    <a:pt x="88" y="4"/>
                  </a:lnTo>
                  <a:lnTo>
                    <a:pt x="104" y="0"/>
                  </a:lnTo>
                  <a:lnTo>
                    <a:pt x="122" y="0"/>
                  </a:lnTo>
                  <a:lnTo>
                    <a:pt x="142" y="2"/>
                  </a:lnTo>
                  <a:lnTo>
                    <a:pt x="156" y="10"/>
                  </a:lnTo>
                  <a:lnTo>
                    <a:pt x="168" y="16"/>
                  </a:lnTo>
                  <a:lnTo>
                    <a:pt x="184" y="18"/>
                  </a:lnTo>
                  <a:lnTo>
                    <a:pt x="204" y="20"/>
                  </a:lnTo>
                  <a:lnTo>
                    <a:pt x="224" y="16"/>
                  </a:lnTo>
                  <a:lnTo>
                    <a:pt x="240" y="14"/>
                  </a:lnTo>
                  <a:lnTo>
                    <a:pt x="258" y="18"/>
                  </a:lnTo>
                  <a:lnTo>
                    <a:pt x="282" y="26"/>
                  </a:lnTo>
                  <a:lnTo>
                    <a:pt x="324" y="78"/>
                  </a:lnTo>
                  <a:lnTo>
                    <a:pt x="348" y="106"/>
                  </a:lnTo>
                  <a:lnTo>
                    <a:pt x="374" y="136"/>
                  </a:lnTo>
                  <a:lnTo>
                    <a:pt x="392" y="184"/>
                  </a:lnTo>
                  <a:lnTo>
                    <a:pt x="436" y="222"/>
                  </a:lnTo>
                  <a:lnTo>
                    <a:pt x="446" y="236"/>
                  </a:lnTo>
                  <a:lnTo>
                    <a:pt x="452" y="246"/>
                  </a:lnTo>
                  <a:lnTo>
                    <a:pt x="456" y="258"/>
                  </a:lnTo>
                  <a:lnTo>
                    <a:pt x="458" y="278"/>
                  </a:lnTo>
                  <a:lnTo>
                    <a:pt x="464" y="284"/>
                  </a:lnTo>
                  <a:lnTo>
                    <a:pt x="470" y="290"/>
                  </a:lnTo>
                  <a:lnTo>
                    <a:pt x="492" y="306"/>
                  </a:lnTo>
                  <a:lnTo>
                    <a:pt x="496" y="314"/>
                  </a:lnTo>
                  <a:lnTo>
                    <a:pt x="498" y="330"/>
                  </a:lnTo>
                  <a:lnTo>
                    <a:pt x="504" y="354"/>
                  </a:lnTo>
                  <a:lnTo>
                    <a:pt x="514" y="358"/>
                  </a:lnTo>
                  <a:lnTo>
                    <a:pt x="532" y="358"/>
                  </a:lnTo>
                  <a:lnTo>
                    <a:pt x="552" y="356"/>
                  </a:lnTo>
                  <a:lnTo>
                    <a:pt x="570" y="354"/>
                  </a:lnTo>
                  <a:lnTo>
                    <a:pt x="580" y="354"/>
                  </a:lnTo>
                  <a:lnTo>
                    <a:pt x="588" y="354"/>
                  </a:lnTo>
                  <a:lnTo>
                    <a:pt x="600" y="358"/>
                  </a:lnTo>
                  <a:lnTo>
                    <a:pt x="614" y="366"/>
                  </a:lnTo>
                  <a:lnTo>
                    <a:pt x="638" y="366"/>
                  </a:lnTo>
                  <a:lnTo>
                    <a:pt x="642" y="362"/>
                  </a:lnTo>
                  <a:lnTo>
                    <a:pt x="646" y="360"/>
                  </a:lnTo>
                  <a:lnTo>
                    <a:pt x="662" y="358"/>
                  </a:lnTo>
                  <a:lnTo>
                    <a:pt x="704" y="396"/>
                  </a:lnTo>
                  <a:lnTo>
                    <a:pt x="716" y="396"/>
                  </a:lnTo>
                  <a:lnTo>
                    <a:pt x="728" y="396"/>
                  </a:lnTo>
                  <a:lnTo>
                    <a:pt x="740" y="400"/>
                  </a:lnTo>
                  <a:lnTo>
                    <a:pt x="748" y="404"/>
                  </a:lnTo>
                  <a:lnTo>
                    <a:pt x="754" y="410"/>
                  </a:lnTo>
                  <a:lnTo>
                    <a:pt x="770" y="448"/>
                  </a:lnTo>
                  <a:lnTo>
                    <a:pt x="772" y="458"/>
                  </a:lnTo>
                  <a:lnTo>
                    <a:pt x="778" y="470"/>
                  </a:lnTo>
                  <a:lnTo>
                    <a:pt x="784" y="484"/>
                  </a:lnTo>
                  <a:lnTo>
                    <a:pt x="792" y="496"/>
                  </a:lnTo>
                  <a:lnTo>
                    <a:pt x="802" y="506"/>
                  </a:lnTo>
                  <a:lnTo>
                    <a:pt x="808" y="510"/>
                  </a:lnTo>
                  <a:lnTo>
                    <a:pt x="814" y="512"/>
                  </a:lnTo>
                  <a:lnTo>
                    <a:pt x="822" y="514"/>
                  </a:lnTo>
                  <a:lnTo>
                    <a:pt x="830" y="512"/>
                  </a:lnTo>
                  <a:lnTo>
                    <a:pt x="838" y="510"/>
                  </a:lnTo>
                  <a:lnTo>
                    <a:pt x="846" y="506"/>
                  </a:lnTo>
                  <a:lnTo>
                    <a:pt x="878" y="498"/>
                  </a:lnTo>
                  <a:lnTo>
                    <a:pt x="912" y="486"/>
                  </a:lnTo>
                  <a:lnTo>
                    <a:pt x="928" y="476"/>
                  </a:lnTo>
                  <a:lnTo>
                    <a:pt x="942" y="454"/>
                  </a:lnTo>
                  <a:lnTo>
                    <a:pt x="956" y="436"/>
                  </a:lnTo>
                  <a:lnTo>
                    <a:pt x="972" y="420"/>
                  </a:lnTo>
                  <a:lnTo>
                    <a:pt x="990" y="404"/>
                  </a:lnTo>
                  <a:lnTo>
                    <a:pt x="1016" y="376"/>
                  </a:lnTo>
                  <a:lnTo>
                    <a:pt x="1064" y="336"/>
                  </a:lnTo>
                  <a:lnTo>
                    <a:pt x="1078" y="338"/>
                  </a:lnTo>
                  <a:lnTo>
                    <a:pt x="1084" y="340"/>
                  </a:lnTo>
                  <a:lnTo>
                    <a:pt x="1086" y="342"/>
                  </a:lnTo>
                  <a:lnTo>
                    <a:pt x="1088" y="346"/>
                  </a:lnTo>
                  <a:lnTo>
                    <a:pt x="1086" y="350"/>
                  </a:lnTo>
                  <a:lnTo>
                    <a:pt x="1084" y="370"/>
                  </a:lnTo>
                  <a:lnTo>
                    <a:pt x="1084" y="412"/>
                  </a:lnTo>
                  <a:lnTo>
                    <a:pt x="1100" y="428"/>
                  </a:lnTo>
                  <a:lnTo>
                    <a:pt x="1108" y="442"/>
                  </a:lnTo>
                  <a:lnTo>
                    <a:pt x="1112" y="448"/>
                  </a:lnTo>
                  <a:lnTo>
                    <a:pt x="1114" y="456"/>
                  </a:lnTo>
                  <a:lnTo>
                    <a:pt x="1112" y="498"/>
                  </a:lnTo>
                  <a:lnTo>
                    <a:pt x="1102" y="524"/>
                  </a:lnTo>
                  <a:lnTo>
                    <a:pt x="1098" y="530"/>
                  </a:lnTo>
                  <a:lnTo>
                    <a:pt x="1094" y="536"/>
                  </a:lnTo>
                  <a:lnTo>
                    <a:pt x="1092" y="550"/>
                  </a:lnTo>
                  <a:lnTo>
                    <a:pt x="1094" y="566"/>
                  </a:lnTo>
                  <a:lnTo>
                    <a:pt x="1096" y="584"/>
                  </a:lnTo>
                  <a:lnTo>
                    <a:pt x="1096" y="650"/>
                  </a:lnTo>
                  <a:lnTo>
                    <a:pt x="1086" y="690"/>
                  </a:lnTo>
                  <a:lnTo>
                    <a:pt x="1088" y="732"/>
                  </a:lnTo>
                  <a:lnTo>
                    <a:pt x="1080" y="742"/>
                  </a:lnTo>
                  <a:lnTo>
                    <a:pt x="1074" y="746"/>
                  </a:lnTo>
                  <a:lnTo>
                    <a:pt x="1068" y="750"/>
                  </a:lnTo>
                  <a:lnTo>
                    <a:pt x="1046" y="752"/>
                  </a:lnTo>
                  <a:lnTo>
                    <a:pt x="1028" y="748"/>
                  </a:lnTo>
                  <a:lnTo>
                    <a:pt x="1014" y="746"/>
                  </a:lnTo>
                  <a:lnTo>
                    <a:pt x="990" y="744"/>
                  </a:lnTo>
                  <a:lnTo>
                    <a:pt x="986" y="752"/>
                  </a:lnTo>
                  <a:lnTo>
                    <a:pt x="982" y="758"/>
                  </a:lnTo>
                  <a:lnTo>
                    <a:pt x="978" y="764"/>
                  </a:lnTo>
                  <a:lnTo>
                    <a:pt x="974" y="772"/>
                  </a:lnTo>
                  <a:lnTo>
                    <a:pt x="964" y="774"/>
                  </a:lnTo>
                  <a:lnTo>
                    <a:pt x="956" y="778"/>
                  </a:lnTo>
                  <a:lnTo>
                    <a:pt x="950" y="782"/>
                  </a:lnTo>
                  <a:lnTo>
                    <a:pt x="946" y="788"/>
                  </a:lnTo>
                  <a:lnTo>
                    <a:pt x="944" y="794"/>
                  </a:lnTo>
                  <a:lnTo>
                    <a:pt x="942" y="800"/>
                  </a:lnTo>
                  <a:lnTo>
                    <a:pt x="944" y="820"/>
                  </a:lnTo>
                  <a:lnTo>
                    <a:pt x="960" y="846"/>
                  </a:lnTo>
                  <a:lnTo>
                    <a:pt x="964" y="866"/>
                  </a:lnTo>
                  <a:lnTo>
                    <a:pt x="972" y="888"/>
                  </a:lnTo>
                  <a:lnTo>
                    <a:pt x="984" y="910"/>
                  </a:lnTo>
                  <a:lnTo>
                    <a:pt x="996" y="936"/>
                  </a:lnTo>
                  <a:lnTo>
                    <a:pt x="1006" y="976"/>
                  </a:lnTo>
                  <a:lnTo>
                    <a:pt x="992" y="976"/>
                  </a:lnTo>
                  <a:lnTo>
                    <a:pt x="982" y="972"/>
                  </a:lnTo>
                  <a:lnTo>
                    <a:pt x="972" y="968"/>
                  </a:lnTo>
                  <a:lnTo>
                    <a:pt x="962" y="962"/>
                  </a:lnTo>
                  <a:lnTo>
                    <a:pt x="948" y="950"/>
                  </a:lnTo>
                  <a:lnTo>
                    <a:pt x="936" y="942"/>
                  </a:lnTo>
                  <a:lnTo>
                    <a:pt x="934" y="934"/>
                  </a:lnTo>
                  <a:lnTo>
                    <a:pt x="932" y="928"/>
                  </a:lnTo>
                  <a:lnTo>
                    <a:pt x="928" y="924"/>
                  </a:lnTo>
                  <a:lnTo>
                    <a:pt x="924" y="920"/>
                  </a:lnTo>
                  <a:lnTo>
                    <a:pt x="918" y="920"/>
                  </a:lnTo>
                  <a:lnTo>
                    <a:pt x="914" y="918"/>
                  </a:lnTo>
                  <a:lnTo>
                    <a:pt x="910" y="920"/>
                  </a:lnTo>
                  <a:lnTo>
                    <a:pt x="906" y="922"/>
                  </a:lnTo>
                  <a:lnTo>
                    <a:pt x="904" y="930"/>
                  </a:lnTo>
                  <a:lnTo>
                    <a:pt x="888" y="934"/>
                  </a:lnTo>
                  <a:lnTo>
                    <a:pt x="874" y="940"/>
                  </a:lnTo>
                  <a:lnTo>
                    <a:pt x="848" y="954"/>
                  </a:lnTo>
                  <a:lnTo>
                    <a:pt x="848" y="972"/>
                  </a:lnTo>
                  <a:lnTo>
                    <a:pt x="852" y="976"/>
                  </a:lnTo>
                  <a:lnTo>
                    <a:pt x="840" y="982"/>
                  </a:lnTo>
                  <a:lnTo>
                    <a:pt x="832" y="992"/>
                  </a:lnTo>
                  <a:lnTo>
                    <a:pt x="812" y="996"/>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19" name="Freeform 39"/>
            <p:cNvSpPr/>
            <p:nvPr/>
          </p:nvSpPr>
          <p:spPr bwMode="auto">
            <a:xfrm>
              <a:off x="3181350" y="2301876"/>
              <a:ext cx="2238375" cy="1905000"/>
            </a:xfrm>
            <a:custGeom>
              <a:avLst/>
              <a:gdLst>
                <a:gd name="T0" fmla="*/ 1230 w 1410"/>
                <a:gd name="T1" fmla="*/ 918 h 1200"/>
                <a:gd name="T2" fmla="*/ 1196 w 1410"/>
                <a:gd name="T3" fmla="*/ 976 h 1200"/>
                <a:gd name="T4" fmla="*/ 1214 w 1410"/>
                <a:gd name="T5" fmla="*/ 1092 h 1200"/>
                <a:gd name="T6" fmla="*/ 1172 w 1410"/>
                <a:gd name="T7" fmla="*/ 1136 h 1200"/>
                <a:gd name="T8" fmla="*/ 1124 w 1410"/>
                <a:gd name="T9" fmla="*/ 1194 h 1200"/>
                <a:gd name="T10" fmla="*/ 1036 w 1410"/>
                <a:gd name="T11" fmla="*/ 1182 h 1200"/>
                <a:gd name="T12" fmla="*/ 972 w 1410"/>
                <a:gd name="T13" fmla="*/ 1096 h 1200"/>
                <a:gd name="T14" fmla="*/ 908 w 1410"/>
                <a:gd name="T15" fmla="*/ 1054 h 1200"/>
                <a:gd name="T16" fmla="*/ 834 w 1410"/>
                <a:gd name="T17" fmla="*/ 1030 h 1200"/>
                <a:gd name="T18" fmla="*/ 826 w 1410"/>
                <a:gd name="T19" fmla="*/ 1080 h 1200"/>
                <a:gd name="T20" fmla="*/ 788 w 1410"/>
                <a:gd name="T21" fmla="*/ 1120 h 1200"/>
                <a:gd name="T22" fmla="*/ 696 w 1410"/>
                <a:gd name="T23" fmla="*/ 1046 h 1200"/>
                <a:gd name="T24" fmla="*/ 764 w 1410"/>
                <a:gd name="T25" fmla="*/ 1022 h 1200"/>
                <a:gd name="T26" fmla="*/ 812 w 1410"/>
                <a:gd name="T27" fmla="*/ 1010 h 1200"/>
                <a:gd name="T28" fmla="*/ 818 w 1410"/>
                <a:gd name="T29" fmla="*/ 922 h 1200"/>
                <a:gd name="T30" fmla="*/ 878 w 1410"/>
                <a:gd name="T31" fmla="*/ 860 h 1200"/>
                <a:gd name="T32" fmla="*/ 876 w 1410"/>
                <a:gd name="T33" fmla="*/ 776 h 1200"/>
                <a:gd name="T34" fmla="*/ 846 w 1410"/>
                <a:gd name="T35" fmla="*/ 662 h 1200"/>
                <a:gd name="T36" fmla="*/ 760 w 1410"/>
                <a:gd name="T37" fmla="*/ 608 h 1200"/>
                <a:gd name="T38" fmla="*/ 638 w 1410"/>
                <a:gd name="T39" fmla="*/ 510 h 1200"/>
                <a:gd name="T40" fmla="*/ 506 w 1410"/>
                <a:gd name="T41" fmla="*/ 456 h 1200"/>
                <a:gd name="T42" fmla="*/ 412 w 1410"/>
                <a:gd name="T43" fmla="*/ 428 h 1200"/>
                <a:gd name="T44" fmla="*/ 356 w 1410"/>
                <a:gd name="T45" fmla="*/ 460 h 1200"/>
                <a:gd name="T46" fmla="*/ 318 w 1410"/>
                <a:gd name="T47" fmla="*/ 494 h 1200"/>
                <a:gd name="T48" fmla="*/ 182 w 1410"/>
                <a:gd name="T49" fmla="*/ 398 h 1200"/>
                <a:gd name="T50" fmla="*/ 42 w 1410"/>
                <a:gd name="T51" fmla="*/ 378 h 1200"/>
                <a:gd name="T52" fmla="*/ 8 w 1410"/>
                <a:gd name="T53" fmla="*/ 326 h 1200"/>
                <a:gd name="T54" fmla="*/ 12 w 1410"/>
                <a:gd name="T55" fmla="*/ 278 h 1200"/>
                <a:gd name="T56" fmla="*/ 100 w 1410"/>
                <a:gd name="T57" fmla="*/ 232 h 1200"/>
                <a:gd name="T58" fmla="*/ 156 w 1410"/>
                <a:gd name="T59" fmla="*/ 146 h 1200"/>
                <a:gd name="T60" fmla="*/ 274 w 1410"/>
                <a:gd name="T61" fmla="*/ 120 h 1200"/>
                <a:gd name="T62" fmla="*/ 308 w 1410"/>
                <a:gd name="T63" fmla="*/ 38 h 1200"/>
                <a:gd name="T64" fmla="*/ 346 w 1410"/>
                <a:gd name="T65" fmla="*/ 4 h 1200"/>
                <a:gd name="T66" fmla="*/ 450 w 1410"/>
                <a:gd name="T67" fmla="*/ 90 h 1200"/>
                <a:gd name="T68" fmla="*/ 446 w 1410"/>
                <a:gd name="T69" fmla="*/ 180 h 1200"/>
                <a:gd name="T70" fmla="*/ 506 w 1410"/>
                <a:gd name="T71" fmla="*/ 280 h 1200"/>
                <a:gd name="T72" fmla="*/ 652 w 1410"/>
                <a:gd name="T73" fmla="*/ 252 h 1200"/>
                <a:gd name="T74" fmla="*/ 626 w 1410"/>
                <a:gd name="T75" fmla="*/ 314 h 1200"/>
                <a:gd name="T76" fmla="*/ 632 w 1410"/>
                <a:gd name="T77" fmla="*/ 372 h 1200"/>
                <a:gd name="T78" fmla="*/ 702 w 1410"/>
                <a:gd name="T79" fmla="*/ 456 h 1200"/>
                <a:gd name="T80" fmla="*/ 780 w 1410"/>
                <a:gd name="T81" fmla="*/ 514 h 1200"/>
                <a:gd name="T82" fmla="*/ 808 w 1410"/>
                <a:gd name="T83" fmla="*/ 456 h 1200"/>
                <a:gd name="T84" fmla="*/ 868 w 1410"/>
                <a:gd name="T85" fmla="*/ 450 h 1200"/>
                <a:gd name="T86" fmla="*/ 938 w 1410"/>
                <a:gd name="T87" fmla="*/ 438 h 1200"/>
                <a:gd name="T88" fmla="*/ 1002 w 1410"/>
                <a:gd name="T89" fmla="*/ 440 h 1200"/>
                <a:gd name="T90" fmla="*/ 940 w 1410"/>
                <a:gd name="T91" fmla="*/ 512 h 1200"/>
                <a:gd name="T92" fmla="*/ 974 w 1410"/>
                <a:gd name="T93" fmla="*/ 642 h 1200"/>
                <a:gd name="T94" fmla="*/ 1024 w 1410"/>
                <a:gd name="T95" fmla="*/ 652 h 1200"/>
                <a:gd name="T96" fmla="*/ 1106 w 1410"/>
                <a:gd name="T97" fmla="*/ 762 h 1200"/>
                <a:gd name="T98" fmla="*/ 1152 w 1410"/>
                <a:gd name="T99" fmla="*/ 868 h 1200"/>
                <a:gd name="T100" fmla="*/ 1230 w 1410"/>
                <a:gd name="T101" fmla="*/ 850 h 1200"/>
                <a:gd name="T102" fmla="*/ 1250 w 1410"/>
                <a:gd name="T103" fmla="*/ 792 h 1200"/>
                <a:gd name="T104" fmla="*/ 1214 w 1410"/>
                <a:gd name="T105" fmla="*/ 742 h 1200"/>
                <a:gd name="T106" fmla="*/ 1258 w 1410"/>
                <a:gd name="T107" fmla="*/ 678 h 1200"/>
                <a:gd name="T108" fmla="*/ 1278 w 1410"/>
                <a:gd name="T109" fmla="*/ 688 h 1200"/>
                <a:gd name="T110" fmla="*/ 1344 w 1410"/>
                <a:gd name="T111" fmla="*/ 736 h 1200"/>
                <a:gd name="T112" fmla="*/ 1404 w 1410"/>
                <a:gd name="T113" fmla="*/ 860 h 1200"/>
                <a:gd name="T114" fmla="*/ 1360 w 1410"/>
                <a:gd name="T115" fmla="*/ 880 h 1200"/>
                <a:gd name="T116" fmla="*/ 1324 w 1410"/>
                <a:gd name="T117" fmla="*/ 938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410" h="1200">
                  <a:moveTo>
                    <a:pt x="1314" y="940"/>
                  </a:moveTo>
                  <a:lnTo>
                    <a:pt x="1314" y="940"/>
                  </a:lnTo>
                  <a:lnTo>
                    <a:pt x="1302" y="932"/>
                  </a:lnTo>
                  <a:lnTo>
                    <a:pt x="1290" y="926"/>
                  </a:lnTo>
                  <a:lnTo>
                    <a:pt x="1280" y="922"/>
                  </a:lnTo>
                  <a:lnTo>
                    <a:pt x="1270" y="918"/>
                  </a:lnTo>
                  <a:lnTo>
                    <a:pt x="1250" y="916"/>
                  </a:lnTo>
                  <a:lnTo>
                    <a:pt x="1230" y="918"/>
                  </a:lnTo>
                  <a:lnTo>
                    <a:pt x="1220" y="920"/>
                  </a:lnTo>
                  <a:lnTo>
                    <a:pt x="1208" y="924"/>
                  </a:lnTo>
                  <a:lnTo>
                    <a:pt x="1202" y="936"/>
                  </a:lnTo>
                  <a:lnTo>
                    <a:pt x="1198" y="950"/>
                  </a:lnTo>
                  <a:lnTo>
                    <a:pt x="1196" y="962"/>
                  </a:lnTo>
                  <a:lnTo>
                    <a:pt x="1196" y="976"/>
                  </a:lnTo>
                  <a:lnTo>
                    <a:pt x="1200" y="990"/>
                  </a:lnTo>
                  <a:lnTo>
                    <a:pt x="1204" y="1006"/>
                  </a:lnTo>
                  <a:lnTo>
                    <a:pt x="1216" y="1036"/>
                  </a:lnTo>
                  <a:lnTo>
                    <a:pt x="1218" y="1062"/>
                  </a:lnTo>
                  <a:lnTo>
                    <a:pt x="1218" y="1076"/>
                  </a:lnTo>
                  <a:lnTo>
                    <a:pt x="1214" y="1092"/>
                  </a:lnTo>
                  <a:lnTo>
                    <a:pt x="1164" y="1092"/>
                  </a:lnTo>
                  <a:lnTo>
                    <a:pt x="1154" y="1098"/>
                  </a:lnTo>
                  <a:lnTo>
                    <a:pt x="1152" y="1102"/>
                  </a:lnTo>
                  <a:lnTo>
                    <a:pt x="1150" y="1120"/>
                  </a:lnTo>
                  <a:lnTo>
                    <a:pt x="1172" y="1136"/>
                  </a:lnTo>
                  <a:lnTo>
                    <a:pt x="1172" y="1150"/>
                  </a:lnTo>
                  <a:lnTo>
                    <a:pt x="1166" y="1166"/>
                  </a:lnTo>
                  <a:lnTo>
                    <a:pt x="1160" y="1182"/>
                  </a:lnTo>
                  <a:lnTo>
                    <a:pt x="1144" y="1184"/>
                  </a:lnTo>
                  <a:lnTo>
                    <a:pt x="1134" y="1188"/>
                  </a:lnTo>
                  <a:lnTo>
                    <a:pt x="1124" y="1194"/>
                  </a:lnTo>
                  <a:lnTo>
                    <a:pt x="1112" y="1198"/>
                  </a:lnTo>
                  <a:lnTo>
                    <a:pt x="1056" y="1200"/>
                  </a:lnTo>
                  <a:lnTo>
                    <a:pt x="1050" y="1198"/>
                  </a:lnTo>
                  <a:lnTo>
                    <a:pt x="1044" y="1188"/>
                  </a:lnTo>
                  <a:lnTo>
                    <a:pt x="1036" y="1182"/>
                  </a:lnTo>
                  <a:lnTo>
                    <a:pt x="1030" y="1178"/>
                  </a:lnTo>
                  <a:lnTo>
                    <a:pt x="1024" y="1176"/>
                  </a:lnTo>
                  <a:lnTo>
                    <a:pt x="1018" y="1160"/>
                  </a:lnTo>
                  <a:lnTo>
                    <a:pt x="996" y="1116"/>
                  </a:lnTo>
                  <a:lnTo>
                    <a:pt x="972" y="1096"/>
                  </a:lnTo>
                  <a:lnTo>
                    <a:pt x="968" y="1090"/>
                  </a:lnTo>
                  <a:lnTo>
                    <a:pt x="962" y="1084"/>
                  </a:lnTo>
                  <a:lnTo>
                    <a:pt x="950" y="1074"/>
                  </a:lnTo>
                  <a:lnTo>
                    <a:pt x="938" y="1070"/>
                  </a:lnTo>
                  <a:lnTo>
                    <a:pt x="928" y="1066"/>
                  </a:lnTo>
                  <a:lnTo>
                    <a:pt x="908" y="1054"/>
                  </a:lnTo>
                  <a:lnTo>
                    <a:pt x="900" y="1036"/>
                  </a:lnTo>
                  <a:lnTo>
                    <a:pt x="892" y="1024"/>
                  </a:lnTo>
                  <a:lnTo>
                    <a:pt x="884" y="1016"/>
                  </a:lnTo>
                  <a:lnTo>
                    <a:pt x="876" y="1014"/>
                  </a:lnTo>
                  <a:lnTo>
                    <a:pt x="868" y="1014"/>
                  </a:lnTo>
                  <a:lnTo>
                    <a:pt x="858" y="1016"/>
                  </a:lnTo>
                  <a:lnTo>
                    <a:pt x="834" y="1030"/>
                  </a:lnTo>
                  <a:lnTo>
                    <a:pt x="826" y="1038"/>
                  </a:lnTo>
                  <a:lnTo>
                    <a:pt x="820" y="1044"/>
                  </a:lnTo>
                  <a:lnTo>
                    <a:pt x="818" y="1052"/>
                  </a:lnTo>
                  <a:lnTo>
                    <a:pt x="818" y="1066"/>
                  </a:lnTo>
                  <a:lnTo>
                    <a:pt x="822" y="1074"/>
                  </a:lnTo>
                  <a:lnTo>
                    <a:pt x="826" y="1080"/>
                  </a:lnTo>
                  <a:lnTo>
                    <a:pt x="828" y="1090"/>
                  </a:lnTo>
                  <a:lnTo>
                    <a:pt x="830" y="1104"/>
                  </a:lnTo>
                  <a:lnTo>
                    <a:pt x="818" y="1112"/>
                  </a:lnTo>
                  <a:lnTo>
                    <a:pt x="812" y="1116"/>
                  </a:lnTo>
                  <a:lnTo>
                    <a:pt x="804" y="1118"/>
                  </a:lnTo>
                  <a:lnTo>
                    <a:pt x="788" y="1120"/>
                  </a:lnTo>
                  <a:lnTo>
                    <a:pt x="764" y="1104"/>
                  </a:lnTo>
                  <a:lnTo>
                    <a:pt x="742" y="1090"/>
                  </a:lnTo>
                  <a:lnTo>
                    <a:pt x="724" y="1074"/>
                  </a:lnTo>
                  <a:lnTo>
                    <a:pt x="708" y="1058"/>
                  </a:lnTo>
                  <a:lnTo>
                    <a:pt x="702" y="1052"/>
                  </a:lnTo>
                  <a:lnTo>
                    <a:pt x="696" y="1046"/>
                  </a:lnTo>
                  <a:lnTo>
                    <a:pt x="692" y="1036"/>
                  </a:lnTo>
                  <a:lnTo>
                    <a:pt x="690" y="1028"/>
                  </a:lnTo>
                  <a:lnTo>
                    <a:pt x="688" y="1010"/>
                  </a:lnTo>
                  <a:lnTo>
                    <a:pt x="688" y="998"/>
                  </a:lnTo>
                  <a:lnTo>
                    <a:pt x="730" y="1000"/>
                  </a:lnTo>
                  <a:lnTo>
                    <a:pt x="764" y="1022"/>
                  </a:lnTo>
                  <a:lnTo>
                    <a:pt x="776" y="1022"/>
                  </a:lnTo>
                  <a:lnTo>
                    <a:pt x="788" y="1022"/>
                  </a:lnTo>
                  <a:lnTo>
                    <a:pt x="794" y="1022"/>
                  </a:lnTo>
                  <a:lnTo>
                    <a:pt x="800" y="1020"/>
                  </a:lnTo>
                  <a:lnTo>
                    <a:pt x="806" y="1016"/>
                  </a:lnTo>
                  <a:lnTo>
                    <a:pt x="812" y="1010"/>
                  </a:lnTo>
                  <a:lnTo>
                    <a:pt x="812" y="994"/>
                  </a:lnTo>
                  <a:lnTo>
                    <a:pt x="790" y="974"/>
                  </a:lnTo>
                  <a:lnTo>
                    <a:pt x="782" y="966"/>
                  </a:lnTo>
                  <a:lnTo>
                    <a:pt x="778" y="958"/>
                  </a:lnTo>
                  <a:lnTo>
                    <a:pt x="798" y="944"/>
                  </a:lnTo>
                  <a:lnTo>
                    <a:pt x="818" y="922"/>
                  </a:lnTo>
                  <a:lnTo>
                    <a:pt x="836" y="900"/>
                  </a:lnTo>
                  <a:lnTo>
                    <a:pt x="842" y="888"/>
                  </a:lnTo>
                  <a:lnTo>
                    <a:pt x="846" y="878"/>
                  </a:lnTo>
                  <a:lnTo>
                    <a:pt x="862" y="870"/>
                  </a:lnTo>
                  <a:lnTo>
                    <a:pt x="874" y="862"/>
                  </a:lnTo>
                  <a:lnTo>
                    <a:pt x="878" y="860"/>
                  </a:lnTo>
                  <a:lnTo>
                    <a:pt x="884" y="856"/>
                  </a:lnTo>
                  <a:lnTo>
                    <a:pt x="892" y="846"/>
                  </a:lnTo>
                  <a:lnTo>
                    <a:pt x="890" y="804"/>
                  </a:lnTo>
                  <a:lnTo>
                    <a:pt x="884" y="796"/>
                  </a:lnTo>
                  <a:lnTo>
                    <a:pt x="878" y="786"/>
                  </a:lnTo>
                  <a:lnTo>
                    <a:pt x="876" y="776"/>
                  </a:lnTo>
                  <a:lnTo>
                    <a:pt x="874" y="768"/>
                  </a:lnTo>
                  <a:lnTo>
                    <a:pt x="874" y="754"/>
                  </a:lnTo>
                  <a:lnTo>
                    <a:pt x="874" y="748"/>
                  </a:lnTo>
                  <a:lnTo>
                    <a:pt x="872" y="746"/>
                  </a:lnTo>
                  <a:lnTo>
                    <a:pt x="852" y="696"/>
                  </a:lnTo>
                  <a:lnTo>
                    <a:pt x="846" y="662"/>
                  </a:lnTo>
                  <a:lnTo>
                    <a:pt x="830" y="630"/>
                  </a:lnTo>
                  <a:lnTo>
                    <a:pt x="824" y="618"/>
                  </a:lnTo>
                  <a:lnTo>
                    <a:pt x="818" y="612"/>
                  </a:lnTo>
                  <a:lnTo>
                    <a:pt x="770" y="612"/>
                  </a:lnTo>
                  <a:lnTo>
                    <a:pt x="760" y="608"/>
                  </a:lnTo>
                  <a:lnTo>
                    <a:pt x="748" y="602"/>
                  </a:lnTo>
                  <a:lnTo>
                    <a:pt x="728" y="588"/>
                  </a:lnTo>
                  <a:lnTo>
                    <a:pt x="710" y="576"/>
                  </a:lnTo>
                  <a:lnTo>
                    <a:pt x="696" y="566"/>
                  </a:lnTo>
                  <a:lnTo>
                    <a:pt x="648" y="510"/>
                  </a:lnTo>
                  <a:lnTo>
                    <a:pt x="638" y="510"/>
                  </a:lnTo>
                  <a:lnTo>
                    <a:pt x="630" y="512"/>
                  </a:lnTo>
                  <a:lnTo>
                    <a:pt x="618" y="516"/>
                  </a:lnTo>
                  <a:lnTo>
                    <a:pt x="594" y="514"/>
                  </a:lnTo>
                  <a:lnTo>
                    <a:pt x="548" y="476"/>
                  </a:lnTo>
                  <a:lnTo>
                    <a:pt x="506" y="456"/>
                  </a:lnTo>
                  <a:lnTo>
                    <a:pt x="486" y="454"/>
                  </a:lnTo>
                  <a:lnTo>
                    <a:pt x="470" y="452"/>
                  </a:lnTo>
                  <a:lnTo>
                    <a:pt x="442" y="446"/>
                  </a:lnTo>
                  <a:lnTo>
                    <a:pt x="430" y="436"/>
                  </a:lnTo>
                  <a:lnTo>
                    <a:pt x="422" y="432"/>
                  </a:lnTo>
                  <a:lnTo>
                    <a:pt x="412" y="428"/>
                  </a:lnTo>
                  <a:lnTo>
                    <a:pt x="406" y="426"/>
                  </a:lnTo>
                  <a:lnTo>
                    <a:pt x="390" y="426"/>
                  </a:lnTo>
                  <a:lnTo>
                    <a:pt x="370" y="426"/>
                  </a:lnTo>
                  <a:lnTo>
                    <a:pt x="352" y="436"/>
                  </a:lnTo>
                  <a:lnTo>
                    <a:pt x="354" y="448"/>
                  </a:lnTo>
                  <a:lnTo>
                    <a:pt x="356" y="460"/>
                  </a:lnTo>
                  <a:lnTo>
                    <a:pt x="358" y="472"/>
                  </a:lnTo>
                  <a:lnTo>
                    <a:pt x="356" y="490"/>
                  </a:lnTo>
                  <a:lnTo>
                    <a:pt x="352" y="494"/>
                  </a:lnTo>
                  <a:lnTo>
                    <a:pt x="346" y="496"/>
                  </a:lnTo>
                  <a:lnTo>
                    <a:pt x="338" y="498"/>
                  </a:lnTo>
                  <a:lnTo>
                    <a:pt x="332" y="498"/>
                  </a:lnTo>
                  <a:lnTo>
                    <a:pt x="318" y="494"/>
                  </a:lnTo>
                  <a:lnTo>
                    <a:pt x="304" y="486"/>
                  </a:lnTo>
                  <a:lnTo>
                    <a:pt x="290" y="478"/>
                  </a:lnTo>
                  <a:lnTo>
                    <a:pt x="278" y="468"/>
                  </a:lnTo>
                  <a:lnTo>
                    <a:pt x="262" y="452"/>
                  </a:lnTo>
                  <a:lnTo>
                    <a:pt x="222" y="420"/>
                  </a:lnTo>
                  <a:lnTo>
                    <a:pt x="182" y="398"/>
                  </a:lnTo>
                  <a:lnTo>
                    <a:pt x="164" y="390"/>
                  </a:lnTo>
                  <a:lnTo>
                    <a:pt x="148" y="384"/>
                  </a:lnTo>
                  <a:lnTo>
                    <a:pt x="116" y="384"/>
                  </a:lnTo>
                  <a:lnTo>
                    <a:pt x="86" y="384"/>
                  </a:lnTo>
                  <a:lnTo>
                    <a:pt x="70" y="384"/>
                  </a:lnTo>
                  <a:lnTo>
                    <a:pt x="56" y="382"/>
                  </a:lnTo>
                  <a:lnTo>
                    <a:pt x="42" y="378"/>
                  </a:lnTo>
                  <a:lnTo>
                    <a:pt x="30" y="374"/>
                  </a:lnTo>
                  <a:lnTo>
                    <a:pt x="20" y="372"/>
                  </a:lnTo>
                  <a:lnTo>
                    <a:pt x="18" y="358"/>
                  </a:lnTo>
                  <a:lnTo>
                    <a:pt x="14" y="344"/>
                  </a:lnTo>
                  <a:lnTo>
                    <a:pt x="12" y="332"/>
                  </a:lnTo>
                  <a:lnTo>
                    <a:pt x="8" y="326"/>
                  </a:lnTo>
                  <a:lnTo>
                    <a:pt x="4" y="310"/>
                  </a:lnTo>
                  <a:lnTo>
                    <a:pt x="0" y="296"/>
                  </a:lnTo>
                  <a:lnTo>
                    <a:pt x="0" y="290"/>
                  </a:lnTo>
                  <a:lnTo>
                    <a:pt x="2" y="284"/>
                  </a:lnTo>
                  <a:lnTo>
                    <a:pt x="4" y="280"/>
                  </a:lnTo>
                  <a:lnTo>
                    <a:pt x="12" y="278"/>
                  </a:lnTo>
                  <a:lnTo>
                    <a:pt x="20" y="262"/>
                  </a:lnTo>
                  <a:lnTo>
                    <a:pt x="28" y="246"/>
                  </a:lnTo>
                  <a:lnTo>
                    <a:pt x="46" y="246"/>
                  </a:lnTo>
                  <a:lnTo>
                    <a:pt x="68" y="244"/>
                  </a:lnTo>
                  <a:lnTo>
                    <a:pt x="80" y="242"/>
                  </a:lnTo>
                  <a:lnTo>
                    <a:pt x="90" y="238"/>
                  </a:lnTo>
                  <a:lnTo>
                    <a:pt x="100" y="232"/>
                  </a:lnTo>
                  <a:lnTo>
                    <a:pt x="108" y="226"/>
                  </a:lnTo>
                  <a:lnTo>
                    <a:pt x="120" y="200"/>
                  </a:lnTo>
                  <a:lnTo>
                    <a:pt x="142" y="176"/>
                  </a:lnTo>
                  <a:lnTo>
                    <a:pt x="150" y="158"/>
                  </a:lnTo>
                  <a:lnTo>
                    <a:pt x="156" y="146"/>
                  </a:lnTo>
                  <a:lnTo>
                    <a:pt x="166" y="136"/>
                  </a:lnTo>
                  <a:lnTo>
                    <a:pt x="176" y="130"/>
                  </a:lnTo>
                  <a:lnTo>
                    <a:pt x="188" y="126"/>
                  </a:lnTo>
                  <a:lnTo>
                    <a:pt x="202" y="124"/>
                  </a:lnTo>
                  <a:lnTo>
                    <a:pt x="238" y="120"/>
                  </a:lnTo>
                  <a:lnTo>
                    <a:pt x="252" y="120"/>
                  </a:lnTo>
                  <a:lnTo>
                    <a:pt x="274" y="120"/>
                  </a:lnTo>
                  <a:lnTo>
                    <a:pt x="286" y="120"/>
                  </a:lnTo>
                  <a:lnTo>
                    <a:pt x="298" y="118"/>
                  </a:lnTo>
                  <a:lnTo>
                    <a:pt x="308" y="114"/>
                  </a:lnTo>
                  <a:lnTo>
                    <a:pt x="316" y="108"/>
                  </a:lnTo>
                  <a:lnTo>
                    <a:pt x="308" y="62"/>
                  </a:lnTo>
                  <a:lnTo>
                    <a:pt x="308" y="38"/>
                  </a:lnTo>
                  <a:lnTo>
                    <a:pt x="310" y="26"/>
                  </a:lnTo>
                  <a:lnTo>
                    <a:pt x="312" y="16"/>
                  </a:lnTo>
                  <a:lnTo>
                    <a:pt x="318" y="8"/>
                  </a:lnTo>
                  <a:lnTo>
                    <a:pt x="324" y="2"/>
                  </a:lnTo>
                  <a:lnTo>
                    <a:pt x="328" y="0"/>
                  </a:lnTo>
                  <a:lnTo>
                    <a:pt x="334" y="0"/>
                  </a:lnTo>
                  <a:lnTo>
                    <a:pt x="346" y="4"/>
                  </a:lnTo>
                  <a:lnTo>
                    <a:pt x="434" y="16"/>
                  </a:lnTo>
                  <a:lnTo>
                    <a:pt x="432" y="24"/>
                  </a:lnTo>
                  <a:lnTo>
                    <a:pt x="430" y="36"/>
                  </a:lnTo>
                  <a:lnTo>
                    <a:pt x="432" y="60"/>
                  </a:lnTo>
                  <a:lnTo>
                    <a:pt x="444" y="80"/>
                  </a:lnTo>
                  <a:lnTo>
                    <a:pt x="450" y="90"/>
                  </a:lnTo>
                  <a:lnTo>
                    <a:pt x="456" y="106"/>
                  </a:lnTo>
                  <a:lnTo>
                    <a:pt x="456" y="130"/>
                  </a:lnTo>
                  <a:lnTo>
                    <a:pt x="448" y="152"/>
                  </a:lnTo>
                  <a:lnTo>
                    <a:pt x="444" y="166"/>
                  </a:lnTo>
                  <a:lnTo>
                    <a:pt x="446" y="180"/>
                  </a:lnTo>
                  <a:lnTo>
                    <a:pt x="490" y="222"/>
                  </a:lnTo>
                  <a:lnTo>
                    <a:pt x="496" y="234"/>
                  </a:lnTo>
                  <a:lnTo>
                    <a:pt x="496" y="276"/>
                  </a:lnTo>
                  <a:lnTo>
                    <a:pt x="500" y="278"/>
                  </a:lnTo>
                  <a:lnTo>
                    <a:pt x="506" y="280"/>
                  </a:lnTo>
                  <a:lnTo>
                    <a:pt x="526" y="282"/>
                  </a:lnTo>
                  <a:lnTo>
                    <a:pt x="538" y="274"/>
                  </a:lnTo>
                  <a:lnTo>
                    <a:pt x="552" y="266"/>
                  </a:lnTo>
                  <a:lnTo>
                    <a:pt x="566" y="262"/>
                  </a:lnTo>
                  <a:lnTo>
                    <a:pt x="582" y="258"/>
                  </a:lnTo>
                  <a:lnTo>
                    <a:pt x="618" y="254"/>
                  </a:lnTo>
                  <a:lnTo>
                    <a:pt x="652" y="252"/>
                  </a:lnTo>
                  <a:lnTo>
                    <a:pt x="658" y="268"/>
                  </a:lnTo>
                  <a:lnTo>
                    <a:pt x="650" y="284"/>
                  </a:lnTo>
                  <a:lnTo>
                    <a:pt x="644" y="298"/>
                  </a:lnTo>
                  <a:lnTo>
                    <a:pt x="636" y="308"/>
                  </a:lnTo>
                  <a:lnTo>
                    <a:pt x="626" y="314"/>
                  </a:lnTo>
                  <a:lnTo>
                    <a:pt x="612" y="324"/>
                  </a:lnTo>
                  <a:lnTo>
                    <a:pt x="606" y="330"/>
                  </a:lnTo>
                  <a:lnTo>
                    <a:pt x="602" y="338"/>
                  </a:lnTo>
                  <a:lnTo>
                    <a:pt x="600" y="348"/>
                  </a:lnTo>
                  <a:lnTo>
                    <a:pt x="600" y="360"/>
                  </a:lnTo>
                  <a:lnTo>
                    <a:pt x="632" y="372"/>
                  </a:lnTo>
                  <a:lnTo>
                    <a:pt x="640" y="384"/>
                  </a:lnTo>
                  <a:lnTo>
                    <a:pt x="652" y="396"/>
                  </a:lnTo>
                  <a:lnTo>
                    <a:pt x="664" y="406"/>
                  </a:lnTo>
                  <a:lnTo>
                    <a:pt x="680" y="416"/>
                  </a:lnTo>
                  <a:lnTo>
                    <a:pt x="686" y="428"/>
                  </a:lnTo>
                  <a:lnTo>
                    <a:pt x="692" y="442"/>
                  </a:lnTo>
                  <a:lnTo>
                    <a:pt x="702" y="456"/>
                  </a:lnTo>
                  <a:lnTo>
                    <a:pt x="706" y="460"/>
                  </a:lnTo>
                  <a:lnTo>
                    <a:pt x="714" y="464"/>
                  </a:lnTo>
                  <a:lnTo>
                    <a:pt x="744" y="504"/>
                  </a:lnTo>
                  <a:lnTo>
                    <a:pt x="754" y="508"/>
                  </a:lnTo>
                  <a:lnTo>
                    <a:pt x="772" y="514"/>
                  </a:lnTo>
                  <a:lnTo>
                    <a:pt x="780" y="514"/>
                  </a:lnTo>
                  <a:lnTo>
                    <a:pt x="788" y="514"/>
                  </a:lnTo>
                  <a:lnTo>
                    <a:pt x="796" y="510"/>
                  </a:lnTo>
                  <a:lnTo>
                    <a:pt x="802" y="504"/>
                  </a:lnTo>
                  <a:lnTo>
                    <a:pt x="802" y="476"/>
                  </a:lnTo>
                  <a:lnTo>
                    <a:pt x="802" y="468"/>
                  </a:lnTo>
                  <a:lnTo>
                    <a:pt x="804" y="460"/>
                  </a:lnTo>
                  <a:lnTo>
                    <a:pt x="808" y="456"/>
                  </a:lnTo>
                  <a:lnTo>
                    <a:pt x="812" y="452"/>
                  </a:lnTo>
                  <a:lnTo>
                    <a:pt x="822" y="448"/>
                  </a:lnTo>
                  <a:lnTo>
                    <a:pt x="834" y="446"/>
                  </a:lnTo>
                  <a:lnTo>
                    <a:pt x="846" y="446"/>
                  </a:lnTo>
                  <a:lnTo>
                    <a:pt x="856" y="446"/>
                  </a:lnTo>
                  <a:lnTo>
                    <a:pt x="862" y="448"/>
                  </a:lnTo>
                  <a:lnTo>
                    <a:pt x="868" y="450"/>
                  </a:lnTo>
                  <a:lnTo>
                    <a:pt x="876" y="454"/>
                  </a:lnTo>
                  <a:lnTo>
                    <a:pt x="882" y="460"/>
                  </a:lnTo>
                  <a:lnTo>
                    <a:pt x="898" y="462"/>
                  </a:lnTo>
                  <a:lnTo>
                    <a:pt x="912" y="454"/>
                  </a:lnTo>
                  <a:lnTo>
                    <a:pt x="926" y="446"/>
                  </a:lnTo>
                  <a:lnTo>
                    <a:pt x="938" y="438"/>
                  </a:lnTo>
                  <a:lnTo>
                    <a:pt x="950" y="430"/>
                  </a:lnTo>
                  <a:lnTo>
                    <a:pt x="956" y="424"/>
                  </a:lnTo>
                  <a:lnTo>
                    <a:pt x="964" y="422"/>
                  </a:lnTo>
                  <a:lnTo>
                    <a:pt x="988" y="420"/>
                  </a:lnTo>
                  <a:lnTo>
                    <a:pt x="1002" y="440"/>
                  </a:lnTo>
                  <a:lnTo>
                    <a:pt x="1000" y="448"/>
                  </a:lnTo>
                  <a:lnTo>
                    <a:pt x="996" y="456"/>
                  </a:lnTo>
                  <a:lnTo>
                    <a:pt x="990" y="464"/>
                  </a:lnTo>
                  <a:lnTo>
                    <a:pt x="984" y="472"/>
                  </a:lnTo>
                  <a:lnTo>
                    <a:pt x="968" y="484"/>
                  </a:lnTo>
                  <a:lnTo>
                    <a:pt x="952" y="496"/>
                  </a:lnTo>
                  <a:lnTo>
                    <a:pt x="940" y="512"/>
                  </a:lnTo>
                  <a:lnTo>
                    <a:pt x="934" y="530"/>
                  </a:lnTo>
                  <a:lnTo>
                    <a:pt x="932" y="550"/>
                  </a:lnTo>
                  <a:lnTo>
                    <a:pt x="930" y="574"/>
                  </a:lnTo>
                  <a:lnTo>
                    <a:pt x="954" y="618"/>
                  </a:lnTo>
                  <a:lnTo>
                    <a:pt x="962" y="630"/>
                  </a:lnTo>
                  <a:lnTo>
                    <a:pt x="974" y="642"/>
                  </a:lnTo>
                  <a:lnTo>
                    <a:pt x="982" y="648"/>
                  </a:lnTo>
                  <a:lnTo>
                    <a:pt x="990" y="652"/>
                  </a:lnTo>
                  <a:lnTo>
                    <a:pt x="1000" y="656"/>
                  </a:lnTo>
                  <a:lnTo>
                    <a:pt x="1010" y="656"/>
                  </a:lnTo>
                  <a:lnTo>
                    <a:pt x="1012" y="652"/>
                  </a:lnTo>
                  <a:lnTo>
                    <a:pt x="1024" y="652"/>
                  </a:lnTo>
                  <a:lnTo>
                    <a:pt x="1032" y="656"/>
                  </a:lnTo>
                  <a:lnTo>
                    <a:pt x="1040" y="662"/>
                  </a:lnTo>
                  <a:lnTo>
                    <a:pt x="1060" y="680"/>
                  </a:lnTo>
                  <a:lnTo>
                    <a:pt x="1082" y="704"/>
                  </a:lnTo>
                  <a:lnTo>
                    <a:pt x="1098" y="726"/>
                  </a:lnTo>
                  <a:lnTo>
                    <a:pt x="1106" y="762"/>
                  </a:lnTo>
                  <a:lnTo>
                    <a:pt x="1108" y="784"/>
                  </a:lnTo>
                  <a:lnTo>
                    <a:pt x="1112" y="810"/>
                  </a:lnTo>
                  <a:lnTo>
                    <a:pt x="1118" y="840"/>
                  </a:lnTo>
                  <a:lnTo>
                    <a:pt x="1130" y="852"/>
                  </a:lnTo>
                  <a:lnTo>
                    <a:pt x="1140" y="860"/>
                  </a:lnTo>
                  <a:lnTo>
                    <a:pt x="1152" y="868"/>
                  </a:lnTo>
                  <a:lnTo>
                    <a:pt x="1172" y="882"/>
                  </a:lnTo>
                  <a:lnTo>
                    <a:pt x="1188" y="876"/>
                  </a:lnTo>
                  <a:lnTo>
                    <a:pt x="1214" y="866"/>
                  </a:lnTo>
                  <a:lnTo>
                    <a:pt x="1216" y="858"/>
                  </a:lnTo>
                  <a:lnTo>
                    <a:pt x="1220" y="854"/>
                  </a:lnTo>
                  <a:lnTo>
                    <a:pt x="1230" y="850"/>
                  </a:lnTo>
                  <a:lnTo>
                    <a:pt x="1246" y="846"/>
                  </a:lnTo>
                  <a:lnTo>
                    <a:pt x="1252" y="836"/>
                  </a:lnTo>
                  <a:lnTo>
                    <a:pt x="1258" y="826"/>
                  </a:lnTo>
                  <a:lnTo>
                    <a:pt x="1258" y="818"/>
                  </a:lnTo>
                  <a:lnTo>
                    <a:pt x="1258" y="808"/>
                  </a:lnTo>
                  <a:lnTo>
                    <a:pt x="1254" y="800"/>
                  </a:lnTo>
                  <a:lnTo>
                    <a:pt x="1250" y="792"/>
                  </a:lnTo>
                  <a:lnTo>
                    <a:pt x="1240" y="780"/>
                  </a:lnTo>
                  <a:lnTo>
                    <a:pt x="1222" y="774"/>
                  </a:lnTo>
                  <a:lnTo>
                    <a:pt x="1216" y="770"/>
                  </a:lnTo>
                  <a:lnTo>
                    <a:pt x="1214" y="766"/>
                  </a:lnTo>
                  <a:lnTo>
                    <a:pt x="1212" y="762"/>
                  </a:lnTo>
                  <a:lnTo>
                    <a:pt x="1212" y="756"/>
                  </a:lnTo>
                  <a:lnTo>
                    <a:pt x="1214" y="742"/>
                  </a:lnTo>
                  <a:lnTo>
                    <a:pt x="1234" y="712"/>
                  </a:lnTo>
                  <a:lnTo>
                    <a:pt x="1234" y="682"/>
                  </a:lnTo>
                  <a:lnTo>
                    <a:pt x="1240" y="678"/>
                  </a:lnTo>
                  <a:lnTo>
                    <a:pt x="1244" y="678"/>
                  </a:lnTo>
                  <a:lnTo>
                    <a:pt x="1258" y="678"/>
                  </a:lnTo>
                  <a:lnTo>
                    <a:pt x="1270" y="664"/>
                  </a:lnTo>
                  <a:lnTo>
                    <a:pt x="1284" y="656"/>
                  </a:lnTo>
                  <a:lnTo>
                    <a:pt x="1286" y="670"/>
                  </a:lnTo>
                  <a:lnTo>
                    <a:pt x="1284" y="678"/>
                  </a:lnTo>
                  <a:lnTo>
                    <a:pt x="1280" y="684"/>
                  </a:lnTo>
                  <a:lnTo>
                    <a:pt x="1278" y="688"/>
                  </a:lnTo>
                  <a:lnTo>
                    <a:pt x="1276" y="708"/>
                  </a:lnTo>
                  <a:lnTo>
                    <a:pt x="1280" y="714"/>
                  </a:lnTo>
                  <a:lnTo>
                    <a:pt x="1288" y="718"/>
                  </a:lnTo>
                  <a:lnTo>
                    <a:pt x="1304" y="726"/>
                  </a:lnTo>
                  <a:lnTo>
                    <a:pt x="1344" y="736"/>
                  </a:lnTo>
                  <a:lnTo>
                    <a:pt x="1394" y="770"/>
                  </a:lnTo>
                  <a:lnTo>
                    <a:pt x="1410" y="770"/>
                  </a:lnTo>
                  <a:lnTo>
                    <a:pt x="1404" y="784"/>
                  </a:lnTo>
                  <a:lnTo>
                    <a:pt x="1396" y="800"/>
                  </a:lnTo>
                  <a:lnTo>
                    <a:pt x="1404" y="860"/>
                  </a:lnTo>
                  <a:lnTo>
                    <a:pt x="1394" y="888"/>
                  </a:lnTo>
                  <a:lnTo>
                    <a:pt x="1386" y="888"/>
                  </a:lnTo>
                  <a:lnTo>
                    <a:pt x="1382" y="886"/>
                  </a:lnTo>
                  <a:lnTo>
                    <a:pt x="1376" y="884"/>
                  </a:lnTo>
                  <a:lnTo>
                    <a:pt x="1360" y="880"/>
                  </a:lnTo>
                  <a:lnTo>
                    <a:pt x="1346" y="882"/>
                  </a:lnTo>
                  <a:lnTo>
                    <a:pt x="1340" y="884"/>
                  </a:lnTo>
                  <a:lnTo>
                    <a:pt x="1334" y="886"/>
                  </a:lnTo>
                  <a:lnTo>
                    <a:pt x="1328" y="892"/>
                  </a:lnTo>
                  <a:lnTo>
                    <a:pt x="1324" y="898"/>
                  </a:lnTo>
                  <a:lnTo>
                    <a:pt x="1324" y="938"/>
                  </a:lnTo>
                  <a:lnTo>
                    <a:pt x="1314" y="940"/>
                  </a:lnTo>
                  <a:close/>
                </a:path>
              </a:pathLst>
            </a:custGeom>
            <a:solidFill>
              <a:srgbClr val="C5A86E"/>
            </a:solidFill>
            <a:ln w="0">
              <a:solidFill>
                <a:schemeClr val="bg1"/>
              </a:solidFill>
              <a:prstDash val="solid"/>
              <a:round/>
            </a:ln>
            <a:sp3d extrusionH="254000">
              <a:bevelT w="6350" h="6350" prst="hardEdge"/>
            </a:sp3d>
          </p:spPr>
          <p:txBody>
            <a:bodyPr/>
            <a:lstStyle/>
            <a:p>
              <a:endParaRPr lang="zh-CN" altLang="en-US"/>
            </a:p>
          </p:txBody>
        </p:sp>
        <p:sp>
          <p:nvSpPr>
            <p:cNvPr id="120" name="Freeform 50"/>
            <p:cNvSpPr/>
            <p:nvPr/>
          </p:nvSpPr>
          <p:spPr bwMode="auto">
            <a:xfrm>
              <a:off x="7213600" y="5254626"/>
              <a:ext cx="63500" cy="63500"/>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38 h 40"/>
                <a:gd name="T20" fmla="*/ 20 w 40"/>
                <a:gd name="T21" fmla="*/ 40 h 40"/>
                <a:gd name="T22" fmla="*/ 20 w 40"/>
                <a:gd name="T23" fmla="*/ 40 h 40"/>
                <a:gd name="T24" fmla="*/ 12 w 40"/>
                <a:gd name="T25" fmla="*/ 38 h 40"/>
                <a:gd name="T26" fmla="*/ 6 w 40"/>
                <a:gd name="T27" fmla="*/ 34 h 40"/>
                <a:gd name="T28" fmla="*/ 0 w 40"/>
                <a:gd name="T29" fmla="*/ 28 h 40"/>
                <a:gd name="T30" fmla="*/ 0 w 40"/>
                <a:gd name="T31" fmla="*/ 20 h 40"/>
                <a:gd name="T32" fmla="*/ 0 w 40"/>
                <a:gd name="T33" fmla="*/ 20 h 40"/>
                <a:gd name="T34" fmla="*/ 0 w 40"/>
                <a:gd name="T35" fmla="*/ 12 h 40"/>
                <a:gd name="T36" fmla="*/ 6 w 40"/>
                <a:gd name="T37" fmla="*/ 6 h 40"/>
                <a:gd name="T38" fmla="*/ 12 w 40"/>
                <a:gd name="T39" fmla="*/ 2 h 40"/>
                <a:gd name="T40" fmla="*/ 20 w 40"/>
                <a:gd name="T41" fmla="*/ 0 h 40"/>
                <a:gd name="T42" fmla="*/ 20 w 40"/>
                <a:gd name="T43" fmla="*/ 0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0" h="40">
                  <a:moveTo>
                    <a:pt x="20" y="0"/>
                  </a:moveTo>
                  <a:lnTo>
                    <a:pt x="20" y="0"/>
                  </a:lnTo>
                  <a:lnTo>
                    <a:pt x="28" y="2"/>
                  </a:lnTo>
                  <a:lnTo>
                    <a:pt x="34" y="6"/>
                  </a:lnTo>
                  <a:lnTo>
                    <a:pt x="38" y="12"/>
                  </a:lnTo>
                  <a:lnTo>
                    <a:pt x="40" y="20"/>
                  </a:lnTo>
                  <a:lnTo>
                    <a:pt x="38" y="28"/>
                  </a:lnTo>
                  <a:lnTo>
                    <a:pt x="34" y="34"/>
                  </a:lnTo>
                  <a:lnTo>
                    <a:pt x="28" y="38"/>
                  </a:lnTo>
                  <a:lnTo>
                    <a:pt x="20" y="40"/>
                  </a:lnTo>
                  <a:lnTo>
                    <a:pt x="12" y="38"/>
                  </a:lnTo>
                  <a:lnTo>
                    <a:pt x="6" y="34"/>
                  </a:lnTo>
                  <a:lnTo>
                    <a:pt x="0" y="28"/>
                  </a:lnTo>
                  <a:lnTo>
                    <a:pt x="0" y="20"/>
                  </a:lnTo>
                  <a:lnTo>
                    <a:pt x="0" y="12"/>
                  </a:lnTo>
                  <a:lnTo>
                    <a:pt x="6" y="6"/>
                  </a:lnTo>
                  <a:lnTo>
                    <a:pt x="12" y="2"/>
                  </a:lnTo>
                  <a:lnTo>
                    <a:pt x="20" y="0"/>
                  </a:lnTo>
                  <a:close/>
                </a:path>
              </a:pathLst>
            </a:custGeom>
            <a:grpFill/>
            <a:ln w="0">
              <a:solidFill>
                <a:schemeClr val="bg1"/>
              </a:solidFill>
              <a:prstDash val="solid"/>
              <a:round/>
            </a:ln>
            <a:sp3d extrusionH="254000">
              <a:bevelT w="6350" h="6350" prst="hardEdge"/>
            </a:sp3d>
          </p:spPr>
          <p:txBody>
            <a:bodyPr/>
            <a:lstStyle/>
            <a:p>
              <a:endParaRPr lang="zh-CN" altLang="en-US"/>
            </a:p>
          </p:txBody>
        </p:sp>
        <p:sp>
          <p:nvSpPr>
            <p:cNvPr id="121" name="Freeform 51"/>
            <p:cNvSpPr/>
            <p:nvPr/>
          </p:nvSpPr>
          <p:spPr bwMode="auto">
            <a:xfrm>
              <a:off x="7216775" y="4473576"/>
              <a:ext cx="66675" cy="66675"/>
            </a:xfrm>
            <a:custGeom>
              <a:avLst/>
              <a:gdLst>
                <a:gd name="T0" fmla="*/ 20 w 42"/>
                <a:gd name="T1" fmla="*/ 0 h 42"/>
                <a:gd name="T2" fmla="*/ 20 w 42"/>
                <a:gd name="T3" fmla="*/ 0 h 42"/>
                <a:gd name="T4" fmla="*/ 28 w 42"/>
                <a:gd name="T5" fmla="*/ 2 h 42"/>
                <a:gd name="T6" fmla="*/ 36 w 42"/>
                <a:gd name="T7" fmla="*/ 6 h 42"/>
                <a:gd name="T8" fmla="*/ 40 w 42"/>
                <a:gd name="T9" fmla="*/ 14 h 42"/>
                <a:gd name="T10" fmla="*/ 42 w 42"/>
                <a:gd name="T11" fmla="*/ 22 h 42"/>
                <a:gd name="T12" fmla="*/ 42 w 42"/>
                <a:gd name="T13" fmla="*/ 22 h 42"/>
                <a:gd name="T14" fmla="*/ 40 w 42"/>
                <a:gd name="T15" fmla="*/ 28 h 42"/>
                <a:gd name="T16" fmla="*/ 36 w 42"/>
                <a:gd name="T17" fmla="*/ 36 h 42"/>
                <a:gd name="T18" fmla="*/ 28 w 42"/>
                <a:gd name="T19" fmla="*/ 40 h 42"/>
                <a:gd name="T20" fmla="*/ 20 w 42"/>
                <a:gd name="T21" fmla="*/ 42 h 42"/>
                <a:gd name="T22" fmla="*/ 20 w 42"/>
                <a:gd name="T23" fmla="*/ 42 h 42"/>
                <a:gd name="T24" fmla="*/ 12 w 42"/>
                <a:gd name="T25" fmla="*/ 40 h 42"/>
                <a:gd name="T26" fmla="*/ 6 w 42"/>
                <a:gd name="T27" fmla="*/ 36 h 42"/>
                <a:gd name="T28" fmla="*/ 2 w 42"/>
                <a:gd name="T29" fmla="*/ 28 h 42"/>
                <a:gd name="T30" fmla="*/ 0 w 42"/>
                <a:gd name="T31" fmla="*/ 22 h 42"/>
                <a:gd name="T32" fmla="*/ 0 w 42"/>
                <a:gd name="T33" fmla="*/ 22 h 42"/>
                <a:gd name="T34" fmla="*/ 2 w 42"/>
                <a:gd name="T35" fmla="*/ 14 h 42"/>
                <a:gd name="T36" fmla="*/ 6 w 42"/>
                <a:gd name="T37" fmla="*/ 6 h 42"/>
                <a:gd name="T38" fmla="*/ 12 w 42"/>
                <a:gd name="T39" fmla="*/ 2 h 42"/>
                <a:gd name="T40" fmla="*/ 20 w 42"/>
                <a:gd name="T41" fmla="*/ 0 h 42"/>
                <a:gd name="T42" fmla="*/ 20 w 42"/>
                <a:gd name="T43" fmla="*/ 0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2" h="42">
                  <a:moveTo>
                    <a:pt x="20" y="0"/>
                  </a:moveTo>
                  <a:lnTo>
                    <a:pt x="20" y="0"/>
                  </a:lnTo>
                  <a:lnTo>
                    <a:pt x="28" y="2"/>
                  </a:lnTo>
                  <a:lnTo>
                    <a:pt x="36" y="6"/>
                  </a:lnTo>
                  <a:lnTo>
                    <a:pt x="40" y="14"/>
                  </a:lnTo>
                  <a:lnTo>
                    <a:pt x="42" y="22"/>
                  </a:lnTo>
                  <a:lnTo>
                    <a:pt x="40" y="28"/>
                  </a:lnTo>
                  <a:lnTo>
                    <a:pt x="36" y="36"/>
                  </a:lnTo>
                  <a:lnTo>
                    <a:pt x="28" y="40"/>
                  </a:lnTo>
                  <a:lnTo>
                    <a:pt x="20" y="42"/>
                  </a:lnTo>
                  <a:lnTo>
                    <a:pt x="12" y="40"/>
                  </a:lnTo>
                  <a:lnTo>
                    <a:pt x="6" y="36"/>
                  </a:lnTo>
                  <a:lnTo>
                    <a:pt x="2" y="28"/>
                  </a:lnTo>
                  <a:lnTo>
                    <a:pt x="0" y="22"/>
                  </a:lnTo>
                  <a:lnTo>
                    <a:pt x="2" y="14"/>
                  </a:lnTo>
                  <a:lnTo>
                    <a:pt x="6" y="6"/>
                  </a:lnTo>
                  <a:lnTo>
                    <a:pt x="12" y="2"/>
                  </a:lnTo>
                  <a:lnTo>
                    <a:pt x="20" y="0"/>
                  </a:lnTo>
                  <a:close/>
                </a:path>
              </a:pathLst>
            </a:custGeom>
            <a:grpFill/>
            <a:ln w="0">
              <a:solidFill>
                <a:schemeClr val="bg1"/>
              </a:solidFill>
              <a:prstDash val="solid"/>
              <a:round/>
            </a:ln>
            <a:sp3d extrusionH="254000">
              <a:bevelT w="6350" h="6350" prst="hardEdge"/>
            </a:sp3d>
          </p:spPr>
          <p:txBody>
            <a:bodyPr/>
            <a:lstStyle/>
            <a:p>
              <a:endParaRPr lang="zh-CN" altLang="en-US"/>
            </a:p>
          </p:txBody>
        </p:sp>
        <p:sp>
          <p:nvSpPr>
            <p:cNvPr id="122" name="Freeform 59"/>
            <p:cNvSpPr/>
            <p:nvPr/>
          </p:nvSpPr>
          <p:spPr bwMode="auto">
            <a:xfrm>
              <a:off x="5054600" y="3079751"/>
              <a:ext cx="63500" cy="63500"/>
            </a:xfrm>
            <a:custGeom>
              <a:avLst/>
              <a:gdLst>
                <a:gd name="T0" fmla="*/ 20 w 40"/>
                <a:gd name="T1" fmla="*/ 0 h 40"/>
                <a:gd name="T2" fmla="*/ 20 w 40"/>
                <a:gd name="T3" fmla="*/ 0 h 40"/>
                <a:gd name="T4" fmla="*/ 28 w 40"/>
                <a:gd name="T5" fmla="*/ 2 h 40"/>
                <a:gd name="T6" fmla="*/ 34 w 40"/>
                <a:gd name="T7" fmla="*/ 6 h 40"/>
                <a:gd name="T8" fmla="*/ 38 w 40"/>
                <a:gd name="T9" fmla="*/ 12 h 40"/>
                <a:gd name="T10" fmla="*/ 40 w 40"/>
                <a:gd name="T11" fmla="*/ 20 h 40"/>
                <a:gd name="T12" fmla="*/ 40 w 40"/>
                <a:gd name="T13" fmla="*/ 20 h 40"/>
                <a:gd name="T14" fmla="*/ 38 w 40"/>
                <a:gd name="T15" fmla="*/ 28 h 40"/>
                <a:gd name="T16" fmla="*/ 34 w 40"/>
                <a:gd name="T17" fmla="*/ 34 h 40"/>
                <a:gd name="T18" fmla="*/ 28 w 40"/>
                <a:gd name="T19" fmla="*/ 40 h 40"/>
                <a:gd name="T20" fmla="*/ 20 w 40"/>
                <a:gd name="T21" fmla="*/ 40 h 40"/>
                <a:gd name="T22" fmla="*/ 20 w 40"/>
                <a:gd name="T23" fmla="*/ 40 h 40"/>
                <a:gd name="T24" fmla="*/ 12 w 40"/>
                <a:gd name="T25" fmla="*/ 40 h 40"/>
                <a:gd name="T26" fmla="*/ 6 w 40"/>
                <a:gd name="T27" fmla="*/ 34 h 40"/>
                <a:gd name="T28" fmla="*/ 0 w 40"/>
                <a:gd name="T29" fmla="*/ 28 h 40"/>
                <a:gd name="T30" fmla="*/ 0 w 40"/>
                <a:gd name="T31" fmla="*/ 20 h 40"/>
                <a:gd name="T32" fmla="*/ 0 w 40"/>
                <a:gd name="T33" fmla="*/ 20 h 40"/>
                <a:gd name="T34" fmla="*/ 0 w 40"/>
                <a:gd name="T35" fmla="*/ 12 h 40"/>
                <a:gd name="T36" fmla="*/ 6 w 40"/>
                <a:gd name="T37" fmla="*/ 6 h 40"/>
                <a:gd name="T38" fmla="*/ 12 w 40"/>
                <a:gd name="T39" fmla="*/ 2 h 40"/>
                <a:gd name="T40" fmla="*/ 20 w 40"/>
                <a:gd name="T41" fmla="*/ 0 h 40"/>
                <a:gd name="T42" fmla="*/ 20 w 40"/>
                <a:gd name="T43" fmla="*/ 0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0" h="40">
                  <a:moveTo>
                    <a:pt x="20" y="0"/>
                  </a:moveTo>
                  <a:lnTo>
                    <a:pt x="20" y="0"/>
                  </a:lnTo>
                  <a:lnTo>
                    <a:pt x="28" y="2"/>
                  </a:lnTo>
                  <a:lnTo>
                    <a:pt x="34" y="6"/>
                  </a:lnTo>
                  <a:lnTo>
                    <a:pt x="38" y="12"/>
                  </a:lnTo>
                  <a:lnTo>
                    <a:pt x="40" y="20"/>
                  </a:lnTo>
                  <a:lnTo>
                    <a:pt x="38" y="28"/>
                  </a:lnTo>
                  <a:lnTo>
                    <a:pt x="34" y="34"/>
                  </a:lnTo>
                  <a:lnTo>
                    <a:pt x="28" y="40"/>
                  </a:lnTo>
                  <a:lnTo>
                    <a:pt x="20" y="40"/>
                  </a:lnTo>
                  <a:lnTo>
                    <a:pt x="12" y="40"/>
                  </a:lnTo>
                  <a:lnTo>
                    <a:pt x="6" y="34"/>
                  </a:lnTo>
                  <a:lnTo>
                    <a:pt x="0" y="28"/>
                  </a:lnTo>
                  <a:lnTo>
                    <a:pt x="0" y="20"/>
                  </a:lnTo>
                  <a:lnTo>
                    <a:pt x="0" y="12"/>
                  </a:lnTo>
                  <a:lnTo>
                    <a:pt x="6" y="6"/>
                  </a:lnTo>
                  <a:lnTo>
                    <a:pt x="12" y="2"/>
                  </a:lnTo>
                  <a:lnTo>
                    <a:pt x="20" y="0"/>
                  </a:lnTo>
                  <a:close/>
                </a:path>
              </a:pathLst>
            </a:custGeom>
            <a:grpFill/>
            <a:ln w="0">
              <a:solidFill>
                <a:schemeClr val="bg1"/>
              </a:solidFill>
              <a:prstDash val="solid"/>
              <a:round/>
            </a:ln>
            <a:sp3d extrusionH="254000">
              <a:bevelT w="6350" h="6350" prst="hardEdge"/>
            </a:sp3d>
          </p:spPr>
          <p:txBody>
            <a:bodyPr/>
            <a:lstStyle/>
            <a:p>
              <a:endParaRPr lang="zh-CN" altLang="en-US"/>
            </a:p>
          </p:txBody>
        </p:sp>
        <p:sp>
          <p:nvSpPr>
            <p:cNvPr id="123" name="Freeform 61"/>
            <p:cNvSpPr/>
            <p:nvPr/>
          </p:nvSpPr>
          <p:spPr bwMode="auto">
            <a:xfrm>
              <a:off x="6645275" y="2870201"/>
              <a:ext cx="66675" cy="66675"/>
            </a:xfrm>
            <a:custGeom>
              <a:avLst/>
              <a:gdLst>
                <a:gd name="T0" fmla="*/ 22 w 42"/>
                <a:gd name="T1" fmla="*/ 0 h 42"/>
                <a:gd name="T2" fmla="*/ 22 w 42"/>
                <a:gd name="T3" fmla="*/ 0 h 42"/>
                <a:gd name="T4" fmla="*/ 30 w 42"/>
                <a:gd name="T5" fmla="*/ 2 h 42"/>
                <a:gd name="T6" fmla="*/ 36 w 42"/>
                <a:gd name="T7" fmla="*/ 6 h 42"/>
                <a:gd name="T8" fmla="*/ 40 w 42"/>
                <a:gd name="T9" fmla="*/ 14 h 42"/>
                <a:gd name="T10" fmla="*/ 42 w 42"/>
                <a:gd name="T11" fmla="*/ 22 h 42"/>
                <a:gd name="T12" fmla="*/ 42 w 42"/>
                <a:gd name="T13" fmla="*/ 22 h 42"/>
                <a:gd name="T14" fmla="*/ 40 w 42"/>
                <a:gd name="T15" fmla="*/ 30 h 42"/>
                <a:gd name="T16" fmla="*/ 36 w 42"/>
                <a:gd name="T17" fmla="*/ 36 h 42"/>
                <a:gd name="T18" fmla="*/ 30 w 42"/>
                <a:gd name="T19" fmla="*/ 40 h 42"/>
                <a:gd name="T20" fmla="*/ 22 w 42"/>
                <a:gd name="T21" fmla="*/ 42 h 42"/>
                <a:gd name="T22" fmla="*/ 22 w 42"/>
                <a:gd name="T23" fmla="*/ 42 h 42"/>
                <a:gd name="T24" fmla="*/ 14 w 42"/>
                <a:gd name="T25" fmla="*/ 40 h 42"/>
                <a:gd name="T26" fmla="*/ 6 w 42"/>
                <a:gd name="T27" fmla="*/ 36 h 42"/>
                <a:gd name="T28" fmla="*/ 2 w 42"/>
                <a:gd name="T29" fmla="*/ 30 h 42"/>
                <a:gd name="T30" fmla="*/ 0 w 42"/>
                <a:gd name="T31" fmla="*/ 22 h 42"/>
                <a:gd name="T32" fmla="*/ 0 w 42"/>
                <a:gd name="T33" fmla="*/ 22 h 42"/>
                <a:gd name="T34" fmla="*/ 2 w 42"/>
                <a:gd name="T35" fmla="*/ 14 h 42"/>
                <a:gd name="T36" fmla="*/ 6 w 42"/>
                <a:gd name="T37" fmla="*/ 6 h 42"/>
                <a:gd name="T38" fmla="*/ 14 w 42"/>
                <a:gd name="T39" fmla="*/ 2 h 42"/>
                <a:gd name="T40" fmla="*/ 22 w 42"/>
                <a:gd name="T41" fmla="*/ 0 h 42"/>
                <a:gd name="T42" fmla="*/ 22 w 42"/>
                <a:gd name="T43" fmla="*/ 0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2" h="42">
                  <a:moveTo>
                    <a:pt x="22" y="0"/>
                  </a:moveTo>
                  <a:lnTo>
                    <a:pt x="22" y="0"/>
                  </a:lnTo>
                  <a:lnTo>
                    <a:pt x="30" y="2"/>
                  </a:lnTo>
                  <a:lnTo>
                    <a:pt x="36" y="6"/>
                  </a:lnTo>
                  <a:lnTo>
                    <a:pt x="40" y="14"/>
                  </a:lnTo>
                  <a:lnTo>
                    <a:pt x="42" y="22"/>
                  </a:lnTo>
                  <a:lnTo>
                    <a:pt x="40" y="30"/>
                  </a:lnTo>
                  <a:lnTo>
                    <a:pt x="36" y="36"/>
                  </a:lnTo>
                  <a:lnTo>
                    <a:pt x="30" y="40"/>
                  </a:lnTo>
                  <a:lnTo>
                    <a:pt x="22" y="42"/>
                  </a:lnTo>
                  <a:lnTo>
                    <a:pt x="14" y="40"/>
                  </a:lnTo>
                  <a:lnTo>
                    <a:pt x="6" y="36"/>
                  </a:lnTo>
                  <a:lnTo>
                    <a:pt x="2" y="30"/>
                  </a:lnTo>
                  <a:lnTo>
                    <a:pt x="0" y="22"/>
                  </a:lnTo>
                  <a:lnTo>
                    <a:pt x="2" y="14"/>
                  </a:lnTo>
                  <a:lnTo>
                    <a:pt x="6" y="6"/>
                  </a:lnTo>
                  <a:lnTo>
                    <a:pt x="14" y="2"/>
                  </a:lnTo>
                  <a:lnTo>
                    <a:pt x="22" y="0"/>
                  </a:lnTo>
                  <a:close/>
                </a:path>
              </a:pathLst>
            </a:custGeom>
            <a:grpFill/>
            <a:ln w="0">
              <a:solidFill>
                <a:schemeClr val="bg1"/>
              </a:solidFill>
              <a:prstDash val="solid"/>
              <a:round/>
            </a:ln>
            <a:sp3d extrusionH="254000">
              <a:bevelT w="6350" h="6350" prst="hardEdge"/>
            </a:sp3d>
          </p:spPr>
          <p:txBody>
            <a:bodyPr/>
            <a:lstStyle/>
            <a:p>
              <a:endParaRPr lang="zh-CN" altLang="en-US"/>
            </a:p>
          </p:txBody>
        </p:sp>
        <p:sp>
          <p:nvSpPr>
            <p:cNvPr id="124" name="Freeform 67"/>
            <p:cNvSpPr/>
            <p:nvPr/>
          </p:nvSpPr>
          <p:spPr bwMode="auto">
            <a:xfrm>
              <a:off x="6429375" y="6045201"/>
              <a:ext cx="66675" cy="63500"/>
            </a:xfrm>
            <a:custGeom>
              <a:avLst/>
              <a:gdLst>
                <a:gd name="T0" fmla="*/ 22 w 42"/>
                <a:gd name="T1" fmla="*/ 0 h 40"/>
                <a:gd name="T2" fmla="*/ 22 w 42"/>
                <a:gd name="T3" fmla="*/ 0 h 40"/>
                <a:gd name="T4" fmla="*/ 30 w 42"/>
                <a:gd name="T5" fmla="*/ 2 h 40"/>
                <a:gd name="T6" fmla="*/ 36 w 42"/>
                <a:gd name="T7" fmla="*/ 6 h 40"/>
                <a:gd name="T8" fmla="*/ 40 w 42"/>
                <a:gd name="T9" fmla="*/ 12 h 40"/>
                <a:gd name="T10" fmla="*/ 42 w 42"/>
                <a:gd name="T11" fmla="*/ 20 h 40"/>
                <a:gd name="T12" fmla="*/ 42 w 42"/>
                <a:gd name="T13" fmla="*/ 20 h 40"/>
                <a:gd name="T14" fmla="*/ 40 w 42"/>
                <a:gd name="T15" fmla="*/ 28 h 40"/>
                <a:gd name="T16" fmla="*/ 36 w 42"/>
                <a:gd name="T17" fmla="*/ 34 h 40"/>
                <a:gd name="T18" fmla="*/ 30 w 42"/>
                <a:gd name="T19" fmla="*/ 40 h 40"/>
                <a:gd name="T20" fmla="*/ 22 w 42"/>
                <a:gd name="T21" fmla="*/ 40 h 40"/>
                <a:gd name="T22" fmla="*/ 22 w 42"/>
                <a:gd name="T23" fmla="*/ 40 h 40"/>
                <a:gd name="T24" fmla="*/ 14 w 42"/>
                <a:gd name="T25" fmla="*/ 40 h 40"/>
                <a:gd name="T26" fmla="*/ 6 w 42"/>
                <a:gd name="T27" fmla="*/ 34 h 40"/>
                <a:gd name="T28" fmla="*/ 2 w 42"/>
                <a:gd name="T29" fmla="*/ 28 h 40"/>
                <a:gd name="T30" fmla="*/ 0 w 42"/>
                <a:gd name="T31" fmla="*/ 20 h 40"/>
                <a:gd name="T32" fmla="*/ 0 w 42"/>
                <a:gd name="T33" fmla="*/ 20 h 40"/>
                <a:gd name="T34" fmla="*/ 2 w 42"/>
                <a:gd name="T35" fmla="*/ 12 h 40"/>
                <a:gd name="T36" fmla="*/ 6 w 42"/>
                <a:gd name="T37" fmla="*/ 6 h 40"/>
                <a:gd name="T38" fmla="*/ 14 w 42"/>
                <a:gd name="T39" fmla="*/ 2 h 40"/>
                <a:gd name="T40" fmla="*/ 22 w 42"/>
                <a:gd name="T41" fmla="*/ 0 h 40"/>
                <a:gd name="T42" fmla="*/ 22 w 42"/>
                <a:gd name="T43" fmla="*/ 0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2" h="40">
                  <a:moveTo>
                    <a:pt x="22" y="0"/>
                  </a:moveTo>
                  <a:lnTo>
                    <a:pt x="22" y="0"/>
                  </a:lnTo>
                  <a:lnTo>
                    <a:pt x="30" y="2"/>
                  </a:lnTo>
                  <a:lnTo>
                    <a:pt x="36" y="6"/>
                  </a:lnTo>
                  <a:lnTo>
                    <a:pt x="40" y="12"/>
                  </a:lnTo>
                  <a:lnTo>
                    <a:pt x="42" y="20"/>
                  </a:lnTo>
                  <a:lnTo>
                    <a:pt x="40" y="28"/>
                  </a:lnTo>
                  <a:lnTo>
                    <a:pt x="36" y="34"/>
                  </a:lnTo>
                  <a:lnTo>
                    <a:pt x="30" y="40"/>
                  </a:lnTo>
                  <a:lnTo>
                    <a:pt x="22" y="40"/>
                  </a:lnTo>
                  <a:lnTo>
                    <a:pt x="14" y="40"/>
                  </a:lnTo>
                  <a:lnTo>
                    <a:pt x="6" y="34"/>
                  </a:lnTo>
                  <a:lnTo>
                    <a:pt x="2" y="28"/>
                  </a:lnTo>
                  <a:lnTo>
                    <a:pt x="0" y="20"/>
                  </a:lnTo>
                  <a:lnTo>
                    <a:pt x="2" y="12"/>
                  </a:lnTo>
                  <a:lnTo>
                    <a:pt x="6" y="6"/>
                  </a:lnTo>
                  <a:lnTo>
                    <a:pt x="14" y="2"/>
                  </a:lnTo>
                  <a:lnTo>
                    <a:pt x="22" y="0"/>
                  </a:lnTo>
                  <a:close/>
                </a:path>
              </a:pathLst>
            </a:custGeom>
            <a:grpFill/>
            <a:ln w="0">
              <a:solidFill>
                <a:schemeClr val="bg1"/>
              </a:solidFill>
              <a:prstDash val="solid"/>
              <a:round/>
            </a:ln>
            <a:sp3d extrusionH="254000">
              <a:bevelT w="6350" h="6350" prst="hardEdge"/>
            </a:sp3d>
          </p:spPr>
          <p:txBody>
            <a:bodyPr/>
            <a:lstStyle/>
            <a:p>
              <a:endParaRPr lang="zh-CN" altLang="en-US"/>
            </a:p>
          </p:txBody>
        </p:sp>
        <p:sp>
          <p:nvSpPr>
            <p:cNvPr id="125" name="Freeform 69"/>
            <p:cNvSpPr/>
            <p:nvPr/>
          </p:nvSpPr>
          <p:spPr bwMode="auto">
            <a:xfrm>
              <a:off x="7426325" y="4251326"/>
              <a:ext cx="95250" cy="95250"/>
            </a:xfrm>
            <a:custGeom>
              <a:avLst/>
              <a:gdLst>
                <a:gd name="T0" fmla="*/ 30 w 60"/>
                <a:gd name="T1" fmla="*/ 0 h 60"/>
                <a:gd name="T2" fmla="*/ 30 w 60"/>
                <a:gd name="T3" fmla="*/ 0 h 60"/>
                <a:gd name="T4" fmla="*/ 36 w 60"/>
                <a:gd name="T5" fmla="*/ 2 h 60"/>
                <a:gd name="T6" fmla="*/ 42 w 60"/>
                <a:gd name="T7" fmla="*/ 2 h 60"/>
                <a:gd name="T8" fmla="*/ 52 w 60"/>
                <a:gd name="T9" fmla="*/ 10 h 60"/>
                <a:gd name="T10" fmla="*/ 58 w 60"/>
                <a:gd name="T11" fmla="*/ 20 h 60"/>
                <a:gd name="T12" fmla="*/ 60 w 60"/>
                <a:gd name="T13" fmla="*/ 24 h 60"/>
                <a:gd name="T14" fmla="*/ 60 w 60"/>
                <a:gd name="T15" fmla="*/ 30 h 60"/>
                <a:gd name="T16" fmla="*/ 60 w 60"/>
                <a:gd name="T17" fmla="*/ 30 h 60"/>
                <a:gd name="T18" fmla="*/ 60 w 60"/>
                <a:gd name="T19" fmla="*/ 36 h 60"/>
                <a:gd name="T20" fmla="*/ 58 w 60"/>
                <a:gd name="T21" fmla="*/ 42 h 60"/>
                <a:gd name="T22" fmla="*/ 52 w 60"/>
                <a:gd name="T23" fmla="*/ 52 h 60"/>
                <a:gd name="T24" fmla="*/ 42 w 60"/>
                <a:gd name="T25" fmla="*/ 58 h 60"/>
                <a:gd name="T26" fmla="*/ 36 w 60"/>
                <a:gd name="T27" fmla="*/ 60 h 60"/>
                <a:gd name="T28" fmla="*/ 30 w 60"/>
                <a:gd name="T29" fmla="*/ 60 h 60"/>
                <a:gd name="T30" fmla="*/ 30 w 60"/>
                <a:gd name="T31" fmla="*/ 60 h 60"/>
                <a:gd name="T32" fmla="*/ 24 w 60"/>
                <a:gd name="T33" fmla="*/ 60 h 60"/>
                <a:gd name="T34" fmla="*/ 18 w 60"/>
                <a:gd name="T35" fmla="*/ 58 h 60"/>
                <a:gd name="T36" fmla="*/ 8 w 60"/>
                <a:gd name="T37" fmla="*/ 52 h 60"/>
                <a:gd name="T38" fmla="*/ 2 w 60"/>
                <a:gd name="T39" fmla="*/ 42 h 60"/>
                <a:gd name="T40" fmla="*/ 0 w 60"/>
                <a:gd name="T41" fmla="*/ 36 h 60"/>
                <a:gd name="T42" fmla="*/ 0 w 60"/>
                <a:gd name="T43" fmla="*/ 30 h 60"/>
                <a:gd name="T44" fmla="*/ 0 w 60"/>
                <a:gd name="T45" fmla="*/ 30 h 60"/>
                <a:gd name="T46" fmla="*/ 0 w 60"/>
                <a:gd name="T47" fmla="*/ 24 h 60"/>
                <a:gd name="T48" fmla="*/ 2 w 60"/>
                <a:gd name="T49" fmla="*/ 20 h 60"/>
                <a:gd name="T50" fmla="*/ 8 w 60"/>
                <a:gd name="T51" fmla="*/ 10 h 60"/>
                <a:gd name="T52" fmla="*/ 18 w 60"/>
                <a:gd name="T53" fmla="*/ 2 h 60"/>
                <a:gd name="T54" fmla="*/ 24 w 60"/>
                <a:gd name="T55" fmla="*/ 2 h 60"/>
                <a:gd name="T56" fmla="*/ 30 w 60"/>
                <a:gd name="T57" fmla="*/ 0 h 60"/>
                <a:gd name="T58" fmla="*/ 30 w 60"/>
                <a:gd name="T59" fmla="*/ 0 h 6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 h="60">
                  <a:moveTo>
                    <a:pt x="30" y="0"/>
                  </a:moveTo>
                  <a:lnTo>
                    <a:pt x="30" y="0"/>
                  </a:lnTo>
                  <a:lnTo>
                    <a:pt x="36" y="2"/>
                  </a:lnTo>
                  <a:lnTo>
                    <a:pt x="42" y="2"/>
                  </a:lnTo>
                  <a:lnTo>
                    <a:pt x="52" y="10"/>
                  </a:lnTo>
                  <a:lnTo>
                    <a:pt x="58" y="20"/>
                  </a:lnTo>
                  <a:lnTo>
                    <a:pt x="60" y="24"/>
                  </a:lnTo>
                  <a:lnTo>
                    <a:pt x="60" y="30"/>
                  </a:lnTo>
                  <a:lnTo>
                    <a:pt x="60" y="36"/>
                  </a:lnTo>
                  <a:lnTo>
                    <a:pt x="58" y="42"/>
                  </a:lnTo>
                  <a:lnTo>
                    <a:pt x="52" y="52"/>
                  </a:lnTo>
                  <a:lnTo>
                    <a:pt x="42" y="58"/>
                  </a:lnTo>
                  <a:lnTo>
                    <a:pt x="36" y="60"/>
                  </a:lnTo>
                  <a:lnTo>
                    <a:pt x="30" y="60"/>
                  </a:lnTo>
                  <a:lnTo>
                    <a:pt x="24" y="60"/>
                  </a:lnTo>
                  <a:lnTo>
                    <a:pt x="18" y="58"/>
                  </a:lnTo>
                  <a:lnTo>
                    <a:pt x="8" y="52"/>
                  </a:lnTo>
                  <a:lnTo>
                    <a:pt x="2" y="42"/>
                  </a:lnTo>
                  <a:lnTo>
                    <a:pt x="0" y="36"/>
                  </a:lnTo>
                  <a:lnTo>
                    <a:pt x="0" y="30"/>
                  </a:lnTo>
                  <a:lnTo>
                    <a:pt x="0" y="24"/>
                  </a:lnTo>
                  <a:lnTo>
                    <a:pt x="2" y="20"/>
                  </a:lnTo>
                  <a:lnTo>
                    <a:pt x="8" y="10"/>
                  </a:lnTo>
                  <a:lnTo>
                    <a:pt x="18" y="2"/>
                  </a:lnTo>
                  <a:lnTo>
                    <a:pt x="24" y="2"/>
                  </a:lnTo>
                  <a:lnTo>
                    <a:pt x="30" y="0"/>
                  </a:lnTo>
                  <a:close/>
                </a:path>
              </a:pathLst>
            </a:custGeom>
            <a:grpFill/>
            <a:ln w="0">
              <a:solidFill>
                <a:schemeClr val="bg1"/>
              </a:solidFill>
              <a:prstDash val="solid"/>
              <a:round/>
            </a:ln>
            <a:sp3d extrusionH="254000">
              <a:bevelT w="6350" h="6350" prst="hardEdge"/>
            </a:sp3d>
          </p:spPr>
          <p:txBody>
            <a:bodyPr/>
            <a:lstStyle/>
            <a:p>
              <a:endParaRPr lang="zh-CN" altLang="en-US"/>
            </a:p>
          </p:txBody>
        </p:sp>
        <p:sp>
          <p:nvSpPr>
            <p:cNvPr id="126" name="Freeform 72"/>
            <p:cNvSpPr/>
            <p:nvPr/>
          </p:nvSpPr>
          <p:spPr bwMode="auto">
            <a:xfrm>
              <a:off x="6210300" y="6080126"/>
              <a:ext cx="66675" cy="66675"/>
            </a:xfrm>
            <a:custGeom>
              <a:avLst/>
              <a:gdLst>
                <a:gd name="T0" fmla="*/ 20 w 42"/>
                <a:gd name="T1" fmla="*/ 0 h 42"/>
                <a:gd name="T2" fmla="*/ 20 w 42"/>
                <a:gd name="T3" fmla="*/ 0 h 42"/>
                <a:gd name="T4" fmla="*/ 28 w 42"/>
                <a:gd name="T5" fmla="*/ 2 h 42"/>
                <a:gd name="T6" fmla="*/ 36 w 42"/>
                <a:gd name="T7" fmla="*/ 6 h 42"/>
                <a:gd name="T8" fmla="*/ 40 w 42"/>
                <a:gd name="T9" fmla="*/ 14 h 42"/>
                <a:gd name="T10" fmla="*/ 42 w 42"/>
                <a:gd name="T11" fmla="*/ 20 h 42"/>
                <a:gd name="T12" fmla="*/ 42 w 42"/>
                <a:gd name="T13" fmla="*/ 20 h 42"/>
                <a:gd name="T14" fmla="*/ 40 w 42"/>
                <a:gd name="T15" fmla="*/ 28 h 42"/>
                <a:gd name="T16" fmla="*/ 36 w 42"/>
                <a:gd name="T17" fmla="*/ 36 h 42"/>
                <a:gd name="T18" fmla="*/ 28 w 42"/>
                <a:gd name="T19" fmla="*/ 40 h 42"/>
                <a:gd name="T20" fmla="*/ 20 w 42"/>
                <a:gd name="T21" fmla="*/ 42 h 42"/>
                <a:gd name="T22" fmla="*/ 20 w 42"/>
                <a:gd name="T23" fmla="*/ 42 h 42"/>
                <a:gd name="T24" fmla="*/ 14 w 42"/>
                <a:gd name="T25" fmla="*/ 40 h 42"/>
                <a:gd name="T26" fmla="*/ 6 w 42"/>
                <a:gd name="T27" fmla="*/ 36 h 42"/>
                <a:gd name="T28" fmla="*/ 2 w 42"/>
                <a:gd name="T29" fmla="*/ 28 h 42"/>
                <a:gd name="T30" fmla="*/ 0 w 42"/>
                <a:gd name="T31" fmla="*/ 20 h 42"/>
                <a:gd name="T32" fmla="*/ 0 w 42"/>
                <a:gd name="T33" fmla="*/ 20 h 42"/>
                <a:gd name="T34" fmla="*/ 2 w 42"/>
                <a:gd name="T35" fmla="*/ 14 h 42"/>
                <a:gd name="T36" fmla="*/ 6 w 42"/>
                <a:gd name="T37" fmla="*/ 6 h 42"/>
                <a:gd name="T38" fmla="*/ 14 w 42"/>
                <a:gd name="T39" fmla="*/ 2 h 42"/>
                <a:gd name="T40" fmla="*/ 20 w 42"/>
                <a:gd name="T41" fmla="*/ 0 h 42"/>
                <a:gd name="T42" fmla="*/ 20 w 42"/>
                <a:gd name="T43" fmla="*/ 0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2" h="42">
                  <a:moveTo>
                    <a:pt x="20" y="0"/>
                  </a:moveTo>
                  <a:lnTo>
                    <a:pt x="20" y="0"/>
                  </a:lnTo>
                  <a:lnTo>
                    <a:pt x="28" y="2"/>
                  </a:lnTo>
                  <a:lnTo>
                    <a:pt x="36" y="6"/>
                  </a:lnTo>
                  <a:lnTo>
                    <a:pt x="40" y="14"/>
                  </a:lnTo>
                  <a:lnTo>
                    <a:pt x="42" y="20"/>
                  </a:lnTo>
                  <a:lnTo>
                    <a:pt x="40" y="28"/>
                  </a:lnTo>
                  <a:lnTo>
                    <a:pt x="36" y="36"/>
                  </a:lnTo>
                  <a:lnTo>
                    <a:pt x="28" y="40"/>
                  </a:lnTo>
                  <a:lnTo>
                    <a:pt x="20" y="42"/>
                  </a:lnTo>
                  <a:lnTo>
                    <a:pt x="14" y="40"/>
                  </a:lnTo>
                  <a:lnTo>
                    <a:pt x="6" y="36"/>
                  </a:lnTo>
                  <a:lnTo>
                    <a:pt x="2" y="28"/>
                  </a:lnTo>
                  <a:lnTo>
                    <a:pt x="0" y="20"/>
                  </a:lnTo>
                  <a:lnTo>
                    <a:pt x="2" y="14"/>
                  </a:lnTo>
                  <a:lnTo>
                    <a:pt x="6" y="6"/>
                  </a:lnTo>
                  <a:lnTo>
                    <a:pt x="14" y="2"/>
                  </a:lnTo>
                  <a:lnTo>
                    <a:pt x="20" y="0"/>
                  </a:lnTo>
                  <a:close/>
                </a:path>
              </a:pathLst>
            </a:custGeom>
            <a:grpFill/>
            <a:ln w="0">
              <a:solidFill>
                <a:schemeClr val="bg1"/>
              </a:solidFill>
              <a:prstDash val="solid"/>
              <a:round/>
            </a:ln>
            <a:sp3d extrusionH="254000">
              <a:bevelT w="6350" h="6350" prst="hardEdge"/>
            </a:sp3d>
          </p:spPr>
          <p:txBody>
            <a:bodyPr/>
            <a:lstStyle/>
            <a:p>
              <a:endParaRPr lang="zh-CN" altLang="en-US"/>
            </a:p>
          </p:txBody>
        </p:sp>
      </p:grpSp>
      <p:sp>
        <p:nvSpPr>
          <p:cNvPr id="131" name="云南（小图）"/>
          <p:cNvSpPr/>
          <p:nvPr/>
        </p:nvSpPr>
        <p:spPr bwMode="auto">
          <a:xfrm>
            <a:off x="440661" y="4861345"/>
            <a:ext cx="80939" cy="65103"/>
          </a:xfrm>
          <a:custGeom>
            <a:avLst/>
            <a:gdLst>
              <a:gd name="T0" fmla="*/ 135 w 138"/>
              <a:gd name="T1" fmla="*/ 0 h 112"/>
              <a:gd name="T2" fmla="*/ 137 w 138"/>
              <a:gd name="T3" fmla="*/ 2 h 112"/>
              <a:gd name="T4" fmla="*/ 138 w 138"/>
              <a:gd name="T5" fmla="*/ 4 h 112"/>
              <a:gd name="T6" fmla="*/ 137 w 138"/>
              <a:gd name="T7" fmla="*/ 9 h 112"/>
              <a:gd name="T8" fmla="*/ 133 w 138"/>
              <a:gd name="T9" fmla="*/ 27 h 112"/>
              <a:gd name="T10" fmla="*/ 128 w 138"/>
              <a:gd name="T11" fmla="*/ 46 h 112"/>
              <a:gd name="T12" fmla="*/ 128 w 138"/>
              <a:gd name="T13" fmla="*/ 55 h 112"/>
              <a:gd name="T14" fmla="*/ 126 w 138"/>
              <a:gd name="T15" fmla="*/ 58 h 112"/>
              <a:gd name="T16" fmla="*/ 119 w 138"/>
              <a:gd name="T17" fmla="*/ 65 h 112"/>
              <a:gd name="T18" fmla="*/ 111 w 138"/>
              <a:gd name="T19" fmla="*/ 70 h 112"/>
              <a:gd name="T20" fmla="*/ 107 w 138"/>
              <a:gd name="T21" fmla="*/ 73 h 112"/>
              <a:gd name="T22" fmla="*/ 106 w 138"/>
              <a:gd name="T23" fmla="*/ 72 h 112"/>
              <a:gd name="T24" fmla="*/ 106 w 138"/>
              <a:gd name="T25" fmla="*/ 67 h 112"/>
              <a:gd name="T26" fmla="*/ 103 w 138"/>
              <a:gd name="T27" fmla="*/ 64 h 112"/>
              <a:gd name="T28" fmla="*/ 90 w 138"/>
              <a:gd name="T29" fmla="*/ 60 h 112"/>
              <a:gd name="T30" fmla="*/ 85 w 138"/>
              <a:gd name="T31" fmla="*/ 60 h 112"/>
              <a:gd name="T32" fmla="*/ 83 w 138"/>
              <a:gd name="T33" fmla="*/ 60 h 112"/>
              <a:gd name="T34" fmla="*/ 79 w 138"/>
              <a:gd name="T35" fmla="*/ 62 h 112"/>
              <a:gd name="T36" fmla="*/ 79 w 138"/>
              <a:gd name="T37" fmla="*/ 63 h 112"/>
              <a:gd name="T38" fmla="*/ 55 w 138"/>
              <a:gd name="T39" fmla="*/ 79 h 112"/>
              <a:gd name="T40" fmla="*/ 54 w 138"/>
              <a:gd name="T41" fmla="*/ 80 h 112"/>
              <a:gd name="T42" fmla="*/ 53 w 138"/>
              <a:gd name="T43" fmla="*/ 80 h 112"/>
              <a:gd name="T44" fmla="*/ 54 w 138"/>
              <a:gd name="T45" fmla="*/ 82 h 112"/>
              <a:gd name="T46" fmla="*/ 57 w 138"/>
              <a:gd name="T47" fmla="*/ 84 h 112"/>
              <a:gd name="T48" fmla="*/ 58 w 138"/>
              <a:gd name="T49" fmla="*/ 87 h 112"/>
              <a:gd name="T50" fmla="*/ 59 w 138"/>
              <a:gd name="T51" fmla="*/ 90 h 112"/>
              <a:gd name="T52" fmla="*/ 59 w 138"/>
              <a:gd name="T53" fmla="*/ 92 h 112"/>
              <a:gd name="T54" fmla="*/ 57 w 138"/>
              <a:gd name="T55" fmla="*/ 93 h 112"/>
              <a:gd name="T56" fmla="*/ 56 w 138"/>
              <a:gd name="T57" fmla="*/ 92 h 112"/>
              <a:gd name="T58" fmla="*/ 49 w 138"/>
              <a:gd name="T59" fmla="*/ 94 h 112"/>
              <a:gd name="T60" fmla="*/ 45 w 138"/>
              <a:gd name="T61" fmla="*/ 96 h 112"/>
              <a:gd name="T62" fmla="*/ 39 w 138"/>
              <a:gd name="T63" fmla="*/ 101 h 112"/>
              <a:gd name="T64" fmla="*/ 37 w 138"/>
              <a:gd name="T65" fmla="*/ 103 h 112"/>
              <a:gd name="T66" fmla="*/ 34 w 138"/>
              <a:gd name="T67" fmla="*/ 105 h 112"/>
              <a:gd name="T68" fmla="*/ 31 w 138"/>
              <a:gd name="T69" fmla="*/ 112 h 112"/>
              <a:gd name="T70" fmla="*/ 31 w 138"/>
              <a:gd name="T71" fmla="*/ 112 h 112"/>
              <a:gd name="T72" fmla="*/ 27 w 138"/>
              <a:gd name="T73" fmla="*/ 110 h 112"/>
              <a:gd name="T74" fmla="*/ 17 w 138"/>
              <a:gd name="T75" fmla="*/ 96 h 112"/>
              <a:gd name="T76" fmla="*/ 12 w 138"/>
              <a:gd name="T77" fmla="*/ 90 h 112"/>
              <a:gd name="T78" fmla="*/ 9 w 138"/>
              <a:gd name="T79" fmla="*/ 85 h 112"/>
              <a:gd name="T80" fmla="*/ 7 w 138"/>
              <a:gd name="T81" fmla="*/ 83 h 112"/>
              <a:gd name="T82" fmla="*/ 4 w 138"/>
              <a:gd name="T83" fmla="*/ 80 h 112"/>
              <a:gd name="T84" fmla="*/ 0 w 138"/>
              <a:gd name="T85" fmla="*/ 81 h 112"/>
              <a:gd name="T86" fmla="*/ 0 w 138"/>
              <a:gd name="T87" fmla="*/ 81 h 112"/>
              <a:gd name="T88" fmla="*/ 0 w 138"/>
              <a:gd name="T89" fmla="*/ 0 h 112"/>
              <a:gd name="T90" fmla="*/ 135 w 138"/>
              <a:gd name="T91" fmla="*/ 0 h 112"/>
              <a:gd name="T92" fmla="*/ 135 w 138"/>
              <a:gd name="T93" fmla="*/ 0 h 112"/>
              <a:gd name="T94" fmla="*/ 135 w 138"/>
              <a:gd name="T95" fmla="*/ 0 h 112"/>
              <a:gd name="T96" fmla="*/ 135 w 138"/>
              <a:gd name="T9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8" h="112">
                <a:moveTo>
                  <a:pt x="135" y="0"/>
                </a:moveTo>
                <a:lnTo>
                  <a:pt x="137" y="2"/>
                </a:lnTo>
                <a:lnTo>
                  <a:pt x="138" y="4"/>
                </a:lnTo>
                <a:lnTo>
                  <a:pt x="137" y="9"/>
                </a:lnTo>
                <a:lnTo>
                  <a:pt x="133" y="27"/>
                </a:lnTo>
                <a:lnTo>
                  <a:pt x="128" y="46"/>
                </a:lnTo>
                <a:lnTo>
                  <a:pt x="128" y="55"/>
                </a:lnTo>
                <a:lnTo>
                  <a:pt x="126" y="58"/>
                </a:lnTo>
                <a:lnTo>
                  <a:pt x="119" y="65"/>
                </a:lnTo>
                <a:lnTo>
                  <a:pt x="111" y="70"/>
                </a:lnTo>
                <a:lnTo>
                  <a:pt x="107" y="73"/>
                </a:lnTo>
                <a:lnTo>
                  <a:pt x="106" y="72"/>
                </a:lnTo>
                <a:lnTo>
                  <a:pt x="106" y="67"/>
                </a:lnTo>
                <a:lnTo>
                  <a:pt x="103" y="64"/>
                </a:lnTo>
                <a:lnTo>
                  <a:pt x="90" y="60"/>
                </a:lnTo>
                <a:lnTo>
                  <a:pt x="85" y="60"/>
                </a:lnTo>
                <a:lnTo>
                  <a:pt x="83" y="60"/>
                </a:lnTo>
                <a:lnTo>
                  <a:pt x="79" y="62"/>
                </a:lnTo>
                <a:lnTo>
                  <a:pt x="79" y="63"/>
                </a:lnTo>
                <a:lnTo>
                  <a:pt x="55" y="79"/>
                </a:lnTo>
                <a:lnTo>
                  <a:pt x="54" y="80"/>
                </a:lnTo>
                <a:lnTo>
                  <a:pt x="53" y="80"/>
                </a:lnTo>
                <a:lnTo>
                  <a:pt x="54" y="82"/>
                </a:lnTo>
                <a:lnTo>
                  <a:pt x="57" y="84"/>
                </a:lnTo>
                <a:lnTo>
                  <a:pt x="58" y="87"/>
                </a:lnTo>
                <a:lnTo>
                  <a:pt x="59" y="90"/>
                </a:lnTo>
                <a:lnTo>
                  <a:pt x="59" y="92"/>
                </a:lnTo>
                <a:lnTo>
                  <a:pt x="57" y="93"/>
                </a:lnTo>
                <a:lnTo>
                  <a:pt x="56" y="92"/>
                </a:lnTo>
                <a:lnTo>
                  <a:pt x="49" y="94"/>
                </a:lnTo>
                <a:lnTo>
                  <a:pt x="45" y="96"/>
                </a:lnTo>
                <a:lnTo>
                  <a:pt x="39" y="101"/>
                </a:lnTo>
                <a:lnTo>
                  <a:pt x="37" y="103"/>
                </a:lnTo>
                <a:lnTo>
                  <a:pt x="34" y="105"/>
                </a:lnTo>
                <a:lnTo>
                  <a:pt x="31" y="112"/>
                </a:lnTo>
                <a:lnTo>
                  <a:pt x="31" y="112"/>
                </a:lnTo>
                <a:lnTo>
                  <a:pt x="27" y="110"/>
                </a:lnTo>
                <a:lnTo>
                  <a:pt x="17" y="96"/>
                </a:lnTo>
                <a:lnTo>
                  <a:pt x="12" y="90"/>
                </a:lnTo>
                <a:lnTo>
                  <a:pt x="9" y="85"/>
                </a:lnTo>
                <a:lnTo>
                  <a:pt x="7" y="83"/>
                </a:lnTo>
                <a:lnTo>
                  <a:pt x="4" y="80"/>
                </a:lnTo>
                <a:lnTo>
                  <a:pt x="0" y="81"/>
                </a:lnTo>
                <a:lnTo>
                  <a:pt x="0" y="81"/>
                </a:lnTo>
                <a:lnTo>
                  <a:pt x="0" y="0"/>
                </a:lnTo>
                <a:lnTo>
                  <a:pt x="135" y="0"/>
                </a:lnTo>
                <a:lnTo>
                  <a:pt x="135" y="0"/>
                </a:lnTo>
                <a:lnTo>
                  <a:pt x="135" y="0"/>
                </a:lnTo>
                <a:lnTo>
                  <a:pt x="135" y="0"/>
                </a:lnTo>
                <a:close/>
              </a:path>
            </a:pathLst>
          </a:custGeom>
          <a:solidFill>
            <a:srgbClr val="BFBFB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nvGrpSpPr>
          <p:cNvPr id="132" name="广西（小图）"/>
          <p:cNvGrpSpPr/>
          <p:nvPr/>
        </p:nvGrpSpPr>
        <p:grpSpPr>
          <a:xfrm>
            <a:off x="458256" y="4861345"/>
            <a:ext cx="580644" cy="286802"/>
            <a:chOff x="7758113" y="4700588"/>
            <a:chExt cx="523875" cy="258762"/>
          </a:xfrm>
          <a:solidFill>
            <a:srgbClr val="BFBFBF"/>
          </a:solidFill>
        </p:grpSpPr>
        <p:sp>
          <p:nvSpPr>
            <p:cNvPr id="133" name="Freeform 675"/>
            <p:cNvSpPr/>
            <p:nvPr/>
          </p:nvSpPr>
          <p:spPr bwMode="auto">
            <a:xfrm>
              <a:off x="7758113" y="4700588"/>
              <a:ext cx="523875" cy="223838"/>
            </a:xfrm>
            <a:custGeom>
              <a:avLst/>
              <a:gdLst>
                <a:gd name="T0" fmla="*/ 883 w 989"/>
                <a:gd name="T1" fmla="*/ 197 h 424"/>
                <a:gd name="T2" fmla="*/ 784 w 989"/>
                <a:gd name="T3" fmla="*/ 293 h 424"/>
                <a:gd name="T4" fmla="*/ 661 w 989"/>
                <a:gd name="T5" fmla="*/ 383 h 424"/>
                <a:gd name="T6" fmla="*/ 652 w 989"/>
                <a:gd name="T7" fmla="*/ 414 h 424"/>
                <a:gd name="T8" fmla="*/ 639 w 989"/>
                <a:gd name="T9" fmla="*/ 407 h 424"/>
                <a:gd name="T10" fmla="*/ 642 w 989"/>
                <a:gd name="T11" fmla="*/ 393 h 424"/>
                <a:gd name="T12" fmla="*/ 638 w 989"/>
                <a:gd name="T13" fmla="*/ 392 h 424"/>
                <a:gd name="T14" fmla="*/ 631 w 989"/>
                <a:gd name="T15" fmla="*/ 394 h 424"/>
                <a:gd name="T16" fmla="*/ 629 w 989"/>
                <a:gd name="T17" fmla="*/ 372 h 424"/>
                <a:gd name="T18" fmla="*/ 618 w 989"/>
                <a:gd name="T19" fmla="*/ 372 h 424"/>
                <a:gd name="T20" fmla="*/ 619 w 989"/>
                <a:gd name="T21" fmla="*/ 386 h 424"/>
                <a:gd name="T22" fmla="*/ 614 w 989"/>
                <a:gd name="T23" fmla="*/ 413 h 424"/>
                <a:gd name="T24" fmla="*/ 589 w 989"/>
                <a:gd name="T25" fmla="*/ 417 h 424"/>
                <a:gd name="T26" fmla="*/ 575 w 989"/>
                <a:gd name="T27" fmla="*/ 411 h 424"/>
                <a:gd name="T28" fmla="*/ 570 w 989"/>
                <a:gd name="T29" fmla="*/ 417 h 424"/>
                <a:gd name="T30" fmla="*/ 553 w 989"/>
                <a:gd name="T31" fmla="*/ 421 h 424"/>
                <a:gd name="T32" fmla="*/ 544 w 989"/>
                <a:gd name="T33" fmla="*/ 413 h 424"/>
                <a:gd name="T34" fmla="*/ 562 w 989"/>
                <a:gd name="T35" fmla="*/ 402 h 424"/>
                <a:gd name="T36" fmla="*/ 559 w 989"/>
                <a:gd name="T37" fmla="*/ 389 h 424"/>
                <a:gd name="T38" fmla="*/ 547 w 989"/>
                <a:gd name="T39" fmla="*/ 387 h 424"/>
                <a:gd name="T40" fmla="*/ 532 w 989"/>
                <a:gd name="T41" fmla="*/ 392 h 424"/>
                <a:gd name="T42" fmla="*/ 515 w 989"/>
                <a:gd name="T43" fmla="*/ 381 h 424"/>
                <a:gd name="T44" fmla="*/ 516 w 989"/>
                <a:gd name="T45" fmla="*/ 369 h 424"/>
                <a:gd name="T46" fmla="*/ 517 w 989"/>
                <a:gd name="T47" fmla="*/ 358 h 424"/>
                <a:gd name="T48" fmla="*/ 506 w 989"/>
                <a:gd name="T49" fmla="*/ 353 h 424"/>
                <a:gd name="T50" fmla="*/ 512 w 989"/>
                <a:gd name="T51" fmla="*/ 365 h 424"/>
                <a:gd name="T52" fmla="*/ 506 w 989"/>
                <a:gd name="T53" fmla="*/ 369 h 424"/>
                <a:gd name="T54" fmla="*/ 508 w 989"/>
                <a:gd name="T55" fmla="*/ 376 h 424"/>
                <a:gd name="T56" fmla="*/ 515 w 989"/>
                <a:gd name="T57" fmla="*/ 386 h 424"/>
                <a:gd name="T58" fmla="*/ 505 w 989"/>
                <a:gd name="T59" fmla="*/ 386 h 424"/>
                <a:gd name="T60" fmla="*/ 491 w 989"/>
                <a:gd name="T61" fmla="*/ 383 h 424"/>
                <a:gd name="T62" fmla="*/ 486 w 989"/>
                <a:gd name="T63" fmla="*/ 359 h 424"/>
                <a:gd name="T64" fmla="*/ 477 w 989"/>
                <a:gd name="T65" fmla="*/ 364 h 424"/>
                <a:gd name="T66" fmla="*/ 473 w 989"/>
                <a:gd name="T67" fmla="*/ 370 h 424"/>
                <a:gd name="T68" fmla="*/ 471 w 989"/>
                <a:gd name="T69" fmla="*/ 355 h 424"/>
                <a:gd name="T70" fmla="*/ 476 w 989"/>
                <a:gd name="T71" fmla="*/ 342 h 424"/>
                <a:gd name="T72" fmla="*/ 468 w 989"/>
                <a:gd name="T73" fmla="*/ 340 h 424"/>
                <a:gd name="T74" fmla="*/ 463 w 989"/>
                <a:gd name="T75" fmla="*/ 340 h 424"/>
                <a:gd name="T76" fmla="*/ 455 w 989"/>
                <a:gd name="T77" fmla="*/ 350 h 424"/>
                <a:gd name="T78" fmla="*/ 453 w 989"/>
                <a:gd name="T79" fmla="*/ 337 h 424"/>
                <a:gd name="T80" fmla="*/ 453 w 989"/>
                <a:gd name="T81" fmla="*/ 350 h 424"/>
                <a:gd name="T82" fmla="*/ 458 w 989"/>
                <a:gd name="T83" fmla="*/ 363 h 424"/>
                <a:gd name="T84" fmla="*/ 452 w 989"/>
                <a:gd name="T85" fmla="*/ 372 h 424"/>
                <a:gd name="T86" fmla="*/ 460 w 989"/>
                <a:gd name="T87" fmla="*/ 372 h 424"/>
                <a:gd name="T88" fmla="*/ 463 w 989"/>
                <a:gd name="T89" fmla="*/ 386 h 424"/>
                <a:gd name="T90" fmla="*/ 452 w 989"/>
                <a:gd name="T91" fmla="*/ 399 h 424"/>
                <a:gd name="T92" fmla="*/ 442 w 989"/>
                <a:gd name="T93" fmla="*/ 389 h 424"/>
                <a:gd name="T94" fmla="*/ 451 w 989"/>
                <a:gd name="T95" fmla="*/ 377 h 424"/>
                <a:gd name="T96" fmla="*/ 439 w 989"/>
                <a:gd name="T97" fmla="*/ 381 h 424"/>
                <a:gd name="T98" fmla="*/ 431 w 989"/>
                <a:gd name="T99" fmla="*/ 387 h 424"/>
                <a:gd name="T100" fmla="*/ 433 w 989"/>
                <a:gd name="T101" fmla="*/ 369 h 424"/>
                <a:gd name="T102" fmla="*/ 428 w 989"/>
                <a:gd name="T103" fmla="*/ 383 h 424"/>
                <a:gd name="T104" fmla="*/ 413 w 989"/>
                <a:gd name="T105" fmla="*/ 406 h 424"/>
                <a:gd name="T106" fmla="*/ 418 w 989"/>
                <a:gd name="T107" fmla="*/ 381 h 424"/>
                <a:gd name="T108" fmla="*/ 411 w 989"/>
                <a:gd name="T109" fmla="*/ 387 h 424"/>
                <a:gd name="T110" fmla="*/ 402 w 989"/>
                <a:gd name="T111" fmla="*/ 399 h 424"/>
                <a:gd name="T112" fmla="*/ 398 w 989"/>
                <a:gd name="T113" fmla="*/ 403 h 424"/>
                <a:gd name="T114" fmla="*/ 383 w 989"/>
                <a:gd name="T115" fmla="*/ 397 h 424"/>
                <a:gd name="T116" fmla="*/ 231 w 989"/>
                <a:gd name="T117" fmla="*/ 352 h 424"/>
                <a:gd name="T118" fmla="*/ 167 w 989"/>
                <a:gd name="T119" fmla="*/ 226 h 424"/>
                <a:gd name="T120" fmla="*/ 62 w 989"/>
                <a:gd name="T121" fmla="*/ 157 h 424"/>
                <a:gd name="T122" fmla="*/ 75 w 989"/>
                <a:gd name="T123" fmla="*/ 7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9" h="424">
                  <a:moveTo>
                    <a:pt x="989" y="0"/>
                  </a:moveTo>
                  <a:lnTo>
                    <a:pt x="989" y="0"/>
                  </a:lnTo>
                  <a:lnTo>
                    <a:pt x="984" y="2"/>
                  </a:lnTo>
                  <a:lnTo>
                    <a:pt x="977" y="2"/>
                  </a:lnTo>
                  <a:lnTo>
                    <a:pt x="977" y="3"/>
                  </a:lnTo>
                  <a:lnTo>
                    <a:pt x="975" y="6"/>
                  </a:lnTo>
                  <a:lnTo>
                    <a:pt x="973" y="18"/>
                  </a:lnTo>
                  <a:lnTo>
                    <a:pt x="971" y="21"/>
                  </a:lnTo>
                  <a:lnTo>
                    <a:pt x="969" y="23"/>
                  </a:lnTo>
                  <a:lnTo>
                    <a:pt x="967" y="23"/>
                  </a:lnTo>
                  <a:lnTo>
                    <a:pt x="961" y="22"/>
                  </a:lnTo>
                  <a:lnTo>
                    <a:pt x="954" y="23"/>
                  </a:lnTo>
                  <a:lnTo>
                    <a:pt x="949" y="22"/>
                  </a:lnTo>
                  <a:lnTo>
                    <a:pt x="947" y="22"/>
                  </a:lnTo>
                  <a:lnTo>
                    <a:pt x="946" y="24"/>
                  </a:lnTo>
                  <a:lnTo>
                    <a:pt x="943" y="35"/>
                  </a:lnTo>
                  <a:lnTo>
                    <a:pt x="943" y="49"/>
                  </a:lnTo>
                  <a:lnTo>
                    <a:pt x="941" y="51"/>
                  </a:lnTo>
                  <a:lnTo>
                    <a:pt x="938" y="52"/>
                  </a:lnTo>
                  <a:lnTo>
                    <a:pt x="936" y="54"/>
                  </a:lnTo>
                  <a:lnTo>
                    <a:pt x="925" y="55"/>
                  </a:lnTo>
                  <a:lnTo>
                    <a:pt x="924" y="57"/>
                  </a:lnTo>
                  <a:lnTo>
                    <a:pt x="923" y="61"/>
                  </a:lnTo>
                  <a:lnTo>
                    <a:pt x="923" y="64"/>
                  </a:lnTo>
                  <a:lnTo>
                    <a:pt x="920" y="71"/>
                  </a:lnTo>
                  <a:lnTo>
                    <a:pt x="914" y="78"/>
                  </a:lnTo>
                  <a:lnTo>
                    <a:pt x="909" y="82"/>
                  </a:lnTo>
                  <a:lnTo>
                    <a:pt x="908" y="84"/>
                  </a:lnTo>
                  <a:lnTo>
                    <a:pt x="902" y="109"/>
                  </a:lnTo>
                  <a:lnTo>
                    <a:pt x="903" y="117"/>
                  </a:lnTo>
                  <a:lnTo>
                    <a:pt x="905" y="138"/>
                  </a:lnTo>
                  <a:lnTo>
                    <a:pt x="906" y="146"/>
                  </a:lnTo>
                  <a:lnTo>
                    <a:pt x="908" y="148"/>
                  </a:lnTo>
                  <a:lnTo>
                    <a:pt x="912" y="149"/>
                  </a:lnTo>
                  <a:lnTo>
                    <a:pt x="913" y="151"/>
                  </a:lnTo>
                  <a:lnTo>
                    <a:pt x="912" y="154"/>
                  </a:lnTo>
                  <a:lnTo>
                    <a:pt x="905" y="172"/>
                  </a:lnTo>
                  <a:lnTo>
                    <a:pt x="901" y="178"/>
                  </a:lnTo>
                  <a:lnTo>
                    <a:pt x="892" y="185"/>
                  </a:lnTo>
                  <a:lnTo>
                    <a:pt x="883" y="197"/>
                  </a:lnTo>
                  <a:lnTo>
                    <a:pt x="877" y="199"/>
                  </a:lnTo>
                  <a:lnTo>
                    <a:pt x="867" y="203"/>
                  </a:lnTo>
                  <a:lnTo>
                    <a:pt x="859" y="204"/>
                  </a:lnTo>
                  <a:lnTo>
                    <a:pt x="857" y="204"/>
                  </a:lnTo>
                  <a:lnTo>
                    <a:pt x="857" y="206"/>
                  </a:lnTo>
                  <a:lnTo>
                    <a:pt x="858" y="209"/>
                  </a:lnTo>
                  <a:lnTo>
                    <a:pt x="859" y="215"/>
                  </a:lnTo>
                  <a:lnTo>
                    <a:pt x="858" y="216"/>
                  </a:lnTo>
                  <a:lnTo>
                    <a:pt x="856" y="217"/>
                  </a:lnTo>
                  <a:lnTo>
                    <a:pt x="854" y="218"/>
                  </a:lnTo>
                  <a:lnTo>
                    <a:pt x="832" y="227"/>
                  </a:lnTo>
                  <a:lnTo>
                    <a:pt x="821" y="228"/>
                  </a:lnTo>
                  <a:lnTo>
                    <a:pt x="819" y="229"/>
                  </a:lnTo>
                  <a:lnTo>
                    <a:pt x="818" y="232"/>
                  </a:lnTo>
                  <a:lnTo>
                    <a:pt x="817" y="233"/>
                  </a:lnTo>
                  <a:lnTo>
                    <a:pt x="816" y="232"/>
                  </a:lnTo>
                  <a:lnTo>
                    <a:pt x="814" y="231"/>
                  </a:lnTo>
                  <a:lnTo>
                    <a:pt x="812" y="231"/>
                  </a:lnTo>
                  <a:lnTo>
                    <a:pt x="811" y="233"/>
                  </a:lnTo>
                  <a:lnTo>
                    <a:pt x="804" y="241"/>
                  </a:lnTo>
                  <a:lnTo>
                    <a:pt x="802" y="246"/>
                  </a:lnTo>
                  <a:lnTo>
                    <a:pt x="802" y="250"/>
                  </a:lnTo>
                  <a:lnTo>
                    <a:pt x="804" y="254"/>
                  </a:lnTo>
                  <a:lnTo>
                    <a:pt x="804" y="258"/>
                  </a:lnTo>
                  <a:lnTo>
                    <a:pt x="803" y="258"/>
                  </a:lnTo>
                  <a:lnTo>
                    <a:pt x="805" y="265"/>
                  </a:lnTo>
                  <a:lnTo>
                    <a:pt x="810" y="270"/>
                  </a:lnTo>
                  <a:lnTo>
                    <a:pt x="813" y="273"/>
                  </a:lnTo>
                  <a:lnTo>
                    <a:pt x="814" y="276"/>
                  </a:lnTo>
                  <a:lnTo>
                    <a:pt x="814" y="277"/>
                  </a:lnTo>
                  <a:lnTo>
                    <a:pt x="812" y="278"/>
                  </a:lnTo>
                  <a:lnTo>
                    <a:pt x="804" y="280"/>
                  </a:lnTo>
                  <a:lnTo>
                    <a:pt x="797" y="283"/>
                  </a:lnTo>
                  <a:lnTo>
                    <a:pt x="796" y="287"/>
                  </a:lnTo>
                  <a:lnTo>
                    <a:pt x="795" y="293"/>
                  </a:lnTo>
                  <a:lnTo>
                    <a:pt x="792" y="296"/>
                  </a:lnTo>
                  <a:lnTo>
                    <a:pt x="789" y="297"/>
                  </a:lnTo>
                  <a:lnTo>
                    <a:pt x="788" y="297"/>
                  </a:lnTo>
                  <a:lnTo>
                    <a:pt x="786" y="296"/>
                  </a:lnTo>
                  <a:lnTo>
                    <a:pt x="784" y="293"/>
                  </a:lnTo>
                  <a:lnTo>
                    <a:pt x="780" y="292"/>
                  </a:lnTo>
                  <a:lnTo>
                    <a:pt x="779" y="292"/>
                  </a:lnTo>
                  <a:lnTo>
                    <a:pt x="778" y="293"/>
                  </a:lnTo>
                  <a:lnTo>
                    <a:pt x="776" y="299"/>
                  </a:lnTo>
                  <a:lnTo>
                    <a:pt x="774" y="300"/>
                  </a:lnTo>
                  <a:lnTo>
                    <a:pt x="771" y="300"/>
                  </a:lnTo>
                  <a:lnTo>
                    <a:pt x="769" y="299"/>
                  </a:lnTo>
                  <a:lnTo>
                    <a:pt x="760" y="293"/>
                  </a:lnTo>
                  <a:lnTo>
                    <a:pt x="758" y="293"/>
                  </a:lnTo>
                  <a:lnTo>
                    <a:pt x="753" y="296"/>
                  </a:lnTo>
                  <a:lnTo>
                    <a:pt x="751" y="296"/>
                  </a:lnTo>
                  <a:lnTo>
                    <a:pt x="748" y="295"/>
                  </a:lnTo>
                  <a:lnTo>
                    <a:pt x="747" y="295"/>
                  </a:lnTo>
                  <a:lnTo>
                    <a:pt x="746" y="296"/>
                  </a:lnTo>
                  <a:lnTo>
                    <a:pt x="746" y="299"/>
                  </a:lnTo>
                  <a:lnTo>
                    <a:pt x="748" y="306"/>
                  </a:lnTo>
                  <a:lnTo>
                    <a:pt x="749" y="309"/>
                  </a:lnTo>
                  <a:lnTo>
                    <a:pt x="749" y="322"/>
                  </a:lnTo>
                  <a:lnTo>
                    <a:pt x="751" y="328"/>
                  </a:lnTo>
                  <a:lnTo>
                    <a:pt x="755" y="335"/>
                  </a:lnTo>
                  <a:lnTo>
                    <a:pt x="756" y="336"/>
                  </a:lnTo>
                  <a:lnTo>
                    <a:pt x="755" y="337"/>
                  </a:lnTo>
                  <a:lnTo>
                    <a:pt x="750" y="341"/>
                  </a:lnTo>
                  <a:lnTo>
                    <a:pt x="748" y="342"/>
                  </a:lnTo>
                  <a:lnTo>
                    <a:pt x="743" y="341"/>
                  </a:lnTo>
                  <a:lnTo>
                    <a:pt x="715" y="342"/>
                  </a:lnTo>
                  <a:lnTo>
                    <a:pt x="711" y="343"/>
                  </a:lnTo>
                  <a:lnTo>
                    <a:pt x="706" y="346"/>
                  </a:lnTo>
                  <a:lnTo>
                    <a:pt x="703" y="347"/>
                  </a:lnTo>
                  <a:lnTo>
                    <a:pt x="697" y="347"/>
                  </a:lnTo>
                  <a:lnTo>
                    <a:pt x="693" y="346"/>
                  </a:lnTo>
                  <a:lnTo>
                    <a:pt x="690" y="347"/>
                  </a:lnTo>
                  <a:lnTo>
                    <a:pt x="686" y="349"/>
                  </a:lnTo>
                  <a:lnTo>
                    <a:pt x="684" y="353"/>
                  </a:lnTo>
                  <a:lnTo>
                    <a:pt x="683" y="358"/>
                  </a:lnTo>
                  <a:lnTo>
                    <a:pt x="681" y="370"/>
                  </a:lnTo>
                  <a:lnTo>
                    <a:pt x="677" y="380"/>
                  </a:lnTo>
                  <a:lnTo>
                    <a:pt x="675" y="381"/>
                  </a:lnTo>
                  <a:lnTo>
                    <a:pt x="663" y="384"/>
                  </a:lnTo>
                  <a:lnTo>
                    <a:pt x="661" y="383"/>
                  </a:lnTo>
                  <a:lnTo>
                    <a:pt x="658" y="380"/>
                  </a:lnTo>
                  <a:lnTo>
                    <a:pt x="656" y="380"/>
                  </a:lnTo>
                  <a:lnTo>
                    <a:pt x="656" y="380"/>
                  </a:lnTo>
                  <a:lnTo>
                    <a:pt x="653" y="385"/>
                  </a:lnTo>
                  <a:lnTo>
                    <a:pt x="653" y="396"/>
                  </a:lnTo>
                  <a:lnTo>
                    <a:pt x="653" y="396"/>
                  </a:lnTo>
                  <a:lnTo>
                    <a:pt x="653" y="396"/>
                  </a:lnTo>
                  <a:lnTo>
                    <a:pt x="652" y="396"/>
                  </a:lnTo>
                  <a:lnTo>
                    <a:pt x="652" y="396"/>
                  </a:lnTo>
                  <a:lnTo>
                    <a:pt x="652" y="397"/>
                  </a:lnTo>
                  <a:lnTo>
                    <a:pt x="652" y="397"/>
                  </a:lnTo>
                  <a:lnTo>
                    <a:pt x="652" y="398"/>
                  </a:lnTo>
                  <a:lnTo>
                    <a:pt x="652" y="398"/>
                  </a:lnTo>
                  <a:lnTo>
                    <a:pt x="652" y="399"/>
                  </a:lnTo>
                  <a:lnTo>
                    <a:pt x="653" y="399"/>
                  </a:lnTo>
                  <a:lnTo>
                    <a:pt x="653" y="400"/>
                  </a:lnTo>
                  <a:lnTo>
                    <a:pt x="653" y="401"/>
                  </a:lnTo>
                  <a:lnTo>
                    <a:pt x="654" y="402"/>
                  </a:lnTo>
                  <a:lnTo>
                    <a:pt x="654" y="403"/>
                  </a:lnTo>
                  <a:lnTo>
                    <a:pt x="654" y="403"/>
                  </a:lnTo>
                  <a:lnTo>
                    <a:pt x="655" y="404"/>
                  </a:lnTo>
                  <a:lnTo>
                    <a:pt x="655" y="405"/>
                  </a:lnTo>
                  <a:lnTo>
                    <a:pt x="655" y="406"/>
                  </a:lnTo>
                  <a:lnTo>
                    <a:pt x="656" y="407"/>
                  </a:lnTo>
                  <a:lnTo>
                    <a:pt x="656" y="408"/>
                  </a:lnTo>
                  <a:lnTo>
                    <a:pt x="656" y="408"/>
                  </a:lnTo>
                  <a:lnTo>
                    <a:pt x="656" y="410"/>
                  </a:lnTo>
                  <a:lnTo>
                    <a:pt x="656" y="411"/>
                  </a:lnTo>
                  <a:lnTo>
                    <a:pt x="656" y="411"/>
                  </a:lnTo>
                  <a:lnTo>
                    <a:pt x="656" y="412"/>
                  </a:lnTo>
                  <a:lnTo>
                    <a:pt x="656" y="412"/>
                  </a:lnTo>
                  <a:lnTo>
                    <a:pt x="655" y="413"/>
                  </a:lnTo>
                  <a:lnTo>
                    <a:pt x="655" y="413"/>
                  </a:lnTo>
                  <a:lnTo>
                    <a:pt x="655" y="413"/>
                  </a:lnTo>
                  <a:lnTo>
                    <a:pt x="654" y="414"/>
                  </a:lnTo>
                  <a:lnTo>
                    <a:pt x="654" y="414"/>
                  </a:lnTo>
                  <a:lnTo>
                    <a:pt x="653" y="414"/>
                  </a:lnTo>
                  <a:lnTo>
                    <a:pt x="653" y="414"/>
                  </a:lnTo>
                  <a:lnTo>
                    <a:pt x="652" y="414"/>
                  </a:lnTo>
                  <a:lnTo>
                    <a:pt x="652" y="414"/>
                  </a:lnTo>
                  <a:lnTo>
                    <a:pt x="651" y="414"/>
                  </a:lnTo>
                  <a:lnTo>
                    <a:pt x="651" y="414"/>
                  </a:lnTo>
                  <a:lnTo>
                    <a:pt x="651" y="414"/>
                  </a:lnTo>
                  <a:lnTo>
                    <a:pt x="650" y="414"/>
                  </a:lnTo>
                  <a:lnTo>
                    <a:pt x="650" y="414"/>
                  </a:lnTo>
                  <a:lnTo>
                    <a:pt x="650" y="414"/>
                  </a:lnTo>
                  <a:lnTo>
                    <a:pt x="649" y="414"/>
                  </a:lnTo>
                  <a:lnTo>
                    <a:pt x="649" y="414"/>
                  </a:lnTo>
                  <a:lnTo>
                    <a:pt x="649" y="413"/>
                  </a:lnTo>
                  <a:lnTo>
                    <a:pt x="648" y="413"/>
                  </a:lnTo>
                  <a:lnTo>
                    <a:pt x="648" y="413"/>
                  </a:lnTo>
                  <a:lnTo>
                    <a:pt x="648" y="413"/>
                  </a:lnTo>
                  <a:lnTo>
                    <a:pt x="648" y="412"/>
                  </a:lnTo>
                  <a:lnTo>
                    <a:pt x="647" y="412"/>
                  </a:lnTo>
                  <a:lnTo>
                    <a:pt x="647" y="412"/>
                  </a:lnTo>
                  <a:lnTo>
                    <a:pt x="647" y="412"/>
                  </a:lnTo>
                  <a:lnTo>
                    <a:pt x="645" y="411"/>
                  </a:lnTo>
                  <a:lnTo>
                    <a:pt x="645" y="411"/>
                  </a:lnTo>
                  <a:lnTo>
                    <a:pt x="645" y="411"/>
                  </a:lnTo>
                  <a:lnTo>
                    <a:pt x="645" y="411"/>
                  </a:lnTo>
                  <a:lnTo>
                    <a:pt x="644" y="410"/>
                  </a:lnTo>
                  <a:lnTo>
                    <a:pt x="644" y="410"/>
                  </a:lnTo>
                  <a:lnTo>
                    <a:pt x="644" y="410"/>
                  </a:lnTo>
                  <a:lnTo>
                    <a:pt x="644" y="410"/>
                  </a:lnTo>
                  <a:lnTo>
                    <a:pt x="644" y="410"/>
                  </a:lnTo>
                  <a:lnTo>
                    <a:pt x="644" y="410"/>
                  </a:lnTo>
                  <a:lnTo>
                    <a:pt x="643" y="410"/>
                  </a:lnTo>
                  <a:lnTo>
                    <a:pt x="643" y="410"/>
                  </a:lnTo>
                  <a:lnTo>
                    <a:pt x="643" y="408"/>
                  </a:lnTo>
                  <a:lnTo>
                    <a:pt x="643" y="408"/>
                  </a:lnTo>
                  <a:lnTo>
                    <a:pt x="643" y="408"/>
                  </a:lnTo>
                  <a:lnTo>
                    <a:pt x="642" y="408"/>
                  </a:lnTo>
                  <a:lnTo>
                    <a:pt x="642" y="408"/>
                  </a:lnTo>
                  <a:lnTo>
                    <a:pt x="641" y="408"/>
                  </a:lnTo>
                  <a:lnTo>
                    <a:pt x="641" y="408"/>
                  </a:lnTo>
                  <a:lnTo>
                    <a:pt x="640" y="408"/>
                  </a:lnTo>
                  <a:lnTo>
                    <a:pt x="640" y="407"/>
                  </a:lnTo>
                  <a:lnTo>
                    <a:pt x="640" y="407"/>
                  </a:lnTo>
                  <a:lnTo>
                    <a:pt x="639" y="407"/>
                  </a:lnTo>
                  <a:lnTo>
                    <a:pt x="639" y="407"/>
                  </a:lnTo>
                  <a:lnTo>
                    <a:pt x="639" y="406"/>
                  </a:lnTo>
                  <a:lnTo>
                    <a:pt x="639" y="406"/>
                  </a:lnTo>
                  <a:lnTo>
                    <a:pt x="639" y="405"/>
                  </a:lnTo>
                  <a:lnTo>
                    <a:pt x="639" y="405"/>
                  </a:lnTo>
                  <a:lnTo>
                    <a:pt x="638" y="404"/>
                  </a:lnTo>
                  <a:lnTo>
                    <a:pt x="638" y="404"/>
                  </a:lnTo>
                  <a:lnTo>
                    <a:pt x="639" y="403"/>
                  </a:lnTo>
                  <a:lnTo>
                    <a:pt x="639" y="403"/>
                  </a:lnTo>
                  <a:lnTo>
                    <a:pt x="639" y="403"/>
                  </a:lnTo>
                  <a:lnTo>
                    <a:pt x="639" y="402"/>
                  </a:lnTo>
                  <a:lnTo>
                    <a:pt x="639" y="402"/>
                  </a:lnTo>
                  <a:lnTo>
                    <a:pt x="639" y="402"/>
                  </a:lnTo>
                  <a:lnTo>
                    <a:pt x="639" y="402"/>
                  </a:lnTo>
                  <a:lnTo>
                    <a:pt x="639" y="401"/>
                  </a:lnTo>
                  <a:lnTo>
                    <a:pt x="639" y="401"/>
                  </a:lnTo>
                  <a:lnTo>
                    <a:pt x="639" y="401"/>
                  </a:lnTo>
                  <a:lnTo>
                    <a:pt x="640" y="400"/>
                  </a:lnTo>
                  <a:lnTo>
                    <a:pt x="640" y="400"/>
                  </a:lnTo>
                  <a:lnTo>
                    <a:pt x="640" y="400"/>
                  </a:lnTo>
                  <a:lnTo>
                    <a:pt x="640" y="399"/>
                  </a:lnTo>
                  <a:lnTo>
                    <a:pt x="640" y="399"/>
                  </a:lnTo>
                  <a:lnTo>
                    <a:pt x="640" y="399"/>
                  </a:lnTo>
                  <a:lnTo>
                    <a:pt x="640" y="398"/>
                  </a:lnTo>
                  <a:lnTo>
                    <a:pt x="640" y="398"/>
                  </a:lnTo>
                  <a:lnTo>
                    <a:pt x="640" y="398"/>
                  </a:lnTo>
                  <a:lnTo>
                    <a:pt x="640" y="397"/>
                  </a:lnTo>
                  <a:lnTo>
                    <a:pt x="640" y="397"/>
                  </a:lnTo>
                  <a:lnTo>
                    <a:pt x="640" y="396"/>
                  </a:lnTo>
                  <a:lnTo>
                    <a:pt x="640" y="396"/>
                  </a:lnTo>
                  <a:lnTo>
                    <a:pt x="640" y="396"/>
                  </a:lnTo>
                  <a:lnTo>
                    <a:pt x="640" y="395"/>
                  </a:lnTo>
                  <a:lnTo>
                    <a:pt x="640" y="395"/>
                  </a:lnTo>
                  <a:lnTo>
                    <a:pt x="641" y="395"/>
                  </a:lnTo>
                  <a:lnTo>
                    <a:pt x="641" y="395"/>
                  </a:lnTo>
                  <a:lnTo>
                    <a:pt x="641" y="394"/>
                  </a:lnTo>
                  <a:lnTo>
                    <a:pt x="641" y="394"/>
                  </a:lnTo>
                  <a:lnTo>
                    <a:pt x="641" y="394"/>
                  </a:lnTo>
                  <a:lnTo>
                    <a:pt x="642" y="394"/>
                  </a:lnTo>
                  <a:lnTo>
                    <a:pt x="642" y="393"/>
                  </a:lnTo>
                  <a:lnTo>
                    <a:pt x="642" y="393"/>
                  </a:lnTo>
                  <a:lnTo>
                    <a:pt x="642" y="393"/>
                  </a:lnTo>
                  <a:lnTo>
                    <a:pt x="642" y="393"/>
                  </a:lnTo>
                  <a:lnTo>
                    <a:pt x="643" y="393"/>
                  </a:lnTo>
                  <a:lnTo>
                    <a:pt x="643" y="393"/>
                  </a:lnTo>
                  <a:lnTo>
                    <a:pt x="643" y="392"/>
                  </a:lnTo>
                  <a:lnTo>
                    <a:pt x="643" y="392"/>
                  </a:lnTo>
                  <a:lnTo>
                    <a:pt x="644" y="392"/>
                  </a:lnTo>
                  <a:lnTo>
                    <a:pt x="644" y="392"/>
                  </a:lnTo>
                  <a:lnTo>
                    <a:pt x="644" y="390"/>
                  </a:lnTo>
                  <a:lnTo>
                    <a:pt x="644" y="390"/>
                  </a:lnTo>
                  <a:lnTo>
                    <a:pt x="644" y="390"/>
                  </a:lnTo>
                  <a:lnTo>
                    <a:pt x="645" y="390"/>
                  </a:lnTo>
                  <a:lnTo>
                    <a:pt x="645" y="389"/>
                  </a:lnTo>
                  <a:lnTo>
                    <a:pt x="645" y="389"/>
                  </a:lnTo>
                  <a:lnTo>
                    <a:pt x="645" y="389"/>
                  </a:lnTo>
                  <a:lnTo>
                    <a:pt x="645" y="388"/>
                  </a:lnTo>
                  <a:lnTo>
                    <a:pt x="645" y="388"/>
                  </a:lnTo>
                  <a:lnTo>
                    <a:pt x="644" y="388"/>
                  </a:lnTo>
                  <a:lnTo>
                    <a:pt x="644" y="388"/>
                  </a:lnTo>
                  <a:lnTo>
                    <a:pt x="644" y="388"/>
                  </a:lnTo>
                  <a:lnTo>
                    <a:pt x="644" y="387"/>
                  </a:lnTo>
                  <a:lnTo>
                    <a:pt x="644" y="387"/>
                  </a:lnTo>
                  <a:lnTo>
                    <a:pt x="643" y="387"/>
                  </a:lnTo>
                  <a:lnTo>
                    <a:pt x="643" y="387"/>
                  </a:lnTo>
                  <a:lnTo>
                    <a:pt x="643" y="387"/>
                  </a:lnTo>
                  <a:lnTo>
                    <a:pt x="643" y="387"/>
                  </a:lnTo>
                  <a:lnTo>
                    <a:pt x="643" y="387"/>
                  </a:lnTo>
                  <a:lnTo>
                    <a:pt x="642" y="387"/>
                  </a:lnTo>
                  <a:lnTo>
                    <a:pt x="642" y="387"/>
                  </a:lnTo>
                  <a:lnTo>
                    <a:pt x="642" y="387"/>
                  </a:lnTo>
                  <a:lnTo>
                    <a:pt x="642" y="388"/>
                  </a:lnTo>
                  <a:lnTo>
                    <a:pt x="641" y="388"/>
                  </a:lnTo>
                  <a:lnTo>
                    <a:pt x="641" y="388"/>
                  </a:lnTo>
                  <a:lnTo>
                    <a:pt x="641" y="389"/>
                  </a:lnTo>
                  <a:lnTo>
                    <a:pt x="640" y="389"/>
                  </a:lnTo>
                  <a:lnTo>
                    <a:pt x="640" y="389"/>
                  </a:lnTo>
                  <a:lnTo>
                    <a:pt x="639" y="390"/>
                  </a:lnTo>
                  <a:lnTo>
                    <a:pt x="639" y="390"/>
                  </a:lnTo>
                  <a:lnTo>
                    <a:pt x="638" y="390"/>
                  </a:lnTo>
                  <a:lnTo>
                    <a:pt x="638" y="392"/>
                  </a:lnTo>
                  <a:lnTo>
                    <a:pt x="638" y="392"/>
                  </a:lnTo>
                  <a:lnTo>
                    <a:pt x="637" y="392"/>
                  </a:lnTo>
                  <a:lnTo>
                    <a:pt x="637" y="393"/>
                  </a:lnTo>
                  <a:lnTo>
                    <a:pt x="637" y="393"/>
                  </a:lnTo>
                  <a:lnTo>
                    <a:pt x="636" y="393"/>
                  </a:lnTo>
                  <a:lnTo>
                    <a:pt x="636" y="394"/>
                  </a:lnTo>
                  <a:lnTo>
                    <a:pt x="636" y="394"/>
                  </a:lnTo>
                  <a:lnTo>
                    <a:pt x="636" y="394"/>
                  </a:lnTo>
                  <a:lnTo>
                    <a:pt x="636" y="395"/>
                  </a:lnTo>
                  <a:lnTo>
                    <a:pt x="636" y="395"/>
                  </a:lnTo>
                  <a:lnTo>
                    <a:pt x="636" y="395"/>
                  </a:lnTo>
                  <a:lnTo>
                    <a:pt x="636" y="396"/>
                  </a:lnTo>
                  <a:lnTo>
                    <a:pt x="636" y="396"/>
                  </a:lnTo>
                  <a:lnTo>
                    <a:pt x="636" y="397"/>
                  </a:lnTo>
                  <a:lnTo>
                    <a:pt x="636" y="397"/>
                  </a:lnTo>
                  <a:lnTo>
                    <a:pt x="636" y="397"/>
                  </a:lnTo>
                  <a:lnTo>
                    <a:pt x="636" y="398"/>
                  </a:lnTo>
                  <a:lnTo>
                    <a:pt x="635" y="398"/>
                  </a:lnTo>
                  <a:lnTo>
                    <a:pt x="635" y="398"/>
                  </a:lnTo>
                  <a:lnTo>
                    <a:pt x="635" y="399"/>
                  </a:lnTo>
                  <a:lnTo>
                    <a:pt x="635" y="399"/>
                  </a:lnTo>
                  <a:lnTo>
                    <a:pt x="635" y="399"/>
                  </a:lnTo>
                  <a:lnTo>
                    <a:pt x="635" y="399"/>
                  </a:lnTo>
                  <a:lnTo>
                    <a:pt x="635" y="399"/>
                  </a:lnTo>
                  <a:lnTo>
                    <a:pt x="635" y="399"/>
                  </a:lnTo>
                  <a:lnTo>
                    <a:pt x="634" y="399"/>
                  </a:lnTo>
                  <a:lnTo>
                    <a:pt x="634" y="399"/>
                  </a:lnTo>
                  <a:lnTo>
                    <a:pt x="634" y="399"/>
                  </a:lnTo>
                  <a:lnTo>
                    <a:pt x="634" y="399"/>
                  </a:lnTo>
                  <a:lnTo>
                    <a:pt x="633" y="398"/>
                  </a:lnTo>
                  <a:lnTo>
                    <a:pt x="633" y="398"/>
                  </a:lnTo>
                  <a:lnTo>
                    <a:pt x="633" y="398"/>
                  </a:lnTo>
                  <a:lnTo>
                    <a:pt x="633" y="397"/>
                  </a:lnTo>
                  <a:lnTo>
                    <a:pt x="632" y="397"/>
                  </a:lnTo>
                  <a:lnTo>
                    <a:pt x="632" y="396"/>
                  </a:lnTo>
                  <a:lnTo>
                    <a:pt x="632" y="396"/>
                  </a:lnTo>
                  <a:lnTo>
                    <a:pt x="631" y="395"/>
                  </a:lnTo>
                  <a:lnTo>
                    <a:pt x="631" y="395"/>
                  </a:lnTo>
                  <a:lnTo>
                    <a:pt x="631" y="394"/>
                  </a:lnTo>
                  <a:lnTo>
                    <a:pt x="631" y="394"/>
                  </a:lnTo>
                  <a:lnTo>
                    <a:pt x="630" y="393"/>
                  </a:lnTo>
                  <a:lnTo>
                    <a:pt x="630" y="393"/>
                  </a:lnTo>
                  <a:lnTo>
                    <a:pt x="630" y="393"/>
                  </a:lnTo>
                  <a:lnTo>
                    <a:pt x="630" y="392"/>
                  </a:lnTo>
                  <a:lnTo>
                    <a:pt x="630" y="392"/>
                  </a:lnTo>
                  <a:lnTo>
                    <a:pt x="630" y="390"/>
                  </a:lnTo>
                  <a:lnTo>
                    <a:pt x="629" y="390"/>
                  </a:lnTo>
                  <a:lnTo>
                    <a:pt x="629" y="389"/>
                  </a:lnTo>
                  <a:lnTo>
                    <a:pt x="629" y="389"/>
                  </a:lnTo>
                  <a:lnTo>
                    <a:pt x="629" y="388"/>
                  </a:lnTo>
                  <a:lnTo>
                    <a:pt x="629" y="388"/>
                  </a:lnTo>
                  <a:lnTo>
                    <a:pt x="627" y="387"/>
                  </a:lnTo>
                  <a:lnTo>
                    <a:pt x="627" y="386"/>
                  </a:lnTo>
                  <a:lnTo>
                    <a:pt x="627" y="386"/>
                  </a:lnTo>
                  <a:lnTo>
                    <a:pt x="627" y="385"/>
                  </a:lnTo>
                  <a:lnTo>
                    <a:pt x="626" y="385"/>
                  </a:lnTo>
                  <a:lnTo>
                    <a:pt x="626" y="384"/>
                  </a:lnTo>
                  <a:lnTo>
                    <a:pt x="626" y="384"/>
                  </a:lnTo>
                  <a:lnTo>
                    <a:pt x="626" y="383"/>
                  </a:lnTo>
                  <a:lnTo>
                    <a:pt x="626" y="383"/>
                  </a:lnTo>
                  <a:lnTo>
                    <a:pt x="625" y="382"/>
                  </a:lnTo>
                  <a:lnTo>
                    <a:pt x="625" y="381"/>
                  </a:lnTo>
                  <a:lnTo>
                    <a:pt x="624" y="381"/>
                  </a:lnTo>
                  <a:lnTo>
                    <a:pt x="624" y="380"/>
                  </a:lnTo>
                  <a:lnTo>
                    <a:pt x="624" y="380"/>
                  </a:lnTo>
                  <a:lnTo>
                    <a:pt x="623" y="379"/>
                  </a:lnTo>
                  <a:lnTo>
                    <a:pt x="623" y="379"/>
                  </a:lnTo>
                  <a:lnTo>
                    <a:pt x="622" y="378"/>
                  </a:lnTo>
                  <a:lnTo>
                    <a:pt x="622" y="377"/>
                  </a:lnTo>
                  <a:lnTo>
                    <a:pt x="622" y="377"/>
                  </a:lnTo>
                  <a:lnTo>
                    <a:pt x="622" y="376"/>
                  </a:lnTo>
                  <a:lnTo>
                    <a:pt x="622" y="376"/>
                  </a:lnTo>
                  <a:lnTo>
                    <a:pt x="623" y="375"/>
                  </a:lnTo>
                  <a:lnTo>
                    <a:pt x="623" y="375"/>
                  </a:lnTo>
                  <a:lnTo>
                    <a:pt x="624" y="375"/>
                  </a:lnTo>
                  <a:lnTo>
                    <a:pt x="625" y="374"/>
                  </a:lnTo>
                  <a:lnTo>
                    <a:pt x="626" y="374"/>
                  </a:lnTo>
                  <a:lnTo>
                    <a:pt x="626" y="374"/>
                  </a:lnTo>
                  <a:lnTo>
                    <a:pt x="627" y="372"/>
                  </a:lnTo>
                  <a:lnTo>
                    <a:pt x="629" y="372"/>
                  </a:lnTo>
                  <a:lnTo>
                    <a:pt x="629" y="371"/>
                  </a:lnTo>
                  <a:lnTo>
                    <a:pt x="630" y="371"/>
                  </a:lnTo>
                  <a:lnTo>
                    <a:pt x="630" y="371"/>
                  </a:lnTo>
                  <a:lnTo>
                    <a:pt x="631" y="370"/>
                  </a:lnTo>
                  <a:lnTo>
                    <a:pt x="631" y="370"/>
                  </a:lnTo>
                  <a:lnTo>
                    <a:pt x="631" y="369"/>
                  </a:lnTo>
                  <a:lnTo>
                    <a:pt x="631" y="369"/>
                  </a:lnTo>
                  <a:lnTo>
                    <a:pt x="632" y="369"/>
                  </a:lnTo>
                  <a:lnTo>
                    <a:pt x="632" y="368"/>
                  </a:lnTo>
                  <a:lnTo>
                    <a:pt x="632" y="368"/>
                  </a:lnTo>
                  <a:lnTo>
                    <a:pt x="632" y="368"/>
                  </a:lnTo>
                  <a:lnTo>
                    <a:pt x="632" y="367"/>
                  </a:lnTo>
                  <a:lnTo>
                    <a:pt x="632" y="367"/>
                  </a:lnTo>
                  <a:lnTo>
                    <a:pt x="632" y="367"/>
                  </a:lnTo>
                  <a:lnTo>
                    <a:pt x="632" y="366"/>
                  </a:lnTo>
                  <a:lnTo>
                    <a:pt x="631" y="366"/>
                  </a:lnTo>
                  <a:lnTo>
                    <a:pt x="631" y="366"/>
                  </a:lnTo>
                  <a:lnTo>
                    <a:pt x="631" y="365"/>
                  </a:lnTo>
                  <a:lnTo>
                    <a:pt x="631" y="365"/>
                  </a:lnTo>
                  <a:lnTo>
                    <a:pt x="631" y="365"/>
                  </a:lnTo>
                  <a:lnTo>
                    <a:pt x="631" y="365"/>
                  </a:lnTo>
                  <a:lnTo>
                    <a:pt x="630" y="365"/>
                  </a:lnTo>
                  <a:lnTo>
                    <a:pt x="630" y="365"/>
                  </a:lnTo>
                  <a:lnTo>
                    <a:pt x="630" y="365"/>
                  </a:lnTo>
                  <a:lnTo>
                    <a:pt x="629" y="365"/>
                  </a:lnTo>
                  <a:lnTo>
                    <a:pt x="629" y="365"/>
                  </a:lnTo>
                  <a:lnTo>
                    <a:pt x="627" y="365"/>
                  </a:lnTo>
                  <a:lnTo>
                    <a:pt x="627" y="365"/>
                  </a:lnTo>
                  <a:lnTo>
                    <a:pt x="626" y="365"/>
                  </a:lnTo>
                  <a:lnTo>
                    <a:pt x="625" y="366"/>
                  </a:lnTo>
                  <a:lnTo>
                    <a:pt x="625" y="366"/>
                  </a:lnTo>
                  <a:lnTo>
                    <a:pt x="624" y="367"/>
                  </a:lnTo>
                  <a:lnTo>
                    <a:pt x="623" y="367"/>
                  </a:lnTo>
                  <a:lnTo>
                    <a:pt x="622" y="368"/>
                  </a:lnTo>
                  <a:lnTo>
                    <a:pt x="621" y="368"/>
                  </a:lnTo>
                  <a:lnTo>
                    <a:pt x="621" y="369"/>
                  </a:lnTo>
                  <a:lnTo>
                    <a:pt x="620" y="370"/>
                  </a:lnTo>
                  <a:lnTo>
                    <a:pt x="619" y="370"/>
                  </a:lnTo>
                  <a:lnTo>
                    <a:pt x="618" y="371"/>
                  </a:lnTo>
                  <a:lnTo>
                    <a:pt x="618" y="372"/>
                  </a:lnTo>
                  <a:lnTo>
                    <a:pt x="617" y="372"/>
                  </a:lnTo>
                  <a:lnTo>
                    <a:pt x="617" y="372"/>
                  </a:lnTo>
                  <a:lnTo>
                    <a:pt x="616" y="374"/>
                  </a:lnTo>
                  <a:lnTo>
                    <a:pt x="616" y="374"/>
                  </a:lnTo>
                  <a:lnTo>
                    <a:pt x="616" y="375"/>
                  </a:lnTo>
                  <a:lnTo>
                    <a:pt x="615" y="375"/>
                  </a:lnTo>
                  <a:lnTo>
                    <a:pt x="615" y="375"/>
                  </a:lnTo>
                  <a:lnTo>
                    <a:pt x="614" y="376"/>
                  </a:lnTo>
                  <a:lnTo>
                    <a:pt x="614" y="376"/>
                  </a:lnTo>
                  <a:lnTo>
                    <a:pt x="613" y="377"/>
                  </a:lnTo>
                  <a:lnTo>
                    <a:pt x="612" y="377"/>
                  </a:lnTo>
                  <a:lnTo>
                    <a:pt x="612" y="378"/>
                  </a:lnTo>
                  <a:lnTo>
                    <a:pt x="611" y="378"/>
                  </a:lnTo>
                  <a:lnTo>
                    <a:pt x="611" y="379"/>
                  </a:lnTo>
                  <a:lnTo>
                    <a:pt x="609" y="379"/>
                  </a:lnTo>
                  <a:lnTo>
                    <a:pt x="609" y="380"/>
                  </a:lnTo>
                  <a:lnTo>
                    <a:pt x="609" y="380"/>
                  </a:lnTo>
                  <a:lnTo>
                    <a:pt x="608" y="381"/>
                  </a:lnTo>
                  <a:lnTo>
                    <a:pt x="608" y="381"/>
                  </a:lnTo>
                  <a:lnTo>
                    <a:pt x="608" y="381"/>
                  </a:lnTo>
                  <a:lnTo>
                    <a:pt x="608" y="382"/>
                  </a:lnTo>
                  <a:lnTo>
                    <a:pt x="608" y="382"/>
                  </a:lnTo>
                  <a:lnTo>
                    <a:pt x="608" y="382"/>
                  </a:lnTo>
                  <a:lnTo>
                    <a:pt x="608" y="383"/>
                  </a:lnTo>
                  <a:lnTo>
                    <a:pt x="609" y="383"/>
                  </a:lnTo>
                  <a:lnTo>
                    <a:pt x="609" y="383"/>
                  </a:lnTo>
                  <a:lnTo>
                    <a:pt x="609" y="383"/>
                  </a:lnTo>
                  <a:lnTo>
                    <a:pt x="611" y="383"/>
                  </a:lnTo>
                  <a:lnTo>
                    <a:pt x="611" y="384"/>
                  </a:lnTo>
                  <a:lnTo>
                    <a:pt x="612" y="384"/>
                  </a:lnTo>
                  <a:lnTo>
                    <a:pt x="613" y="384"/>
                  </a:lnTo>
                  <a:lnTo>
                    <a:pt x="613" y="384"/>
                  </a:lnTo>
                  <a:lnTo>
                    <a:pt x="614" y="384"/>
                  </a:lnTo>
                  <a:lnTo>
                    <a:pt x="615" y="384"/>
                  </a:lnTo>
                  <a:lnTo>
                    <a:pt x="615" y="384"/>
                  </a:lnTo>
                  <a:lnTo>
                    <a:pt x="616" y="385"/>
                  </a:lnTo>
                  <a:lnTo>
                    <a:pt x="617" y="385"/>
                  </a:lnTo>
                  <a:lnTo>
                    <a:pt x="618" y="385"/>
                  </a:lnTo>
                  <a:lnTo>
                    <a:pt x="618" y="385"/>
                  </a:lnTo>
                  <a:lnTo>
                    <a:pt x="619" y="386"/>
                  </a:lnTo>
                  <a:lnTo>
                    <a:pt x="620" y="386"/>
                  </a:lnTo>
                  <a:lnTo>
                    <a:pt x="620" y="387"/>
                  </a:lnTo>
                  <a:lnTo>
                    <a:pt x="621" y="387"/>
                  </a:lnTo>
                  <a:lnTo>
                    <a:pt x="622" y="388"/>
                  </a:lnTo>
                  <a:lnTo>
                    <a:pt x="622" y="388"/>
                  </a:lnTo>
                  <a:lnTo>
                    <a:pt x="623" y="389"/>
                  </a:lnTo>
                  <a:lnTo>
                    <a:pt x="623" y="389"/>
                  </a:lnTo>
                  <a:lnTo>
                    <a:pt x="624" y="390"/>
                  </a:lnTo>
                  <a:lnTo>
                    <a:pt x="624" y="392"/>
                  </a:lnTo>
                  <a:lnTo>
                    <a:pt x="624" y="392"/>
                  </a:lnTo>
                  <a:lnTo>
                    <a:pt x="625" y="393"/>
                  </a:lnTo>
                  <a:lnTo>
                    <a:pt x="625" y="394"/>
                  </a:lnTo>
                  <a:lnTo>
                    <a:pt x="625" y="394"/>
                  </a:lnTo>
                  <a:lnTo>
                    <a:pt x="625" y="395"/>
                  </a:lnTo>
                  <a:lnTo>
                    <a:pt x="625" y="396"/>
                  </a:lnTo>
                  <a:lnTo>
                    <a:pt x="625" y="396"/>
                  </a:lnTo>
                  <a:lnTo>
                    <a:pt x="625" y="397"/>
                  </a:lnTo>
                  <a:lnTo>
                    <a:pt x="625" y="398"/>
                  </a:lnTo>
                  <a:lnTo>
                    <a:pt x="625" y="399"/>
                  </a:lnTo>
                  <a:lnTo>
                    <a:pt x="625" y="399"/>
                  </a:lnTo>
                  <a:lnTo>
                    <a:pt x="625" y="400"/>
                  </a:lnTo>
                  <a:lnTo>
                    <a:pt x="624" y="401"/>
                  </a:lnTo>
                  <a:lnTo>
                    <a:pt x="624" y="402"/>
                  </a:lnTo>
                  <a:lnTo>
                    <a:pt x="624" y="402"/>
                  </a:lnTo>
                  <a:lnTo>
                    <a:pt x="623" y="403"/>
                  </a:lnTo>
                  <a:lnTo>
                    <a:pt x="623" y="404"/>
                  </a:lnTo>
                  <a:lnTo>
                    <a:pt x="623" y="404"/>
                  </a:lnTo>
                  <a:lnTo>
                    <a:pt x="622" y="405"/>
                  </a:lnTo>
                  <a:lnTo>
                    <a:pt x="622" y="405"/>
                  </a:lnTo>
                  <a:lnTo>
                    <a:pt x="621" y="406"/>
                  </a:lnTo>
                  <a:lnTo>
                    <a:pt x="621" y="407"/>
                  </a:lnTo>
                  <a:lnTo>
                    <a:pt x="620" y="407"/>
                  </a:lnTo>
                  <a:lnTo>
                    <a:pt x="619" y="408"/>
                  </a:lnTo>
                  <a:lnTo>
                    <a:pt x="618" y="410"/>
                  </a:lnTo>
                  <a:lnTo>
                    <a:pt x="618" y="410"/>
                  </a:lnTo>
                  <a:lnTo>
                    <a:pt x="617" y="411"/>
                  </a:lnTo>
                  <a:lnTo>
                    <a:pt x="616" y="411"/>
                  </a:lnTo>
                  <a:lnTo>
                    <a:pt x="615" y="412"/>
                  </a:lnTo>
                  <a:lnTo>
                    <a:pt x="614" y="412"/>
                  </a:lnTo>
                  <a:lnTo>
                    <a:pt x="614" y="413"/>
                  </a:lnTo>
                  <a:lnTo>
                    <a:pt x="613" y="413"/>
                  </a:lnTo>
                  <a:lnTo>
                    <a:pt x="612" y="413"/>
                  </a:lnTo>
                  <a:lnTo>
                    <a:pt x="612" y="414"/>
                  </a:lnTo>
                  <a:lnTo>
                    <a:pt x="611" y="414"/>
                  </a:lnTo>
                  <a:lnTo>
                    <a:pt x="611" y="414"/>
                  </a:lnTo>
                  <a:lnTo>
                    <a:pt x="609" y="414"/>
                  </a:lnTo>
                  <a:lnTo>
                    <a:pt x="608" y="414"/>
                  </a:lnTo>
                  <a:lnTo>
                    <a:pt x="608" y="415"/>
                  </a:lnTo>
                  <a:lnTo>
                    <a:pt x="607" y="415"/>
                  </a:lnTo>
                  <a:lnTo>
                    <a:pt x="607" y="415"/>
                  </a:lnTo>
                  <a:lnTo>
                    <a:pt x="606" y="415"/>
                  </a:lnTo>
                  <a:lnTo>
                    <a:pt x="606" y="415"/>
                  </a:lnTo>
                  <a:lnTo>
                    <a:pt x="605" y="416"/>
                  </a:lnTo>
                  <a:lnTo>
                    <a:pt x="605" y="416"/>
                  </a:lnTo>
                  <a:lnTo>
                    <a:pt x="604" y="416"/>
                  </a:lnTo>
                  <a:lnTo>
                    <a:pt x="603" y="416"/>
                  </a:lnTo>
                  <a:lnTo>
                    <a:pt x="603" y="416"/>
                  </a:lnTo>
                  <a:lnTo>
                    <a:pt x="602" y="416"/>
                  </a:lnTo>
                  <a:lnTo>
                    <a:pt x="601" y="416"/>
                  </a:lnTo>
                  <a:lnTo>
                    <a:pt x="601" y="416"/>
                  </a:lnTo>
                  <a:lnTo>
                    <a:pt x="600" y="416"/>
                  </a:lnTo>
                  <a:lnTo>
                    <a:pt x="599" y="416"/>
                  </a:lnTo>
                  <a:lnTo>
                    <a:pt x="598" y="416"/>
                  </a:lnTo>
                  <a:lnTo>
                    <a:pt x="598" y="416"/>
                  </a:lnTo>
                  <a:lnTo>
                    <a:pt x="597" y="416"/>
                  </a:lnTo>
                  <a:lnTo>
                    <a:pt x="596" y="417"/>
                  </a:lnTo>
                  <a:lnTo>
                    <a:pt x="596" y="417"/>
                  </a:lnTo>
                  <a:lnTo>
                    <a:pt x="595" y="417"/>
                  </a:lnTo>
                  <a:lnTo>
                    <a:pt x="594" y="417"/>
                  </a:lnTo>
                  <a:lnTo>
                    <a:pt x="594" y="417"/>
                  </a:lnTo>
                  <a:lnTo>
                    <a:pt x="593" y="417"/>
                  </a:lnTo>
                  <a:lnTo>
                    <a:pt x="593" y="417"/>
                  </a:lnTo>
                  <a:lnTo>
                    <a:pt x="591" y="417"/>
                  </a:lnTo>
                  <a:lnTo>
                    <a:pt x="591" y="417"/>
                  </a:lnTo>
                  <a:lnTo>
                    <a:pt x="591" y="417"/>
                  </a:lnTo>
                  <a:lnTo>
                    <a:pt x="590" y="417"/>
                  </a:lnTo>
                  <a:lnTo>
                    <a:pt x="590" y="417"/>
                  </a:lnTo>
                  <a:lnTo>
                    <a:pt x="590" y="417"/>
                  </a:lnTo>
                  <a:lnTo>
                    <a:pt x="589" y="417"/>
                  </a:lnTo>
                  <a:lnTo>
                    <a:pt x="589" y="417"/>
                  </a:lnTo>
                  <a:lnTo>
                    <a:pt x="589" y="417"/>
                  </a:lnTo>
                  <a:lnTo>
                    <a:pt x="588" y="417"/>
                  </a:lnTo>
                  <a:lnTo>
                    <a:pt x="588" y="417"/>
                  </a:lnTo>
                  <a:lnTo>
                    <a:pt x="587" y="417"/>
                  </a:lnTo>
                  <a:lnTo>
                    <a:pt x="587" y="417"/>
                  </a:lnTo>
                  <a:lnTo>
                    <a:pt x="586" y="417"/>
                  </a:lnTo>
                  <a:lnTo>
                    <a:pt x="586" y="417"/>
                  </a:lnTo>
                  <a:lnTo>
                    <a:pt x="585" y="417"/>
                  </a:lnTo>
                  <a:lnTo>
                    <a:pt x="584" y="417"/>
                  </a:lnTo>
                  <a:lnTo>
                    <a:pt x="584" y="417"/>
                  </a:lnTo>
                  <a:lnTo>
                    <a:pt x="583" y="417"/>
                  </a:lnTo>
                  <a:lnTo>
                    <a:pt x="582" y="417"/>
                  </a:lnTo>
                  <a:lnTo>
                    <a:pt x="581" y="417"/>
                  </a:lnTo>
                  <a:lnTo>
                    <a:pt x="581" y="417"/>
                  </a:lnTo>
                  <a:lnTo>
                    <a:pt x="580" y="417"/>
                  </a:lnTo>
                  <a:lnTo>
                    <a:pt x="579" y="417"/>
                  </a:lnTo>
                  <a:lnTo>
                    <a:pt x="578" y="417"/>
                  </a:lnTo>
                  <a:lnTo>
                    <a:pt x="577" y="417"/>
                  </a:lnTo>
                  <a:lnTo>
                    <a:pt x="577" y="417"/>
                  </a:lnTo>
                  <a:lnTo>
                    <a:pt x="576" y="417"/>
                  </a:lnTo>
                  <a:lnTo>
                    <a:pt x="575" y="416"/>
                  </a:lnTo>
                  <a:lnTo>
                    <a:pt x="575" y="416"/>
                  </a:lnTo>
                  <a:lnTo>
                    <a:pt x="575" y="416"/>
                  </a:lnTo>
                  <a:lnTo>
                    <a:pt x="573" y="416"/>
                  </a:lnTo>
                  <a:lnTo>
                    <a:pt x="573" y="416"/>
                  </a:lnTo>
                  <a:lnTo>
                    <a:pt x="573" y="415"/>
                  </a:lnTo>
                  <a:lnTo>
                    <a:pt x="573" y="415"/>
                  </a:lnTo>
                  <a:lnTo>
                    <a:pt x="575" y="415"/>
                  </a:lnTo>
                  <a:lnTo>
                    <a:pt x="575" y="414"/>
                  </a:lnTo>
                  <a:lnTo>
                    <a:pt x="575" y="414"/>
                  </a:lnTo>
                  <a:lnTo>
                    <a:pt x="575" y="414"/>
                  </a:lnTo>
                  <a:lnTo>
                    <a:pt x="575" y="413"/>
                  </a:lnTo>
                  <a:lnTo>
                    <a:pt x="575" y="413"/>
                  </a:lnTo>
                  <a:lnTo>
                    <a:pt x="575" y="413"/>
                  </a:lnTo>
                  <a:lnTo>
                    <a:pt x="575" y="412"/>
                  </a:lnTo>
                  <a:lnTo>
                    <a:pt x="575" y="412"/>
                  </a:lnTo>
                  <a:lnTo>
                    <a:pt x="575" y="411"/>
                  </a:lnTo>
                  <a:lnTo>
                    <a:pt x="575" y="411"/>
                  </a:lnTo>
                  <a:lnTo>
                    <a:pt x="575" y="411"/>
                  </a:lnTo>
                  <a:lnTo>
                    <a:pt x="575" y="411"/>
                  </a:lnTo>
                  <a:lnTo>
                    <a:pt x="575" y="410"/>
                  </a:lnTo>
                  <a:lnTo>
                    <a:pt x="575" y="410"/>
                  </a:lnTo>
                  <a:lnTo>
                    <a:pt x="573" y="410"/>
                  </a:lnTo>
                  <a:lnTo>
                    <a:pt x="573" y="410"/>
                  </a:lnTo>
                  <a:lnTo>
                    <a:pt x="573" y="410"/>
                  </a:lnTo>
                  <a:lnTo>
                    <a:pt x="573" y="410"/>
                  </a:lnTo>
                  <a:lnTo>
                    <a:pt x="573" y="408"/>
                  </a:lnTo>
                  <a:lnTo>
                    <a:pt x="572" y="408"/>
                  </a:lnTo>
                  <a:lnTo>
                    <a:pt x="572" y="408"/>
                  </a:lnTo>
                  <a:lnTo>
                    <a:pt x="572" y="408"/>
                  </a:lnTo>
                  <a:lnTo>
                    <a:pt x="572" y="408"/>
                  </a:lnTo>
                  <a:lnTo>
                    <a:pt x="572" y="408"/>
                  </a:lnTo>
                  <a:lnTo>
                    <a:pt x="572" y="408"/>
                  </a:lnTo>
                  <a:lnTo>
                    <a:pt x="572" y="410"/>
                  </a:lnTo>
                  <a:lnTo>
                    <a:pt x="572" y="410"/>
                  </a:lnTo>
                  <a:lnTo>
                    <a:pt x="572" y="410"/>
                  </a:lnTo>
                  <a:lnTo>
                    <a:pt x="572" y="410"/>
                  </a:lnTo>
                  <a:lnTo>
                    <a:pt x="572" y="411"/>
                  </a:lnTo>
                  <a:lnTo>
                    <a:pt x="572" y="411"/>
                  </a:lnTo>
                  <a:lnTo>
                    <a:pt x="572" y="411"/>
                  </a:lnTo>
                  <a:lnTo>
                    <a:pt x="571" y="412"/>
                  </a:lnTo>
                  <a:lnTo>
                    <a:pt x="571" y="412"/>
                  </a:lnTo>
                  <a:lnTo>
                    <a:pt x="571" y="413"/>
                  </a:lnTo>
                  <a:lnTo>
                    <a:pt x="571" y="413"/>
                  </a:lnTo>
                  <a:lnTo>
                    <a:pt x="571" y="413"/>
                  </a:lnTo>
                  <a:lnTo>
                    <a:pt x="571" y="413"/>
                  </a:lnTo>
                  <a:lnTo>
                    <a:pt x="571" y="414"/>
                  </a:lnTo>
                  <a:lnTo>
                    <a:pt x="571" y="414"/>
                  </a:lnTo>
                  <a:lnTo>
                    <a:pt x="571" y="414"/>
                  </a:lnTo>
                  <a:lnTo>
                    <a:pt x="570" y="414"/>
                  </a:lnTo>
                  <a:lnTo>
                    <a:pt x="570" y="415"/>
                  </a:lnTo>
                  <a:lnTo>
                    <a:pt x="570" y="415"/>
                  </a:lnTo>
                  <a:lnTo>
                    <a:pt x="570" y="415"/>
                  </a:lnTo>
                  <a:lnTo>
                    <a:pt x="570" y="415"/>
                  </a:lnTo>
                  <a:lnTo>
                    <a:pt x="570" y="416"/>
                  </a:lnTo>
                  <a:lnTo>
                    <a:pt x="570" y="416"/>
                  </a:lnTo>
                  <a:lnTo>
                    <a:pt x="570" y="416"/>
                  </a:lnTo>
                  <a:lnTo>
                    <a:pt x="570" y="417"/>
                  </a:lnTo>
                  <a:lnTo>
                    <a:pt x="570" y="417"/>
                  </a:lnTo>
                  <a:lnTo>
                    <a:pt x="570" y="417"/>
                  </a:lnTo>
                  <a:lnTo>
                    <a:pt x="570" y="417"/>
                  </a:lnTo>
                  <a:lnTo>
                    <a:pt x="570" y="418"/>
                  </a:lnTo>
                  <a:lnTo>
                    <a:pt x="570" y="418"/>
                  </a:lnTo>
                  <a:lnTo>
                    <a:pt x="570" y="418"/>
                  </a:lnTo>
                  <a:lnTo>
                    <a:pt x="570" y="419"/>
                  </a:lnTo>
                  <a:lnTo>
                    <a:pt x="571" y="419"/>
                  </a:lnTo>
                  <a:lnTo>
                    <a:pt x="571" y="419"/>
                  </a:lnTo>
                  <a:lnTo>
                    <a:pt x="571" y="420"/>
                  </a:lnTo>
                  <a:lnTo>
                    <a:pt x="571" y="420"/>
                  </a:lnTo>
                  <a:lnTo>
                    <a:pt x="570" y="420"/>
                  </a:lnTo>
                  <a:lnTo>
                    <a:pt x="570" y="421"/>
                  </a:lnTo>
                  <a:lnTo>
                    <a:pt x="570" y="421"/>
                  </a:lnTo>
                  <a:lnTo>
                    <a:pt x="570" y="421"/>
                  </a:lnTo>
                  <a:lnTo>
                    <a:pt x="570" y="422"/>
                  </a:lnTo>
                  <a:lnTo>
                    <a:pt x="569" y="422"/>
                  </a:lnTo>
                  <a:lnTo>
                    <a:pt x="569" y="422"/>
                  </a:lnTo>
                  <a:lnTo>
                    <a:pt x="568" y="423"/>
                  </a:lnTo>
                  <a:lnTo>
                    <a:pt x="567" y="423"/>
                  </a:lnTo>
                  <a:lnTo>
                    <a:pt x="567" y="423"/>
                  </a:lnTo>
                  <a:lnTo>
                    <a:pt x="566" y="423"/>
                  </a:lnTo>
                  <a:lnTo>
                    <a:pt x="565" y="424"/>
                  </a:lnTo>
                  <a:lnTo>
                    <a:pt x="565" y="424"/>
                  </a:lnTo>
                  <a:lnTo>
                    <a:pt x="564" y="424"/>
                  </a:lnTo>
                  <a:lnTo>
                    <a:pt x="563" y="424"/>
                  </a:lnTo>
                  <a:lnTo>
                    <a:pt x="563" y="424"/>
                  </a:lnTo>
                  <a:lnTo>
                    <a:pt x="562" y="424"/>
                  </a:lnTo>
                  <a:lnTo>
                    <a:pt x="561" y="424"/>
                  </a:lnTo>
                  <a:lnTo>
                    <a:pt x="561" y="424"/>
                  </a:lnTo>
                  <a:lnTo>
                    <a:pt x="560" y="424"/>
                  </a:lnTo>
                  <a:lnTo>
                    <a:pt x="560" y="424"/>
                  </a:lnTo>
                  <a:lnTo>
                    <a:pt x="559" y="424"/>
                  </a:lnTo>
                  <a:lnTo>
                    <a:pt x="559" y="424"/>
                  </a:lnTo>
                  <a:lnTo>
                    <a:pt x="558" y="423"/>
                  </a:lnTo>
                  <a:lnTo>
                    <a:pt x="558" y="423"/>
                  </a:lnTo>
                  <a:lnTo>
                    <a:pt x="557" y="423"/>
                  </a:lnTo>
                  <a:lnTo>
                    <a:pt x="557" y="423"/>
                  </a:lnTo>
                  <a:lnTo>
                    <a:pt x="555" y="422"/>
                  </a:lnTo>
                  <a:lnTo>
                    <a:pt x="554" y="422"/>
                  </a:lnTo>
                  <a:lnTo>
                    <a:pt x="554" y="422"/>
                  </a:lnTo>
                  <a:lnTo>
                    <a:pt x="553" y="421"/>
                  </a:lnTo>
                  <a:lnTo>
                    <a:pt x="553" y="421"/>
                  </a:lnTo>
                  <a:lnTo>
                    <a:pt x="552" y="421"/>
                  </a:lnTo>
                  <a:lnTo>
                    <a:pt x="552" y="420"/>
                  </a:lnTo>
                  <a:lnTo>
                    <a:pt x="551" y="420"/>
                  </a:lnTo>
                  <a:lnTo>
                    <a:pt x="550" y="420"/>
                  </a:lnTo>
                  <a:lnTo>
                    <a:pt x="550" y="420"/>
                  </a:lnTo>
                  <a:lnTo>
                    <a:pt x="549" y="419"/>
                  </a:lnTo>
                  <a:lnTo>
                    <a:pt x="549" y="419"/>
                  </a:lnTo>
                  <a:lnTo>
                    <a:pt x="549" y="419"/>
                  </a:lnTo>
                  <a:lnTo>
                    <a:pt x="548" y="419"/>
                  </a:lnTo>
                  <a:lnTo>
                    <a:pt x="548" y="419"/>
                  </a:lnTo>
                  <a:lnTo>
                    <a:pt x="548" y="419"/>
                  </a:lnTo>
                  <a:lnTo>
                    <a:pt x="547" y="419"/>
                  </a:lnTo>
                  <a:lnTo>
                    <a:pt x="547" y="419"/>
                  </a:lnTo>
                  <a:lnTo>
                    <a:pt x="547" y="419"/>
                  </a:lnTo>
                  <a:lnTo>
                    <a:pt x="546" y="419"/>
                  </a:lnTo>
                  <a:lnTo>
                    <a:pt x="546" y="419"/>
                  </a:lnTo>
                  <a:lnTo>
                    <a:pt x="546" y="419"/>
                  </a:lnTo>
                  <a:lnTo>
                    <a:pt x="545" y="419"/>
                  </a:lnTo>
                  <a:lnTo>
                    <a:pt x="545" y="419"/>
                  </a:lnTo>
                  <a:lnTo>
                    <a:pt x="544" y="419"/>
                  </a:lnTo>
                  <a:lnTo>
                    <a:pt x="544" y="419"/>
                  </a:lnTo>
                  <a:lnTo>
                    <a:pt x="544" y="419"/>
                  </a:lnTo>
                  <a:lnTo>
                    <a:pt x="543" y="419"/>
                  </a:lnTo>
                  <a:lnTo>
                    <a:pt x="543" y="418"/>
                  </a:lnTo>
                  <a:lnTo>
                    <a:pt x="543" y="418"/>
                  </a:lnTo>
                  <a:lnTo>
                    <a:pt x="543" y="418"/>
                  </a:lnTo>
                  <a:lnTo>
                    <a:pt x="542" y="418"/>
                  </a:lnTo>
                  <a:lnTo>
                    <a:pt x="542" y="418"/>
                  </a:lnTo>
                  <a:lnTo>
                    <a:pt x="542" y="418"/>
                  </a:lnTo>
                  <a:lnTo>
                    <a:pt x="542" y="417"/>
                  </a:lnTo>
                  <a:lnTo>
                    <a:pt x="542" y="417"/>
                  </a:lnTo>
                  <a:lnTo>
                    <a:pt x="542" y="417"/>
                  </a:lnTo>
                  <a:lnTo>
                    <a:pt x="543" y="416"/>
                  </a:lnTo>
                  <a:lnTo>
                    <a:pt x="543" y="416"/>
                  </a:lnTo>
                  <a:lnTo>
                    <a:pt x="543" y="415"/>
                  </a:lnTo>
                  <a:lnTo>
                    <a:pt x="543" y="415"/>
                  </a:lnTo>
                  <a:lnTo>
                    <a:pt x="544" y="414"/>
                  </a:lnTo>
                  <a:lnTo>
                    <a:pt x="544" y="414"/>
                  </a:lnTo>
                  <a:lnTo>
                    <a:pt x="544" y="413"/>
                  </a:lnTo>
                  <a:lnTo>
                    <a:pt x="545" y="413"/>
                  </a:lnTo>
                  <a:lnTo>
                    <a:pt x="545" y="413"/>
                  </a:lnTo>
                  <a:lnTo>
                    <a:pt x="545" y="413"/>
                  </a:lnTo>
                  <a:lnTo>
                    <a:pt x="545" y="412"/>
                  </a:lnTo>
                  <a:lnTo>
                    <a:pt x="546" y="412"/>
                  </a:lnTo>
                  <a:lnTo>
                    <a:pt x="546" y="412"/>
                  </a:lnTo>
                  <a:lnTo>
                    <a:pt x="546" y="412"/>
                  </a:lnTo>
                  <a:lnTo>
                    <a:pt x="547" y="412"/>
                  </a:lnTo>
                  <a:lnTo>
                    <a:pt x="547" y="412"/>
                  </a:lnTo>
                  <a:lnTo>
                    <a:pt x="548" y="412"/>
                  </a:lnTo>
                  <a:lnTo>
                    <a:pt x="548" y="412"/>
                  </a:lnTo>
                  <a:lnTo>
                    <a:pt x="549" y="412"/>
                  </a:lnTo>
                  <a:lnTo>
                    <a:pt x="549" y="412"/>
                  </a:lnTo>
                  <a:lnTo>
                    <a:pt x="550" y="412"/>
                  </a:lnTo>
                  <a:lnTo>
                    <a:pt x="551" y="412"/>
                  </a:lnTo>
                  <a:lnTo>
                    <a:pt x="551" y="412"/>
                  </a:lnTo>
                  <a:lnTo>
                    <a:pt x="552" y="412"/>
                  </a:lnTo>
                  <a:lnTo>
                    <a:pt x="552" y="411"/>
                  </a:lnTo>
                  <a:lnTo>
                    <a:pt x="553" y="411"/>
                  </a:lnTo>
                  <a:lnTo>
                    <a:pt x="553" y="411"/>
                  </a:lnTo>
                  <a:lnTo>
                    <a:pt x="554" y="411"/>
                  </a:lnTo>
                  <a:lnTo>
                    <a:pt x="555" y="411"/>
                  </a:lnTo>
                  <a:lnTo>
                    <a:pt x="555" y="411"/>
                  </a:lnTo>
                  <a:lnTo>
                    <a:pt x="557" y="410"/>
                  </a:lnTo>
                  <a:lnTo>
                    <a:pt x="557" y="410"/>
                  </a:lnTo>
                  <a:lnTo>
                    <a:pt x="558" y="410"/>
                  </a:lnTo>
                  <a:lnTo>
                    <a:pt x="558" y="410"/>
                  </a:lnTo>
                  <a:lnTo>
                    <a:pt x="558" y="408"/>
                  </a:lnTo>
                  <a:lnTo>
                    <a:pt x="559" y="408"/>
                  </a:lnTo>
                  <a:lnTo>
                    <a:pt x="559" y="407"/>
                  </a:lnTo>
                  <a:lnTo>
                    <a:pt x="560" y="407"/>
                  </a:lnTo>
                  <a:lnTo>
                    <a:pt x="560" y="407"/>
                  </a:lnTo>
                  <a:lnTo>
                    <a:pt x="560" y="406"/>
                  </a:lnTo>
                  <a:lnTo>
                    <a:pt x="560" y="406"/>
                  </a:lnTo>
                  <a:lnTo>
                    <a:pt x="561" y="405"/>
                  </a:lnTo>
                  <a:lnTo>
                    <a:pt x="561" y="405"/>
                  </a:lnTo>
                  <a:lnTo>
                    <a:pt x="561" y="404"/>
                  </a:lnTo>
                  <a:lnTo>
                    <a:pt x="561" y="403"/>
                  </a:lnTo>
                  <a:lnTo>
                    <a:pt x="561" y="403"/>
                  </a:lnTo>
                  <a:lnTo>
                    <a:pt x="562" y="402"/>
                  </a:lnTo>
                  <a:lnTo>
                    <a:pt x="562" y="402"/>
                  </a:lnTo>
                  <a:lnTo>
                    <a:pt x="562" y="401"/>
                  </a:lnTo>
                  <a:lnTo>
                    <a:pt x="562" y="401"/>
                  </a:lnTo>
                  <a:lnTo>
                    <a:pt x="562" y="400"/>
                  </a:lnTo>
                  <a:lnTo>
                    <a:pt x="562" y="400"/>
                  </a:lnTo>
                  <a:lnTo>
                    <a:pt x="562" y="399"/>
                  </a:lnTo>
                  <a:lnTo>
                    <a:pt x="562" y="398"/>
                  </a:lnTo>
                  <a:lnTo>
                    <a:pt x="562" y="397"/>
                  </a:lnTo>
                  <a:lnTo>
                    <a:pt x="562" y="396"/>
                  </a:lnTo>
                  <a:lnTo>
                    <a:pt x="562" y="395"/>
                  </a:lnTo>
                  <a:lnTo>
                    <a:pt x="562" y="395"/>
                  </a:lnTo>
                  <a:lnTo>
                    <a:pt x="562" y="394"/>
                  </a:lnTo>
                  <a:lnTo>
                    <a:pt x="561" y="393"/>
                  </a:lnTo>
                  <a:lnTo>
                    <a:pt x="561" y="392"/>
                  </a:lnTo>
                  <a:lnTo>
                    <a:pt x="561" y="390"/>
                  </a:lnTo>
                  <a:lnTo>
                    <a:pt x="561" y="390"/>
                  </a:lnTo>
                  <a:lnTo>
                    <a:pt x="561" y="389"/>
                  </a:lnTo>
                  <a:lnTo>
                    <a:pt x="561" y="388"/>
                  </a:lnTo>
                  <a:lnTo>
                    <a:pt x="561" y="388"/>
                  </a:lnTo>
                  <a:lnTo>
                    <a:pt x="561" y="388"/>
                  </a:lnTo>
                  <a:lnTo>
                    <a:pt x="561" y="387"/>
                  </a:lnTo>
                  <a:lnTo>
                    <a:pt x="560" y="387"/>
                  </a:lnTo>
                  <a:lnTo>
                    <a:pt x="560" y="387"/>
                  </a:lnTo>
                  <a:lnTo>
                    <a:pt x="560" y="387"/>
                  </a:lnTo>
                  <a:lnTo>
                    <a:pt x="560" y="386"/>
                  </a:lnTo>
                  <a:lnTo>
                    <a:pt x="560" y="386"/>
                  </a:lnTo>
                  <a:lnTo>
                    <a:pt x="560" y="386"/>
                  </a:lnTo>
                  <a:lnTo>
                    <a:pt x="560" y="386"/>
                  </a:lnTo>
                  <a:lnTo>
                    <a:pt x="560" y="386"/>
                  </a:lnTo>
                  <a:lnTo>
                    <a:pt x="560" y="387"/>
                  </a:lnTo>
                  <a:lnTo>
                    <a:pt x="560" y="387"/>
                  </a:lnTo>
                  <a:lnTo>
                    <a:pt x="559" y="387"/>
                  </a:lnTo>
                  <a:lnTo>
                    <a:pt x="559" y="387"/>
                  </a:lnTo>
                  <a:lnTo>
                    <a:pt x="559" y="387"/>
                  </a:lnTo>
                  <a:lnTo>
                    <a:pt x="559" y="388"/>
                  </a:lnTo>
                  <a:lnTo>
                    <a:pt x="559" y="388"/>
                  </a:lnTo>
                  <a:lnTo>
                    <a:pt x="559" y="388"/>
                  </a:lnTo>
                  <a:lnTo>
                    <a:pt x="559" y="389"/>
                  </a:lnTo>
                  <a:lnTo>
                    <a:pt x="559" y="389"/>
                  </a:lnTo>
                  <a:lnTo>
                    <a:pt x="559" y="389"/>
                  </a:lnTo>
                  <a:lnTo>
                    <a:pt x="559" y="390"/>
                  </a:lnTo>
                  <a:lnTo>
                    <a:pt x="559" y="390"/>
                  </a:lnTo>
                  <a:lnTo>
                    <a:pt x="558" y="392"/>
                  </a:lnTo>
                  <a:lnTo>
                    <a:pt x="558" y="392"/>
                  </a:lnTo>
                  <a:lnTo>
                    <a:pt x="558" y="393"/>
                  </a:lnTo>
                  <a:lnTo>
                    <a:pt x="558" y="393"/>
                  </a:lnTo>
                  <a:lnTo>
                    <a:pt x="558" y="393"/>
                  </a:lnTo>
                  <a:lnTo>
                    <a:pt x="558" y="394"/>
                  </a:lnTo>
                  <a:lnTo>
                    <a:pt x="558" y="394"/>
                  </a:lnTo>
                  <a:lnTo>
                    <a:pt x="557" y="394"/>
                  </a:lnTo>
                  <a:lnTo>
                    <a:pt x="557" y="395"/>
                  </a:lnTo>
                  <a:lnTo>
                    <a:pt x="555" y="395"/>
                  </a:lnTo>
                  <a:lnTo>
                    <a:pt x="555" y="395"/>
                  </a:lnTo>
                  <a:lnTo>
                    <a:pt x="555" y="395"/>
                  </a:lnTo>
                  <a:lnTo>
                    <a:pt x="554" y="395"/>
                  </a:lnTo>
                  <a:lnTo>
                    <a:pt x="554" y="395"/>
                  </a:lnTo>
                  <a:lnTo>
                    <a:pt x="553" y="395"/>
                  </a:lnTo>
                  <a:lnTo>
                    <a:pt x="553" y="395"/>
                  </a:lnTo>
                  <a:lnTo>
                    <a:pt x="552" y="395"/>
                  </a:lnTo>
                  <a:lnTo>
                    <a:pt x="552" y="395"/>
                  </a:lnTo>
                  <a:lnTo>
                    <a:pt x="551" y="395"/>
                  </a:lnTo>
                  <a:lnTo>
                    <a:pt x="551" y="395"/>
                  </a:lnTo>
                  <a:lnTo>
                    <a:pt x="551" y="395"/>
                  </a:lnTo>
                  <a:lnTo>
                    <a:pt x="550" y="394"/>
                  </a:lnTo>
                  <a:lnTo>
                    <a:pt x="550" y="394"/>
                  </a:lnTo>
                  <a:lnTo>
                    <a:pt x="550" y="394"/>
                  </a:lnTo>
                  <a:lnTo>
                    <a:pt x="549" y="393"/>
                  </a:lnTo>
                  <a:lnTo>
                    <a:pt x="549" y="393"/>
                  </a:lnTo>
                  <a:lnTo>
                    <a:pt x="549" y="393"/>
                  </a:lnTo>
                  <a:lnTo>
                    <a:pt x="549" y="392"/>
                  </a:lnTo>
                  <a:lnTo>
                    <a:pt x="548" y="392"/>
                  </a:lnTo>
                  <a:lnTo>
                    <a:pt x="548" y="390"/>
                  </a:lnTo>
                  <a:lnTo>
                    <a:pt x="548" y="390"/>
                  </a:lnTo>
                  <a:lnTo>
                    <a:pt x="548" y="389"/>
                  </a:lnTo>
                  <a:lnTo>
                    <a:pt x="548" y="389"/>
                  </a:lnTo>
                  <a:lnTo>
                    <a:pt x="548" y="388"/>
                  </a:lnTo>
                  <a:lnTo>
                    <a:pt x="548" y="388"/>
                  </a:lnTo>
                  <a:lnTo>
                    <a:pt x="548" y="387"/>
                  </a:lnTo>
                  <a:lnTo>
                    <a:pt x="547" y="387"/>
                  </a:lnTo>
                  <a:lnTo>
                    <a:pt x="547" y="387"/>
                  </a:lnTo>
                  <a:lnTo>
                    <a:pt x="547" y="386"/>
                  </a:lnTo>
                  <a:lnTo>
                    <a:pt x="547" y="386"/>
                  </a:lnTo>
                  <a:lnTo>
                    <a:pt x="547" y="386"/>
                  </a:lnTo>
                  <a:lnTo>
                    <a:pt x="547" y="385"/>
                  </a:lnTo>
                  <a:lnTo>
                    <a:pt x="547" y="385"/>
                  </a:lnTo>
                  <a:lnTo>
                    <a:pt x="547" y="385"/>
                  </a:lnTo>
                  <a:lnTo>
                    <a:pt x="547" y="385"/>
                  </a:lnTo>
                  <a:lnTo>
                    <a:pt x="547" y="384"/>
                  </a:lnTo>
                  <a:lnTo>
                    <a:pt x="547" y="384"/>
                  </a:lnTo>
                  <a:lnTo>
                    <a:pt x="546" y="384"/>
                  </a:lnTo>
                  <a:lnTo>
                    <a:pt x="546" y="384"/>
                  </a:lnTo>
                  <a:lnTo>
                    <a:pt x="546" y="384"/>
                  </a:lnTo>
                  <a:lnTo>
                    <a:pt x="546" y="384"/>
                  </a:lnTo>
                  <a:lnTo>
                    <a:pt x="546" y="384"/>
                  </a:lnTo>
                  <a:lnTo>
                    <a:pt x="546" y="384"/>
                  </a:lnTo>
                  <a:lnTo>
                    <a:pt x="545" y="384"/>
                  </a:lnTo>
                  <a:lnTo>
                    <a:pt x="545" y="384"/>
                  </a:lnTo>
                  <a:lnTo>
                    <a:pt x="545" y="385"/>
                  </a:lnTo>
                  <a:lnTo>
                    <a:pt x="544" y="385"/>
                  </a:lnTo>
                  <a:lnTo>
                    <a:pt x="544" y="385"/>
                  </a:lnTo>
                  <a:lnTo>
                    <a:pt x="543" y="386"/>
                  </a:lnTo>
                  <a:lnTo>
                    <a:pt x="543" y="386"/>
                  </a:lnTo>
                  <a:lnTo>
                    <a:pt x="543" y="387"/>
                  </a:lnTo>
                  <a:lnTo>
                    <a:pt x="542" y="387"/>
                  </a:lnTo>
                  <a:lnTo>
                    <a:pt x="542" y="388"/>
                  </a:lnTo>
                  <a:lnTo>
                    <a:pt x="541" y="388"/>
                  </a:lnTo>
                  <a:lnTo>
                    <a:pt x="541" y="388"/>
                  </a:lnTo>
                  <a:lnTo>
                    <a:pt x="540" y="389"/>
                  </a:lnTo>
                  <a:lnTo>
                    <a:pt x="540" y="389"/>
                  </a:lnTo>
                  <a:lnTo>
                    <a:pt x="539" y="389"/>
                  </a:lnTo>
                  <a:lnTo>
                    <a:pt x="539" y="390"/>
                  </a:lnTo>
                  <a:lnTo>
                    <a:pt x="537" y="390"/>
                  </a:lnTo>
                  <a:lnTo>
                    <a:pt x="536" y="390"/>
                  </a:lnTo>
                  <a:lnTo>
                    <a:pt x="536" y="390"/>
                  </a:lnTo>
                  <a:lnTo>
                    <a:pt x="535" y="392"/>
                  </a:lnTo>
                  <a:lnTo>
                    <a:pt x="535" y="392"/>
                  </a:lnTo>
                  <a:lnTo>
                    <a:pt x="534" y="392"/>
                  </a:lnTo>
                  <a:lnTo>
                    <a:pt x="533" y="392"/>
                  </a:lnTo>
                  <a:lnTo>
                    <a:pt x="533" y="392"/>
                  </a:lnTo>
                  <a:lnTo>
                    <a:pt x="532" y="392"/>
                  </a:lnTo>
                  <a:lnTo>
                    <a:pt x="531" y="392"/>
                  </a:lnTo>
                  <a:lnTo>
                    <a:pt x="530" y="392"/>
                  </a:lnTo>
                  <a:lnTo>
                    <a:pt x="530" y="392"/>
                  </a:lnTo>
                  <a:lnTo>
                    <a:pt x="529" y="392"/>
                  </a:lnTo>
                  <a:lnTo>
                    <a:pt x="528" y="390"/>
                  </a:lnTo>
                  <a:lnTo>
                    <a:pt x="527" y="390"/>
                  </a:lnTo>
                  <a:lnTo>
                    <a:pt x="527" y="390"/>
                  </a:lnTo>
                  <a:lnTo>
                    <a:pt x="526" y="390"/>
                  </a:lnTo>
                  <a:lnTo>
                    <a:pt x="526" y="390"/>
                  </a:lnTo>
                  <a:lnTo>
                    <a:pt x="525" y="390"/>
                  </a:lnTo>
                  <a:lnTo>
                    <a:pt x="525" y="390"/>
                  </a:lnTo>
                  <a:lnTo>
                    <a:pt x="524" y="390"/>
                  </a:lnTo>
                  <a:lnTo>
                    <a:pt x="524" y="389"/>
                  </a:lnTo>
                  <a:lnTo>
                    <a:pt x="523" y="389"/>
                  </a:lnTo>
                  <a:lnTo>
                    <a:pt x="523" y="389"/>
                  </a:lnTo>
                  <a:lnTo>
                    <a:pt x="523" y="389"/>
                  </a:lnTo>
                  <a:lnTo>
                    <a:pt x="522" y="388"/>
                  </a:lnTo>
                  <a:lnTo>
                    <a:pt x="522" y="388"/>
                  </a:lnTo>
                  <a:lnTo>
                    <a:pt x="522" y="388"/>
                  </a:lnTo>
                  <a:lnTo>
                    <a:pt x="521" y="388"/>
                  </a:lnTo>
                  <a:lnTo>
                    <a:pt x="521" y="387"/>
                  </a:lnTo>
                  <a:lnTo>
                    <a:pt x="521" y="387"/>
                  </a:lnTo>
                  <a:lnTo>
                    <a:pt x="521" y="387"/>
                  </a:lnTo>
                  <a:lnTo>
                    <a:pt x="521" y="386"/>
                  </a:lnTo>
                  <a:lnTo>
                    <a:pt x="521" y="386"/>
                  </a:lnTo>
                  <a:lnTo>
                    <a:pt x="521" y="385"/>
                  </a:lnTo>
                  <a:lnTo>
                    <a:pt x="521" y="385"/>
                  </a:lnTo>
                  <a:lnTo>
                    <a:pt x="521" y="385"/>
                  </a:lnTo>
                  <a:lnTo>
                    <a:pt x="521" y="384"/>
                  </a:lnTo>
                  <a:lnTo>
                    <a:pt x="519" y="384"/>
                  </a:lnTo>
                  <a:lnTo>
                    <a:pt x="519" y="383"/>
                  </a:lnTo>
                  <a:lnTo>
                    <a:pt x="519" y="383"/>
                  </a:lnTo>
                  <a:lnTo>
                    <a:pt x="518" y="383"/>
                  </a:lnTo>
                  <a:lnTo>
                    <a:pt x="518" y="382"/>
                  </a:lnTo>
                  <a:lnTo>
                    <a:pt x="517" y="382"/>
                  </a:lnTo>
                  <a:lnTo>
                    <a:pt x="517" y="382"/>
                  </a:lnTo>
                  <a:lnTo>
                    <a:pt x="517" y="381"/>
                  </a:lnTo>
                  <a:lnTo>
                    <a:pt x="516" y="381"/>
                  </a:lnTo>
                  <a:lnTo>
                    <a:pt x="516" y="381"/>
                  </a:lnTo>
                  <a:lnTo>
                    <a:pt x="515" y="381"/>
                  </a:lnTo>
                  <a:lnTo>
                    <a:pt x="515" y="380"/>
                  </a:lnTo>
                  <a:lnTo>
                    <a:pt x="515" y="380"/>
                  </a:lnTo>
                  <a:lnTo>
                    <a:pt x="514" y="380"/>
                  </a:lnTo>
                  <a:lnTo>
                    <a:pt x="514" y="380"/>
                  </a:lnTo>
                  <a:lnTo>
                    <a:pt x="514" y="380"/>
                  </a:lnTo>
                  <a:lnTo>
                    <a:pt x="514" y="380"/>
                  </a:lnTo>
                  <a:lnTo>
                    <a:pt x="514" y="379"/>
                  </a:lnTo>
                  <a:lnTo>
                    <a:pt x="513" y="379"/>
                  </a:lnTo>
                  <a:lnTo>
                    <a:pt x="513" y="379"/>
                  </a:lnTo>
                  <a:lnTo>
                    <a:pt x="513" y="379"/>
                  </a:lnTo>
                  <a:lnTo>
                    <a:pt x="513" y="378"/>
                  </a:lnTo>
                  <a:lnTo>
                    <a:pt x="513" y="378"/>
                  </a:lnTo>
                  <a:lnTo>
                    <a:pt x="513" y="378"/>
                  </a:lnTo>
                  <a:lnTo>
                    <a:pt x="512" y="377"/>
                  </a:lnTo>
                  <a:lnTo>
                    <a:pt x="512" y="377"/>
                  </a:lnTo>
                  <a:lnTo>
                    <a:pt x="512" y="377"/>
                  </a:lnTo>
                  <a:lnTo>
                    <a:pt x="512" y="376"/>
                  </a:lnTo>
                  <a:lnTo>
                    <a:pt x="512" y="376"/>
                  </a:lnTo>
                  <a:lnTo>
                    <a:pt x="512" y="376"/>
                  </a:lnTo>
                  <a:lnTo>
                    <a:pt x="512" y="376"/>
                  </a:lnTo>
                  <a:lnTo>
                    <a:pt x="512" y="375"/>
                  </a:lnTo>
                  <a:lnTo>
                    <a:pt x="513" y="375"/>
                  </a:lnTo>
                  <a:lnTo>
                    <a:pt x="513" y="374"/>
                  </a:lnTo>
                  <a:lnTo>
                    <a:pt x="513" y="374"/>
                  </a:lnTo>
                  <a:lnTo>
                    <a:pt x="513" y="372"/>
                  </a:lnTo>
                  <a:lnTo>
                    <a:pt x="513" y="372"/>
                  </a:lnTo>
                  <a:lnTo>
                    <a:pt x="513" y="372"/>
                  </a:lnTo>
                  <a:lnTo>
                    <a:pt x="514" y="371"/>
                  </a:lnTo>
                  <a:lnTo>
                    <a:pt x="514" y="371"/>
                  </a:lnTo>
                  <a:lnTo>
                    <a:pt x="514" y="370"/>
                  </a:lnTo>
                  <a:lnTo>
                    <a:pt x="514" y="370"/>
                  </a:lnTo>
                  <a:lnTo>
                    <a:pt x="514" y="370"/>
                  </a:lnTo>
                  <a:lnTo>
                    <a:pt x="515" y="369"/>
                  </a:lnTo>
                  <a:lnTo>
                    <a:pt x="515" y="369"/>
                  </a:lnTo>
                  <a:lnTo>
                    <a:pt x="515" y="369"/>
                  </a:lnTo>
                  <a:lnTo>
                    <a:pt x="515" y="369"/>
                  </a:lnTo>
                  <a:lnTo>
                    <a:pt x="515" y="369"/>
                  </a:lnTo>
                  <a:lnTo>
                    <a:pt x="516" y="369"/>
                  </a:lnTo>
                  <a:lnTo>
                    <a:pt x="516" y="369"/>
                  </a:lnTo>
                  <a:lnTo>
                    <a:pt x="516" y="369"/>
                  </a:lnTo>
                  <a:lnTo>
                    <a:pt x="517" y="368"/>
                  </a:lnTo>
                  <a:lnTo>
                    <a:pt x="517" y="368"/>
                  </a:lnTo>
                  <a:lnTo>
                    <a:pt x="517" y="368"/>
                  </a:lnTo>
                  <a:lnTo>
                    <a:pt x="518" y="368"/>
                  </a:lnTo>
                  <a:lnTo>
                    <a:pt x="518" y="368"/>
                  </a:lnTo>
                  <a:lnTo>
                    <a:pt x="519" y="368"/>
                  </a:lnTo>
                  <a:lnTo>
                    <a:pt x="519" y="368"/>
                  </a:lnTo>
                  <a:lnTo>
                    <a:pt x="521" y="368"/>
                  </a:lnTo>
                  <a:lnTo>
                    <a:pt x="521" y="368"/>
                  </a:lnTo>
                  <a:lnTo>
                    <a:pt x="522" y="367"/>
                  </a:lnTo>
                  <a:lnTo>
                    <a:pt x="522" y="367"/>
                  </a:lnTo>
                  <a:lnTo>
                    <a:pt x="523" y="367"/>
                  </a:lnTo>
                  <a:lnTo>
                    <a:pt x="523" y="367"/>
                  </a:lnTo>
                  <a:lnTo>
                    <a:pt x="523" y="367"/>
                  </a:lnTo>
                  <a:lnTo>
                    <a:pt x="524" y="367"/>
                  </a:lnTo>
                  <a:lnTo>
                    <a:pt x="524" y="367"/>
                  </a:lnTo>
                  <a:lnTo>
                    <a:pt x="525" y="366"/>
                  </a:lnTo>
                  <a:lnTo>
                    <a:pt x="525" y="366"/>
                  </a:lnTo>
                  <a:lnTo>
                    <a:pt x="525" y="366"/>
                  </a:lnTo>
                  <a:lnTo>
                    <a:pt x="525" y="366"/>
                  </a:lnTo>
                  <a:lnTo>
                    <a:pt x="525" y="366"/>
                  </a:lnTo>
                  <a:lnTo>
                    <a:pt x="525" y="366"/>
                  </a:lnTo>
                  <a:lnTo>
                    <a:pt x="525" y="365"/>
                  </a:lnTo>
                  <a:lnTo>
                    <a:pt x="525" y="365"/>
                  </a:lnTo>
                  <a:lnTo>
                    <a:pt x="525" y="365"/>
                  </a:lnTo>
                  <a:lnTo>
                    <a:pt x="525" y="365"/>
                  </a:lnTo>
                  <a:lnTo>
                    <a:pt x="525" y="364"/>
                  </a:lnTo>
                  <a:lnTo>
                    <a:pt x="524" y="364"/>
                  </a:lnTo>
                  <a:lnTo>
                    <a:pt x="524" y="363"/>
                  </a:lnTo>
                  <a:lnTo>
                    <a:pt x="523" y="363"/>
                  </a:lnTo>
                  <a:lnTo>
                    <a:pt x="523" y="362"/>
                  </a:lnTo>
                  <a:lnTo>
                    <a:pt x="522" y="362"/>
                  </a:lnTo>
                  <a:lnTo>
                    <a:pt x="522" y="361"/>
                  </a:lnTo>
                  <a:lnTo>
                    <a:pt x="521" y="361"/>
                  </a:lnTo>
                  <a:lnTo>
                    <a:pt x="519" y="360"/>
                  </a:lnTo>
                  <a:lnTo>
                    <a:pt x="519" y="360"/>
                  </a:lnTo>
                  <a:lnTo>
                    <a:pt x="518" y="360"/>
                  </a:lnTo>
                  <a:lnTo>
                    <a:pt x="518" y="359"/>
                  </a:lnTo>
                  <a:lnTo>
                    <a:pt x="517" y="359"/>
                  </a:lnTo>
                  <a:lnTo>
                    <a:pt x="517" y="358"/>
                  </a:lnTo>
                  <a:lnTo>
                    <a:pt x="516" y="358"/>
                  </a:lnTo>
                  <a:lnTo>
                    <a:pt x="516" y="358"/>
                  </a:lnTo>
                  <a:lnTo>
                    <a:pt x="516" y="358"/>
                  </a:lnTo>
                  <a:lnTo>
                    <a:pt x="515" y="358"/>
                  </a:lnTo>
                  <a:lnTo>
                    <a:pt x="515" y="358"/>
                  </a:lnTo>
                  <a:lnTo>
                    <a:pt x="515" y="358"/>
                  </a:lnTo>
                  <a:lnTo>
                    <a:pt x="515" y="358"/>
                  </a:lnTo>
                  <a:lnTo>
                    <a:pt x="514" y="358"/>
                  </a:lnTo>
                  <a:lnTo>
                    <a:pt x="514" y="357"/>
                  </a:lnTo>
                  <a:lnTo>
                    <a:pt x="514" y="357"/>
                  </a:lnTo>
                  <a:lnTo>
                    <a:pt x="514" y="357"/>
                  </a:lnTo>
                  <a:lnTo>
                    <a:pt x="514" y="357"/>
                  </a:lnTo>
                  <a:lnTo>
                    <a:pt x="513" y="357"/>
                  </a:lnTo>
                  <a:lnTo>
                    <a:pt x="513" y="357"/>
                  </a:lnTo>
                  <a:lnTo>
                    <a:pt x="513" y="357"/>
                  </a:lnTo>
                  <a:lnTo>
                    <a:pt x="512" y="357"/>
                  </a:lnTo>
                  <a:lnTo>
                    <a:pt x="512" y="357"/>
                  </a:lnTo>
                  <a:lnTo>
                    <a:pt x="511" y="357"/>
                  </a:lnTo>
                  <a:lnTo>
                    <a:pt x="511" y="357"/>
                  </a:lnTo>
                  <a:lnTo>
                    <a:pt x="510" y="357"/>
                  </a:lnTo>
                  <a:lnTo>
                    <a:pt x="510" y="357"/>
                  </a:lnTo>
                  <a:lnTo>
                    <a:pt x="510" y="357"/>
                  </a:lnTo>
                  <a:lnTo>
                    <a:pt x="509" y="357"/>
                  </a:lnTo>
                  <a:lnTo>
                    <a:pt x="509" y="357"/>
                  </a:lnTo>
                  <a:lnTo>
                    <a:pt x="508" y="357"/>
                  </a:lnTo>
                  <a:lnTo>
                    <a:pt x="508" y="355"/>
                  </a:lnTo>
                  <a:lnTo>
                    <a:pt x="508" y="355"/>
                  </a:lnTo>
                  <a:lnTo>
                    <a:pt x="508" y="355"/>
                  </a:lnTo>
                  <a:lnTo>
                    <a:pt x="507" y="355"/>
                  </a:lnTo>
                  <a:lnTo>
                    <a:pt x="507" y="355"/>
                  </a:lnTo>
                  <a:lnTo>
                    <a:pt x="507" y="355"/>
                  </a:lnTo>
                  <a:lnTo>
                    <a:pt x="507" y="355"/>
                  </a:lnTo>
                  <a:lnTo>
                    <a:pt x="507" y="354"/>
                  </a:lnTo>
                  <a:lnTo>
                    <a:pt x="507" y="354"/>
                  </a:lnTo>
                  <a:lnTo>
                    <a:pt x="507" y="354"/>
                  </a:lnTo>
                  <a:lnTo>
                    <a:pt x="507" y="354"/>
                  </a:lnTo>
                  <a:lnTo>
                    <a:pt x="506" y="353"/>
                  </a:lnTo>
                  <a:lnTo>
                    <a:pt x="506" y="353"/>
                  </a:lnTo>
                  <a:lnTo>
                    <a:pt x="506" y="353"/>
                  </a:lnTo>
                  <a:lnTo>
                    <a:pt x="506" y="353"/>
                  </a:lnTo>
                  <a:lnTo>
                    <a:pt x="506" y="352"/>
                  </a:lnTo>
                  <a:lnTo>
                    <a:pt x="506" y="352"/>
                  </a:lnTo>
                  <a:lnTo>
                    <a:pt x="506" y="352"/>
                  </a:lnTo>
                  <a:lnTo>
                    <a:pt x="506" y="352"/>
                  </a:lnTo>
                  <a:lnTo>
                    <a:pt x="506" y="352"/>
                  </a:lnTo>
                  <a:lnTo>
                    <a:pt x="506" y="352"/>
                  </a:lnTo>
                  <a:lnTo>
                    <a:pt x="505" y="352"/>
                  </a:lnTo>
                  <a:lnTo>
                    <a:pt x="505" y="352"/>
                  </a:lnTo>
                  <a:lnTo>
                    <a:pt x="505" y="352"/>
                  </a:lnTo>
                  <a:lnTo>
                    <a:pt x="505" y="352"/>
                  </a:lnTo>
                  <a:lnTo>
                    <a:pt x="505" y="352"/>
                  </a:lnTo>
                  <a:lnTo>
                    <a:pt x="504" y="352"/>
                  </a:lnTo>
                  <a:lnTo>
                    <a:pt x="504" y="352"/>
                  </a:lnTo>
                  <a:lnTo>
                    <a:pt x="504" y="352"/>
                  </a:lnTo>
                  <a:lnTo>
                    <a:pt x="504" y="353"/>
                  </a:lnTo>
                  <a:lnTo>
                    <a:pt x="504" y="353"/>
                  </a:lnTo>
                  <a:lnTo>
                    <a:pt x="503" y="354"/>
                  </a:lnTo>
                  <a:lnTo>
                    <a:pt x="503" y="354"/>
                  </a:lnTo>
                  <a:lnTo>
                    <a:pt x="503" y="354"/>
                  </a:lnTo>
                  <a:lnTo>
                    <a:pt x="503" y="355"/>
                  </a:lnTo>
                  <a:lnTo>
                    <a:pt x="503" y="355"/>
                  </a:lnTo>
                  <a:lnTo>
                    <a:pt x="503" y="357"/>
                  </a:lnTo>
                  <a:lnTo>
                    <a:pt x="503" y="357"/>
                  </a:lnTo>
                  <a:lnTo>
                    <a:pt x="504" y="358"/>
                  </a:lnTo>
                  <a:lnTo>
                    <a:pt x="504" y="358"/>
                  </a:lnTo>
                  <a:lnTo>
                    <a:pt x="505" y="359"/>
                  </a:lnTo>
                  <a:lnTo>
                    <a:pt x="505" y="359"/>
                  </a:lnTo>
                  <a:lnTo>
                    <a:pt x="506" y="360"/>
                  </a:lnTo>
                  <a:lnTo>
                    <a:pt x="507" y="360"/>
                  </a:lnTo>
                  <a:lnTo>
                    <a:pt x="507" y="361"/>
                  </a:lnTo>
                  <a:lnTo>
                    <a:pt x="508" y="361"/>
                  </a:lnTo>
                  <a:lnTo>
                    <a:pt x="508" y="362"/>
                  </a:lnTo>
                  <a:lnTo>
                    <a:pt x="509" y="362"/>
                  </a:lnTo>
                  <a:lnTo>
                    <a:pt x="510" y="362"/>
                  </a:lnTo>
                  <a:lnTo>
                    <a:pt x="510" y="363"/>
                  </a:lnTo>
                  <a:lnTo>
                    <a:pt x="511" y="363"/>
                  </a:lnTo>
                  <a:lnTo>
                    <a:pt x="511" y="363"/>
                  </a:lnTo>
                  <a:lnTo>
                    <a:pt x="512" y="364"/>
                  </a:lnTo>
                  <a:lnTo>
                    <a:pt x="512" y="364"/>
                  </a:lnTo>
                  <a:lnTo>
                    <a:pt x="512" y="365"/>
                  </a:lnTo>
                  <a:lnTo>
                    <a:pt x="513" y="365"/>
                  </a:lnTo>
                  <a:lnTo>
                    <a:pt x="513" y="365"/>
                  </a:lnTo>
                  <a:lnTo>
                    <a:pt x="513" y="366"/>
                  </a:lnTo>
                  <a:lnTo>
                    <a:pt x="513" y="366"/>
                  </a:lnTo>
                  <a:lnTo>
                    <a:pt x="513" y="367"/>
                  </a:lnTo>
                  <a:lnTo>
                    <a:pt x="513" y="367"/>
                  </a:lnTo>
                  <a:lnTo>
                    <a:pt x="513" y="368"/>
                  </a:lnTo>
                  <a:lnTo>
                    <a:pt x="513" y="368"/>
                  </a:lnTo>
                  <a:lnTo>
                    <a:pt x="513" y="369"/>
                  </a:lnTo>
                  <a:lnTo>
                    <a:pt x="513" y="369"/>
                  </a:lnTo>
                  <a:lnTo>
                    <a:pt x="513" y="370"/>
                  </a:lnTo>
                  <a:lnTo>
                    <a:pt x="512" y="370"/>
                  </a:lnTo>
                  <a:lnTo>
                    <a:pt x="512" y="371"/>
                  </a:lnTo>
                  <a:lnTo>
                    <a:pt x="512" y="371"/>
                  </a:lnTo>
                  <a:lnTo>
                    <a:pt x="512" y="372"/>
                  </a:lnTo>
                  <a:lnTo>
                    <a:pt x="512" y="372"/>
                  </a:lnTo>
                  <a:lnTo>
                    <a:pt x="511" y="372"/>
                  </a:lnTo>
                  <a:lnTo>
                    <a:pt x="511" y="374"/>
                  </a:lnTo>
                  <a:lnTo>
                    <a:pt x="511" y="374"/>
                  </a:lnTo>
                  <a:lnTo>
                    <a:pt x="510" y="374"/>
                  </a:lnTo>
                  <a:lnTo>
                    <a:pt x="510" y="374"/>
                  </a:lnTo>
                  <a:lnTo>
                    <a:pt x="510" y="374"/>
                  </a:lnTo>
                  <a:lnTo>
                    <a:pt x="510" y="374"/>
                  </a:lnTo>
                  <a:lnTo>
                    <a:pt x="509" y="374"/>
                  </a:lnTo>
                  <a:lnTo>
                    <a:pt x="509" y="374"/>
                  </a:lnTo>
                  <a:lnTo>
                    <a:pt x="509" y="374"/>
                  </a:lnTo>
                  <a:lnTo>
                    <a:pt x="509" y="374"/>
                  </a:lnTo>
                  <a:lnTo>
                    <a:pt x="508" y="374"/>
                  </a:lnTo>
                  <a:lnTo>
                    <a:pt x="508" y="374"/>
                  </a:lnTo>
                  <a:lnTo>
                    <a:pt x="508" y="372"/>
                  </a:lnTo>
                  <a:lnTo>
                    <a:pt x="508" y="372"/>
                  </a:lnTo>
                  <a:lnTo>
                    <a:pt x="507" y="372"/>
                  </a:lnTo>
                  <a:lnTo>
                    <a:pt x="507" y="372"/>
                  </a:lnTo>
                  <a:lnTo>
                    <a:pt x="507" y="371"/>
                  </a:lnTo>
                  <a:lnTo>
                    <a:pt x="507" y="371"/>
                  </a:lnTo>
                  <a:lnTo>
                    <a:pt x="507" y="370"/>
                  </a:lnTo>
                  <a:lnTo>
                    <a:pt x="507" y="370"/>
                  </a:lnTo>
                  <a:lnTo>
                    <a:pt x="507" y="370"/>
                  </a:lnTo>
                  <a:lnTo>
                    <a:pt x="506" y="369"/>
                  </a:lnTo>
                  <a:lnTo>
                    <a:pt x="506" y="369"/>
                  </a:lnTo>
                  <a:lnTo>
                    <a:pt x="506" y="369"/>
                  </a:lnTo>
                  <a:lnTo>
                    <a:pt x="506" y="368"/>
                  </a:lnTo>
                  <a:lnTo>
                    <a:pt x="506" y="368"/>
                  </a:lnTo>
                  <a:lnTo>
                    <a:pt x="506" y="368"/>
                  </a:lnTo>
                  <a:lnTo>
                    <a:pt x="506" y="367"/>
                  </a:lnTo>
                  <a:lnTo>
                    <a:pt x="506" y="367"/>
                  </a:lnTo>
                  <a:lnTo>
                    <a:pt x="506" y="367"/>
                  </a:lnTo>
                  <a:lnTo>
                    <a:pt x="506" y="367"/>
                  </a:lnTo>
                  <a:lnTo>
                    <a:pt x="506" y="367"/>
                  </a:lnTo>
                  <a:lnTo>
                    <a:pt x="505" y="367"/>
                  </a:lnTo>
                  <a:lnTo>
                    <a:pt x="505" y="367"/>
                  </a:lnTo>
                  <a:lnTo>
                    <a:pt x="505" y="367"/>
                  </a:lnTo>
                  <a:lnTo>
                    <a:pt x="504" y="368"/>
                  </a:lnTo>
                  <a:lnTo>
                    <a:pt x="504" y="368"/>
                  </a:lnTo>
                  <a:lnTo>
                    <a:pt x="504" y="368"/>
                  </a:lnTo>
                  <a:lnTo>
                    <a:pt x="503" y="369"/>
                  </a:lnTo>
                  <a:lnTo>
                    <a:pt x="503" y="369"/>
                  </a:lnTo>
                  <a:lnTo>
                    <a:pt x="503" y="369"/>
                  </a:lnTo>
                  <a:lnTo>
                    <a:pt x="503" y="370"/>
                  </a:lnTo>
                  <a:lnTo>
                    <a:pt x="503" y="370"/>
                  </a:lnTo>
                  <a:lnTo>
                    <a:pt x="503" y="370"/>
                  </a:lnTo>
                  <a:lnTo>
                    <a:pt x="503" y="371"/>
                  </a:lnTo>
                  <a:lnTo>
                    <a:pt x="503" y="371"/>
                  </a:lnTo>
                  <a:lnTo>
                    <a:pt x="503" y="372"/>
                  </a:lnTo>
                  <a:lnTo>
                    <a:pt x="503" y="372"/>
                  </a:lnTo>
                  <a:lnTo>
                    <a:pt x="503" y="372"/>
                  </a:lnTo>
                  <a:lnTo>
                    <a:pt x="504" y="374"/>
                  </a:lnTo>
                  <a:lnTo>
                    <a:pt x="504" y="374"/>
                  </a:lnTo>
                  <a:lnTo>
                    <a:pt x="504" y="374"/>
                  </a:lnTo>
                  <a:lnTo>
                    <a:pt x="505" y="375"/>
                  </a:lnTo>
                  <a:lnTo>
                    <a:pt x="505" y="375"/>
                  </a:lnTo>
                  <a:lnTo>
                    <a:pt x="506" y="375"/>
                  </a:lnTo>
                  <a:lnTo>
                    <a:pt x="506" y="375"/>
                  </a:lnTo>
                  <a:lnTo>
                    <a:pt x="506" y="375"/>
                  </a:lnTo>
                  <a:lnTo>
                    <a:pt x="507" y="375"/>
                  </a:lnTo>
                  <a:lnTo>
                    <a:pt x="507" y="375"/>
                  </a:lnTo>
                  <a:lnTo>
                    <a:pt x="507" y="375"/>
                  </a:lnTo>
                  <a:lnTo>
                    <a:pt x="508" y="376"/>
                  </a:lnTo>
                  <a:lnTo>
                    <a:pt x="508" y="376"/>
                  </a:lnTo>
                  <a:lnTo>
                    <a:pt x="508" y="376"/>
                  </a:lnTo>
                  <a:lnTo>
                    <a:pt x="509" y="376"/>
                  </a:lnTo>
                  <a:lnTo>
                    <a:pt x="509" y="377"/>
                  </a:lnTo>
                  <a:lnTo>
                    <a:pt x="509" y="377"/>
                  </a:lnTo>
                  <a:lnTo>
                    <a:pt x="509" y="377"/>
                  </a:lnTo>
                  <a:lnTo>
                    <a:pt x="510" y="378"/>
                  </a:lnTo>
                  <a:lnTo>
                    <a:pt x="510" y="378"/>
                  </a:lnTo>
                  <a:lnTo>
                    <a:pt x="510" y="378"/>
                  </a:lnTo>
                  <a:lnTo>
                    <a:pt x="510" y="379"/>
                  </a:lnTo>
                  <a:lnTo>
                    <a:pt x="510" y="379"/>
                  </a:lnTo>
                  <a:lnTo>
                    <a:pt x="510" y="379"/>
                  </a:lnTo>
                  <a:lnTo>
                    <a:pt x="510" y="379"/>
                  </a:lnTo>
                  <a:lnTo>
                    <a:pt x="510" y="379"/>
                  </a:lnTo>
                  <a:lnTo>
                    <a:pt x="510" y="380"/>
                  </a:lnTo>
                  <a:lnTo>
                    <a:pt x="510" y="380"/>
                  </a:lnTo>
                  <a:lnTo>
                    <a:pt x="510" y="380"/>
                  </a:lnTo>
                  <a:lnTo>
                    <a:pt x="510" y="380"/>
                  </a:lnTo>
                  <a:lnTo>
                    <a:pt x="510" y="380"/>
                  </a:lnTo>
                  <a:lnTo>
                    <a:pt x="510" y="381"/>
                  </a:lnTo>
                  <a:lnTo>
                    <a:pt x="511" y="381"/>
                  </a:lnTo>
                  <a:lnTo>
                    <a:pt x="511" y="381"/>
                  </a:lnTo>
                  <a:lnTo>
                    <a:pt x="511" y="381"/>
                  </a:lnTo>
                  <a:lnTo>
                    <a:pt x="511" y="382"/>
                  </a:lnTo>
                  <a:lnTo>
                    <a:pt x="511" y="382"/>
                  </a:lnTo>
                  <a:lnTo>
                    <a:pt x="512" y="382"/>
                  </a:lnTo>
                  <a:lnTo>
                    <a:pt x="512" y="382"/>
                  </a:lnTo>
                  <a:lnTo>
                    <a:pt x="512" y="383"/>
                  </a:lnTo>
                  <a:lnTo>
                    <a:pt x="512" y="383"/>
                  </a:lnTo>
                  <a:lnTo>
                    <a:pt x="512" y="383"/>
                  </a:lnTo>
                  <a:lnTo>
                    <a:pt x="513" y="384"/>
                  </a:lnTo>
                  <a:lnTo>
                    <a:pt x="513" y="384"/>
                  </a:lnTo>
                  <a:lnTo>
                    <a:pt x="513" y="384"/>
                  </a:lnTo>
                  <a:lnTo>
                    <a:pt x="513" y="384"/>
                  </a:lnTo>
                  <a:lnTo>
                    <a:pt x="514" y="385"/>
                  </a:lnTo>
                  <a:lnTo>
                    <a:pt x="514" y="385"/>
                  </a:lnTo>
                  <a:lnTo>
                    <a:pt x="514" y="385"/>
                  </a:lnTo>
                  <a:lnTo>
                    <a:pt x="514" y="385"/>
                  </a:lnTo>
                  <a:lnTo>
                    <a:pt x="514" y="385"/>
                  </a:lnTo>
                  <a:lnTo>
                    <a:pt x="515" y="386"/>
                  </a:lnTo>
                  <a:lnTo>
                    <a:pt x="515" y="386"/>
                  </a:lnTo>
                  <a:lnTo>
                    <a:pt x="515" y="386"/>
                  </a:lnTo>
                  <a:lnTo>
                    <a:pt x="515" y="386"/>
                  </a:lnTo>
                  <a:lnTo>
                    <a:pt x="515" y="386"/>
                  </a:lnTo>
                  <a:lnTo>
                    <a:pt x="515" y="387"/>
                  </a:lnTo>
                  <a:lnTo>
                    <a:pt x="515" y="387"/>
                  </a:lnTo>
                  <a:lnTo>
                    <a:pt x="515" y="387"/>
                  </a:lnTo>
                  <a:lnTo>
                    <a:pt x="515" y="387"/>
                  </a:lnTo>
                  <a:lnTo>
                    <a:pt x="515" y="387"/>
                  </a:lnTo>
                  <a:lnTo>
                    <a:pt x="514" y="387"/>
                  </a:lnTo>
                  <a:lnTo>
                    <a:pt x="514" y="388"/>
                  </a:lnTo>
                  <a:lnTo>
                    <a:pt x="514" y="388"/>
                  </a:lnTo>
                  <a:lnTo>
                    <a:pt x="513" y="388"/>
                  </a:lnTo>
                  <a:lnTo>
                    <a:pt x="513" y="388"/>
                  </a:lnTo>
                  <a:lnTo>
                    <a:pt x="513" y="388"/>
                  </a:lnTo>
                  <a:lnTo>
                    <a:pt x="512" y="388"/>
                  </a:lnTo>
                  <a:lnTo>
                    <a:pt x="512" y="388"/>
                  </a:lnTo>
                  <a:lnTo>
                    <a:pt x="512" y="388"/>
                  </a:lnTo>
                  <a:lnTo>
                    <a:pt x="512" y="388"/>
                  </a:lnTo>
                  <a:lnTo>
                    <a:pt x="511" y="388"/>
                  </a:lnTo>
                  <a:lnTo>
                    <a:pt x="511" y="388"/>
                  </a:lnTo>
                  <a:lnTo>
                    <a:pt x="511" y="388"/>
                  </a:lnTo>
                  <a:lnTo>
                    <a:pt x="510" y="388"/>
                  </a:lnTo>
                  <a:lnTo>
                    <a:pt x="510" y="388"/>
                  </a:lnTo>
                  <a:lnTo>
                    <a:pt x="510" y="388"/>
                  </a:lnTo>
                  <a:lnTo>
                    <a:pt x="510" y="388"/>
                  </a:lnTo>
                  <a:lnTo>
                    <a:pt x="509" y="388"/>
                  </a:lnTo>
                  <a:lnTo>
                    <a:pt x="509" y="388"/>
                  </a:lnTo>
                  <a:lnTo>
                    <a:pt x="509" y="388"/>
                  </a:lnTo>
                  <a:lnTo>
                    <a:pt x="509" y="387"/>
                  </a:lnTo>
                  <a:lnTo>
                    <a:pt x="508" y="387"/>
                  </a:lnTo>
                  <a:lnTo>
                    <a:pt x="508" y="387"/>
                  </a:lnTo>
                  <a:lnTo>
                    <a:pt x="508" y="387"/>
                  </a:lnTo>
                  <a:lnTo>
                    <a:pt x="508" y="387"/>
                  </a:lnTo>
                  <a:lnTo>
                    <a:pt x="507" y="386"/>
                  </a:lnTo>
                  <a:lnTo>
                    <a:pt x="507" y="386"/>
                  </a:lnTo>
                  <a:lnTo>
                    <a:pt x="507" y="386"/>
                  </a:lnTo>
                  <a:lnTo>
                    <a:pt x="506" y="386"/>
                  </a:lnTo>
                  <a:lnTo>
                    <a:pt x="506" y="386"/>
                  </a:lnTo>
                  <a:lnTo>
                    <a:pt x="506" y="386"/>
                  </a:lnTo>
                  <a:lnTo>
                    <a:pt x="505" y="386"/>
                  </a:lnTo>
                  <a:lnTo>
                    <a:pt x="505" y="386"/>
                  </a:lnTo>
                  <a:lnTo>
                    <a:pt x="505" y="386"/>
                  </a:lnTo>
                  <a:lnTo>
                    <a:pt x="504" y="386"/>
                  </a:lnTo>
                  <a:lnTo>
                    <a:pt x="504" y="386"/>
                  </a:lnTo>
                  <a:lnTo>
                    <a:pt x="503" y="386"/>
                  </a:lnTo>
                  <a:lnTo>
                    <a:pt x="503" y="386"/>
                  </a:lnTo>
                  <a:lnTo>
                    <a:pt x="501" y="387"/>
                  </a:lnTo>
                  <a:lnTo>
                    <a:pt x="501" y="387"/>
                  </a:lnTo>
                  <a:lnTo>
                    <a:pt x="501" y="387"/>
                  </a:lnTo>
                  <a:lnTo>
                    <a:pt x="500" y="387"/>
                  </a:lnTo>
                  <a:lnTo>
                    <a:pt x="500" y="388"/>
                  </a:lnTo>
                  <a:lnTo>
                    <a:pt x="500" y="388"/>
                  </a:lnTo>
                  <a:lnTo>
                    <a:pt x="499" y="388"/>
                  </a:lnTo>
                  <a:lnTo>
                    <a:pt x="499" y="388"/>
                  </a:lnTo>
                  <a:lnTo>
                    <a:pt x="498" y="389"/>
                  </a:lnTo>
                  <a:lnTo>
                    <a:pt x="498" y="389"/>
                  </a:lnTo>
                  <a:lnTo>
                    <a:pt x="498" y="389"/>
                  </a:lnTo>
                  <a:lnTo>
                    <a:pt x="497" y="390"/>
                  </a:lnTo>
                  <a:lnTo>
                    <a:pt x="497" y="390"/>
                  </a:lnTo>
                  <a:lnTo>
                    <a:pt x="496" y="390"/>
                  </a:lnTo>
                  <a:lnTo>
                    <a:pt x="496" y="390"/>
                  </a:lnTo>
                  <a:lnTo>
                    <a:pt x="495" y="390"/>
                  </a:lnTo>
                  <a:lnTo>
                    <a:pt x="495" y="390"/>
                  </a:lnTo>
                  <a:lnTo>
                    <a:pt x="495" y="390"/>
                  </a:lnTo>
                  <a:lnTo>
                    <a:pt x="495" y="390"/>
                  </a:lnTo>
                  <a:lnTo>
                    <a:pt x="494" y="390"/>
                  </a:lnTo>
                  <a:lnTo>
                    <a:pt x="494" y="390"/>
                  </a:lnTo>
                  <a:lnTo>
                    <a:pt x="494" y="390"/>
                  </a:lnTo>
                  <a:lnTo>
                    <a:pt x="494" y="390"/>
                  </a:lnTo>
                  <a:lnTo>
                    <a:pt x="494" y="389"/>
                  </a:lnTo>
                  <a:lnTo>
                    <a:pt x="494" y="389"/>
                  </a:lnTo>
                  <a:lnTo>
                    <a:pt x="493" y="389"/>
                  </a:lnTo>
                  <a:lnTo>
                    <a:pt x="493" y="388"/>
                  </a:lnTo>
                  <a:lnTo>
                    <a:pt x="493" y="388"/>
                  </a:lnTo>
                  <a:lnTo>
                    <a:pt x="493" y="388"/>
                  </a:lnTo>
                  <a:lnTo>
                    <a:pt x="493" y="387"/>
                  </a:lnTo>
                  <a:lnTo>
                    <a:pt x="493" y="387"/>
                  </a:lnTo>
                  <a:lnTo>
                    <a:pt x="492" y="386"/>
                  </a:lnTo>
                  <a:lnTo>
                    <a:pt x="492" y="385"/>
                  </a:lnTo>
                  <a:lnTo>
                    <a:pt x="491" y="384"/>
                  </a:lnTo>
                  <a:lnTo>
                    <a:pt x="491" y="383"/>
                  </a:lnTo>
                  <a:lnTo>
                    <a:pt x="490" y="382"/>
                  </a:lnTo>
                  <a:lnTo>
                    <a:pt x="490" y="381"/>
                  </a:lnTo>
                  <a:lnTo>
                    <a:pt x="489" y="380"/>
                  </a:lnTo>
                  <a:lnTo>
                    <a:pt x="489" y="379"/>
                  </a:lnTo>
                  <a:lnTo>
                    <a:pt x="488" y="378"/>
                  </a:lnTo>
                  <a:lnTo>
                    <a:pt x="487" y="377"/>
                  </a:lnTo>
                  <a:lnTo>
                    <a:pt x="487" y="376"/>
                  </a:lnTo>
                  <a:lnTo>
                    <a:pt x="486" y="375"/>
                  </a:lnTo>
                  <a:lnTo>
                    <a:pt x="486" y="375"/>
                  </a:lnTo>
                  <a:lnTo>
                    <a:pt x="485" y="374"/>
                  </a:lnTo>
                  <a:lnTo>
                    <a:pt x="485" y="374"/>
                  </a:lnTo>
                  <a:lnTo>
                    <a:pt x="485" y="374"/>
                  </a:lnTo>
                  <a:lnTo>
                    <a:pt x="483" y="374"/>
                  </a:lnTo>
                  <a:lnTo>
                    <a:pt x="483" y="372"/>
                  </a:lnTo>
                  <a:lnTo>
                    <a:pt x="483" y="372"/>
                  </a:lnTo>
                  <a:lnTo>
                    <a:pt x="482" y="372"/>
                  </a:lnTo>
                  <a:lnTo>
                    <a:pt x="482" y="371"/>
                  </a:lnTo>
                  <a:lnTo>
                    <a:pt x="481" y="371"/>
                  </a:lnTo>
                  <a:lnTo>
                    <a:pt x="481" y="370"/>
                  </a:lnTo>
                  <a:lnTo>
                    <a:pt x="481" y="370"/>
                  </a:lnTo>
                  <a:lnTo>
                    <a:pt x="481" y="369"/>
                  </a:lnTo>
                  <a:lnTo>
                    <a:pt x="480" y="368"/>
                  </a:lnTo>
                  <a:lnTo>
                    <a:pt x="480" y="368"/>
                  </a:lnTo>
                  <a:lnTo>
                    <a:pt x="480" y="367"/>
                  </a:lnTo>
                  <a:lnTo>
                    <a:pt x="480" y="366"/>
                  </a:lnTo>
                  <a:lnTo>
                    <a:pt x="481" y="366"/>
                  </a:lnTo>
                  <a:lnTo>
                    <a:pt x="481" y="365"/>
                  </a:lnTo>
                  <a:lnTo>
                    <a:pt x="481" y="365"/>
                  </a:lnTo>
                  <a:lnTo>
                    <a:pt x="482" y="364"/>
                  </a:lnTo>
                  <a:lnTo>
                    <a:pt x="482" y="364"/>
                  </a:lnTo>
                  <a:lnTo>
                    <a:pt x="482" y="363"/>
                  </a:lnTo>
                  <a:lnTo>
                    <a:pt x="483" y="363"/>
                  </a:lnTo>
                  <a:lnTo>
                    <a:pt x="483" y="362"/>
                  </a:lnTo>
                  <a:lnTo>
                    <a:pt x="483" y="362"/>
                  </a:lnTo>
                  <a:lnTo>
                    <a:pt x="485" y="361"/>
                  </a:lnTo>
                  <a:lnTo>
                    <a:pt x="485" y="361"/>
                  </a:lnTo>
                  <a:lnTo>
                    <a:pt x="485" y="361"/>
                  </a:lnTo>
                  <a:lnTo>
                    <a:pt x="486" y="360"/>
                  </a:lnTo>
                  <a:lnTo>
                    <a:pt x="486" y="360"/>
                  </a:lnTo>
                  <a:lnTo>
                    <a:pt x="486" y="359"/>
                  </a:lnTo>
                  <a:lnTo>
                    <a:pt x="486" y="359"/>
                  </a:lnTo>
                  <a:lnTo>
                    <a:pt x="486" y="359"/>
                  </a:lnTo>
                  <a:lnTo>
                    <a:pt x="487" y="358"/>
                  </a:lnTo>
                  <a:lnTo>
                    <a:pt x="487" y="358"/>
                  </a:lnTo>
                  <a:lnTo>
                    <a:pt x="487" y="358"/>
                  </a:lnTo>
                  <a:lnTo>
                    <a:pt x="487" y="357"/>
                  </a:lnTo>
                  <a:lnTo>
                    <a:pt x="487" y="357"/>
                  </a:lnTo>
                  <a:lnTo>
                    <a:pt x="487" y="357"/>
                  </a:lnTo>
                  <a:lnTo>
                    <a:pt x="486" y="355"/>
                  </a:lnTo>
                  <a:lnTo>
                    <a:pt x="486" y="355"/>
                  </a:lnTo>
                  <a:lnTo>
                    <a:pt x="486" y="355"/>
                  </a:lnTo>
                  <a:lnTo>
                    <a:pt x="486" y="355"/>
                  </a:lnTo>
                  <a:lnTo>
                    <a:pt x="486" y="355"/>
                  </a:lnTo>
                  <a:lnTo>
                    <a:pt x="485" y="354"/>
                  </a:lnTo>
                  <a:lnTo>
                    <a:pt x="485" y="354"/>
                  </a:lnTo>
                  <a:lnTo>
                    <a:pt x="485" y="354"/>
                  </a:lnTo>
                  <a:lnTo>
                    <a:pt x="485" y="354"/>
                  </a:lnTo>
                  <a:lnTo>
                    <a:pt x="483" y="354"/>
                  </a:lnTo>
                  <a:lnTo>
                    <a:pt x="483" y="354"/>
                  </a:lnTo>
                  <a:lnTo>
                    <a:pt x="482" y="354"/>
                  </a:lnTo>
                  <a:lnTo>
                    <a:pt x="482" y="354"/>
                  </a:lnTo>
                  <a:lnTo>
                    <a:pt x="482" y="355"/>
                  </a:lnTo>
                  <a:lnTo>
                    <a:pt x="481" y="355"/>
                  </a:lnTo>
                  <a:lnTo>
                    <a:pt x="481" y="355"/>
                  </a:lnTo>
                  <a:lnTo>
                    <a:pt x="480" y="357"/>
                  </a:lnTo>
                  <a:lnTo>
                    <a:pt x="480" y="357"/>
                  </a:lnTo>
                  <a:lnTo>
                    <a:pt x="479" y="358"/>
                  </a:lnTo>
                  <a:lnTo>
                    <a:pt x="479" y="359"/>
                  </a:lnTo>
                  <a:lnTo>
                    <a:pt x="478" y="359"/>
                  </a:lnTo>
                  <a:lnTo>
                    <a:pt x="478" y="360"/>
                  </a:lnTo>
                  <a:lnTo>
                    <a:pt x="478" y="360"/>
                  </a:lnTo>
                  <a:lnTo>
                    <a:pt x="477" y="361"/>
                  </a:lnTo>
                  <a:lnTo>
                    <a:pt x="477" y="361"/>
                  </a:lnTo>
                  <a:lnTo>
                    <a:pt x="477" y="362"/>
                  </a:lnTo>
                  <a:lnTo>
                    <a:pt x="477" y="362"/>
                  </a:lnTo>
                  <a:lnTo>
                    <a:pt x="477" y="363"/>
                  </a:lnTo>
                  <a:lnTo>
                    <a:pt x="477" y="363"/>
                  </a:lnTo>
                  <a:lnTo>
                    <a:pt x="477" y="363"/>
                  </a:lnTo>
                  <a:lnTo>
                    <a:pt x="477" y="363"/>
                  </a:lnTo>
                  <a:lnTo>
                    <a:pt x="477" y="364"/>
                  </a:lnTo>
                  <a:lnTo>
                    <a:pt x="477" y="364"/>
                  </a:lnTo>
                  <a:lnTo>
                    <a:pt x="477" y="364"/>
                  </a:lnTo>
                  <a:lnTo>
                    <a:pt x="477" y="364"/>
                  </a:lnTo>
                  <a:lnTo>
                    <a:pt x="477" y="365"/>
                  </a:lnTo>
                  <a:lnTo>
                    <a:pt x="478" y="365"/>
                  </a:lnTo>
                  <a:lnTo>
                    <a:pt x="478" y="365"/>
                  </a:lnTo>
                  <a:lnTo>
                    <a:pt x="478" y="365"/>
                  </a:lnTo>
                  <a:lnTo>
                    <a:pt x="478" y="366"/>
                  </a:lnTo>
                  <a:lnTo>
                    <a:pt x="478" y="366"/>
                  </a:lnTo>
                  <a:lnTo>
                    <a:pt x="478" y="366"/>
                  </a:lnTo>
                  <a:lnTo>
                    <a:pt x="478" y="367"/>
                  </a:lnTo>
                  <a:lnTo>
                    <a:pt x="478" y="367"/>
                  </a:lnTo>
                  <a:lnTo>
                    <a:pt x="478" y="367"/>
                  </a:lnTo>
                  <a:lnTo>
                    <a:pt x="478" y="368"/>
                  </a:lnTo>
                  <a:lnTo>
                    <a:pt x="478" y="368"/>
                  </a:lnTo>
                  <a:lnTo>
                    <a:pt x="478" y="368"/>
                  </a:lnTo>
                  <a:lnTo>
                    <a:pt x="478" y="368"/>
                  </a:lnTo>
                  <a:lnTo>
                    <a:pt x="478" y="369"/>
                  </a:lnTo>
                  <a:lnTo>
                    <a:pt x="478" y="369"/>
                  </a:lnTo>
                  <a:lnTo>
                    <a:pt x="478" y="369"/>
                  </a:lnTo>
                  <a:lnTo>
                    <a:pt x="478" y="369"/>
                  </a:lnTo>
                  <a:lnTo>
                    <a:pt x="477" y="369"/>
                  </a:lnTo>
                  <a:lnTo>
                    <a:pt x="477" y="370"/>
                  </a:lnTo>
                  <a:lnTo>
                    <a:pt x="477" y="370"/>
                  </a:lnTo>
                  <a:lnTo>
                    <a:pt x="477" y="370"/>
                  </a:lnTo>
                  <a:lnTo>
                    <a:pt x="477" y="370"/>
                  </a:lnTo>
                  <a:lnTo>
                    <a:pt x="476" y="371"/>
                  </a:lnTo>
                  <a:lnTo>
                    <a:pt x="476" y="371"/>
                  </a:lnTo>
                  <a:lnTo>
                    <a:pt x="475" y="371"/>
                  </a:lnTo>
                  <a:lnTo>
                    <a:pt x="475" y="371"/>
                  </a:lnTo>
                  <a:lnTo>
                    <a:pt x="475" y="372"/>
                  </a:lnTo>
                  <a:lnTo>
                    <a:pt x="474" y="372"/>
                  </a:lnTo>
                  <a:lnTo>
                    <a:pt x="474" y="372"/>
                  </a:lnTo>
                  <a:lnTo>
                    <a:pt x="474" y="371"/>
                  </a:lnTo>
                  <a:lnTo>
                    <a:pt x="474" y="371"/>
                  </a:lnTo>
                  <a:lnTo>
                    <a:pt x="473" y="371"/>
                  </a:lnTo>
                  <a:lnTo>
                    <a:pt x="473" y="371"/>
                  </a:lnTo>
                  <a:lnTo>
                    <a:pt x="473" y="371"/>
                  </a:lnTo>
                  <a:lnTo>
                    <a:pt x="473" y="370"/>
                  </a:lnTo>
                  <a:lnTo>
                    <a:pt x="473" y="370"/>
                  </a:lnTo>
                  <a:lnTo>
                    <a:pt x="473" y="369"/>
                  </a:lnTo>
                  <a:lnTo>
                    <a:pt x="473" y="369"/>
                  </a:lnTo>
                  <a:lnTo>
                    <a:pt x="473" y="368"/>
                  </a:lnTo>
                  <a:lnTo>
                    <a:pt x="473" y="368"/>
                  </a:lnTo>
                  <a:lnTo>
                    <a:pt x="473" y="367"/>
                  </a:lnTo>
                  <a:lnTo>
                    <a:pt x="472" y="367"/>
                  </a:lnTo>
                  <a:lnTo>
                    <a:pt x="472" y="366"/>
                  </a:lnTo>
                  <a:lnTo>
                    <a:pt x="472" y="366"/>
                  </a:lnTo>
                  <a:lnTo>
                    <a:pt x="472" y="366"/>
                  </a:lnTo>
                  <a:lnTo>
                    <a:pt x="472" y="365"/>
                  </a:lnTo>
                  <a:lnTo>
                    <a:pt x="472" y="365"/>
                  </a:lnTo>
                  <a:lnTo>
                    <a:pt x="472" y="365"/>
                  </a:lnTo>
                  <a:lnTo>
                    <a:pt x="472" y="365"/>
                  </a:lnTo>
                  <a:lnTo>
                    <a:pt x="472" y="365"/>
                  </a:lnTo>
                  <a:lnTo>
                    <a:pt x="472" y="364"/>
                  </a:lnTo>
                  <a:lnTo>
                    <a:pt x="471" y="364"/>
                  </a:lnTo>
                  <a:lnTo>
                    <a:pt x="471" y="364"/>
                  </a:lnTo>
                  <a:lnTo>
                    <a:pt x="471" y="364"/>
                  </a:lnTo>
                  <a:lnTo>
                    <a:pt x="470" y="363"/>
                  </a:lnTo>
                  <a:lnTo>
                    <a:pt x="470" y="363"/>
                  </a:lnTo>
                  <a:lnTo>
                    <a:pt x="469" y="363"/>
                  </a:lnTo>
                  <a:lnTo>
                    <a:pt x="469" y="363"/>
                  </a:lnTo>
                  <a:lnTo>
                    <a:pt x="468" y="362"/>
                  </a:lnTo>
                  <a:lnTo>
                    <a:pt x="468" y="362"/>
                  </a:lnTo>
                  <a:lnTo>
                    <a:pt x="468" y="362"/>
                  </a:lnTo>
                  <a:lnTo>
                    <a:pt x="467" y="361"/>
                  </a:lnTo>
                  <a:lnTo>
                    <a:pt x="467" y="361"/>
                  </a:lnTo>
                  <a:lnTo>
                    <a:pt x="467" y="361"/>
                  </a:lnTo>
                  <a:lnTo>
                    <a:pt x="467" y="360"/>
                  </a:lnTo>
                  <a:lnTo>
                    <a:pt x="467" y="360"/>
                  </a:lnTo>
                  <a:lnTo>
                    <a:pt x="467" y="360"/>
                  </a:lnTo>
                  <a:lnTo>
                    <a:pt x="467" y="359"/>
                  </a:lnTo>
                  <a:lnTo>
                    <a:pt x="468" y="359"/>
                  </a:lnTo>
                  <a:lnTo>
                    <a:pt x="468" y="359"/>
                  </a:lnTo>
                  <a:lnTo>
                    <a:pt x="468" y="358"/>
                  </a:lnTo>
                  <a:lnTo>
                    <a:pt x="469" y="358"/>
                  </a:lnTo>
                  <a:lnTo>
                    <a:pt x="469" y="358"/>
                  </a:lnTo>
                  <a:lnTo>
                    <a:pt x="470" y="357"/>
                  </a:lnTo>
                  <a:lnTo>
                    <a:pt x="471" y="357"/>
                  </a:lnTo>
                  <a:lnTo>
                    <a:pt x="471" y="355"/>
                  </a:lnTo>
                  <a:lnTo>
                    <a:pt x="472" y="355"/>
                  </a:lnTo>
                  <a:lnTo>
                    <a:pt x="472" y="355"/>
                  </a:lnTo>
                  <a:lnTo>
                    <a:pt x="473" y="354"/>
                  </a:lnTo>
                  <a:lnTo>
                    <a:pt x="473" y="354"/>
                  </a:lnTo>
                  <a:lnTo>
                    <a:pt x="474" y="353"/>
                  </a:lnTo>
                  <a:lnTo>
                    <a:pt x="474" y="353"/>
                  </a:lnTo>
                  <a:lnTo>
                    <a:pt x="475" y="352"/>
                  </a:lnTo>
                  <a:lnTo>
                    <a:pt x="475" y="352"/>
                  </a:lnTo>
                  <a:lnTo>
                    <a:pt x="476" y="352"/>
                  </a:lnTo>
                  <a:lnTo>
                    <a:pt x="476" y="351"/>
                  </a:lnTo>
                  <a:lnTo>
                    <a:pt x="476" y="351"/>
                  </a:lnTo>
                  <a:lnTo>
                    <a:pt x="477" y="351"/>
                  </a:lnTo>
                  <a:lnTo>
                    <a:pt x="477" y="350"/>
                  </a:lnTo>
                  <a:lnTo>
                    <a:pt x="477" y="350"/>
                  </a:lnTo>
                  <a:lnTo>
                    <a:pt x="478" y="349"/>
                  </a:lnTo>
                  <a:lnTo>
                    <a:pt x="478" y="349"/>
                  </a:lnTo>
                  <a:lnTo>
                    <a:pt x="478" y="348"/>
                  </a:lnTo>
                  <a:lnTo>
                    <a:pt x="478" y="348"/>
                  </a:lnTo>
                  <a:lnTo>
                    <a:pt x="479" y="348"/>
                  </a:lnTo>
                  <a:lnTo>
                    <a:pt x="479" y="347"/>
                  </a:lnTo>
                  <a:lnTo>
                    <a:pt x="479" y="347"/>
                  </a:lnTo>
                  <a:lnTo>
                    <a:pt x="479" y="346"/>
                  </a:lnTo>
                  <a:lnTo>
                    <a:pt x="479" y="346"/>
                  </a:lnTo>
                  <a:lnTo>
                    <a:pt x="479" y="345"/>
                  </a:lnTo>
                  <a:lnTo>
                    <a:pt x="479" y="345"/>
                  </a:lnTo>
                  <a:lnTo>
                    <a:pt x="479" y="345"/>
                  </a:lnTo>
                  <a:lnTo>
                    <a:pt x="479" y="344"/>
                  </a:lnTo>
                  <a:lnTo>
                    <a:pt x="479" y="344"/>
                  </a:lnTo>
                  <a:lnTo>
                    <a:pt x="479" y="344"/>
                  </a:lnTo>
                  <a:lnTo>
                    <a:pt x="479" y="344"/>
                  </a:lnTo>
                  <a:lnTo>
                    <a:pt x="478" y="343"/>
                  </a:lnTo>
                  <a:lnTo>
                    <a:pt x="478" y="343"/>
                  </a:lnTo>
                  <a:lnTo>
                    <a:pt x="478" y="343"/>
                  </a:lnTo>
                  <a:lnTo>
                    <a:pt x="478" y="343"/>
                  </a:lnTo>
                  <a:lnTo>
                    <a:pt x="477" y="342"/>
                  </a:lnTo>
                  <a:lnTo>
                    <a:pt x="477" y="342"/>
                  </a:lnTo>
                  <a:lnTo>
                    <a:pt x="477" y="342"/>
                  </a:lnTo>
                  <a:lnTo>
                    <a:pt x="477" y="342"/>
                  </a:lnTo>
                  <a:lnTo>
                    <a:pt x="476" y="342"/>
                  </a:lnTo>
                  <a:lnTo>
                    <a:pt x="476" y="342"/>
                  </a:lnTo>
                  <a:lnTo>
                    <a:pt x="476" y="342"/>
                  </a:lnTo>
                  <a:lnTo>
                    <a:pt x="475" y="342"/>
                  </a:lnTo>
                  <a:lnTo>
                    <a:pt x="475" y="342"/>
                  </a:lnTo>
                  <a:lnTo>
                    <a:pt x="475" y="342"/>
                  </a:lnTo>
                  <a:lnTo>
                    <a:pt x="475" y="342"/>
                  </a:lnTo>
                  <a:lnTo>
                    <a:pt x="474" y="342"/>
                  </a:lnTo>
                  <a:lnTo>
                    <a:pt x="474" y="342"/>
                  </a:lnTo>
                  <a:lnTo>
                    <a:pt x="474" y="342"/>
                  </a:lnTo>
                  <a:lnTo>
                    <a:pt x="473" y="342"/>
                  </a:lnTo>
                  <a:lnTo>
                    <a:pt x="473" y="343"/>
                  </a:lnTo>
                  <a:lnTo>
                    <a:pt x="472" y="343"/>
                  </a:lnTo>
                  <a:lnTo>
                    <a:pt x="472" y="343"/>
                  </a:lnTo>
                  <a:lnTo>
                    <a:pt x="472" y="343"/>
                  </a:lnTo>
                  <a:lnTo>
                    <a:pt x="471" y="343"/>
                  </a:lnTo>
                  <a:lnTo>
                    <a:pt x="471" y="344"/>
                  </a:lnTo>
                  <a:lnTo>
                    <a:pt x="470" y="344"/>
                  </a:lnTo>
                  <a:lnTo>
                    <a:pt x="470" y="344"/>
                  </a:lnTo>
                  <a:lnTo>
                    <a:pt x="469" y="344"/>
                  </a:lnTo>
                  <a:lnTo>
                    <a:pt x="469" y="344"/>
                  </a:lnTo>
                  <a:lnTo>
                    <a:pt x="468" y="344"/>
                  </a:lnTo>
                  <a:lnTo>
                    <a:pt x="468" y="345"/>
                  </a:lnTo>
                  <a:lnTo>
                    <a:pt x="468" y="345"/>
                  </a:lnTo>
                  <a:lnTo>
                    <a:pt x="467" y="345"/>
                  </a:lnTo>
                  <a:lnTo>
                    <a:pt x="467" y="345"/>
                  </a:lnTo>
                  <a:lnTo>
                    <a:pt x="467" y="344"/>
                  </a:lnTo>
                  <a:lnTo>
                    <a:pt x="465" y="344"/>
                  </a:lnTo>
                  <a:lnTo>
                    <a:pt x="465" y="344"/>
                  </a:lnTo>
                  <a:lnTo>
                    <a:pt x="465" y="344"/>
                  </a:lnTo>
                  <a:lnTo>
                    <a:pt x="465" y="344"/>
                  </a:lnTo>
                  <a:lnTo>
                    <a:pt x="465" y="343"/>
                  </a:lnTo>
                  <a:lnTo>
                    <a:pt x="465" y="343"/>
                  </a:lnTo>
                  <a:lnTo>
                    <a:pt x="465" y="343"/>
                  </a:lnTo>
                  <a:lnTo>
                    <a:pt x="465" y="343"/>
                  </a:lnTo>
                  <a:lnTo>
                    <a:pt x="465" y="342"/>
                  </a:lnTo>
                  <a:lnTo>
                    <a:pt x="467" y="342"/>
                  </a:lnTo>
                  <a:lnTo>
                    <a:pt x="467" y="341"/>
                  </a:lnTo>
                  <a:lnTo>
                    <a:pt x="467" y="341"/>
                  </a:lnTo>
                  <a:lnTo>
                    <a:pt x="467" y="341"/>
                  </a:lnTo>
                  <a:lnTo>
                    <a:pt x="468" y="340"/>
                  </a:lnTo>
                  <a:lnTo>
                    <a:pt x="468" y="340"/>
                  </a:lnTo>
                  <a:lnTo>
                    <a:pt x="468" y="340"/>
                  </a:lnTo>
                  <a:lnTo>
                    <a:pt x="468" y="339"/>
                  </a:lnTo>
                  <a:lnTo>
                    <a:pt x="469" y="339"/>
                  </a:lnTo>
                  <a:lnTo>
                    <a:pt x="469" y="339"/>
                  </a:lnTo>
                  <a:lnTo>
                    <a:pt x="469" y="337"/>
                  </a:lnTo>
                  <a:lnTo>
                    <a:pt x="469" y="337"/>
                  </a:lnTo>
                  <a:lnTo>
                    <a:pt x="469" y="337"/>
                  </a:lnTo>
                  <a:lnTo>
                    <a:pt x="470" y="337"/>
                  </a:lnTo>
                  <a:lnTo>
                    <a:pt x="470" y="336"/>
                  </a:lnTo>
                  <a:lnTo>
                    <a:pt x="470" y="336"/>
                  </a:lnTo>
                  <a:lnTo>
                    <a:pt x="470" y="336"/>
                  </a:lnTo>
                  <a:lnTo>
                    <a:pt x="470" y="336"/>
                  </a:lnTo>
                  <a:lnTo>
                    <a:pt x="470" y="335"/>
                  </a:lnTo>
                  <a:lnTo>
                    <a:pt x="470" y="335"/>
                  </a:lnTo>
                  <a:lnTo>
                    <a:pt x="470" y="335"/>
                  </a:lnTo>
                  <a:lnTo>
                    <a:pt x="471" y="335"/>
                  </a:lnTo>
                  <a:lnTo>
                    <a:pt x="471" y="335"/>
                  </a:lnTo>
                  <a:lnTo>
                    <a:pt x="471" y="335"/>
                  </a:lnTo>
                  <a:lnTo>
                    <a:pt x="471" y="334"/>
                  </a:lnTo>
                  <a:lnTo>
                    <a:pt x="471" y="334"/>
                  </a:lnTo>
                  <a:lnTo>
                    <a:pt x="470" y="334"/>
                  </a:lnTo>
                  <a:lnTo>
                    <a:pt x="470" y="334"/>
                  </a:lnTo>
                  <a:lnTo>
                    <a:pt x="470" y="334"/>
                  </a:lnTo>
                  <a:lnTo>
                    <a:pt x="470" y="334"/>
                  </a:lnTo>
                  <a:lnTo>
                    <a:pt x="470" y="334"/>
                  </a:lnTo>
                  <a:lnTo>
                    <a:pt x="470" y="334"/>
                  </a:lnTo>
                  <a:lnTo>
                    <a:pt x="469" y="334"/>
                  </a:lnTo>
                  <a:lnTo>
                    <a:pt x="469" y="335"/>
                  </a:lnTo>
                  <a:lnTo>
                    <a:pt x="469" y="335"/>
                  </a:lnTo>
                  <a:lnTo>
                    <a:pt x="468" y="335"/>
                  </a:lnTo>
                  <a:lnTo>
                    <a:pt x="468" y="335"/>
                  </a:lnTo>
                  <a:lnTo>
                    <a:pt x="467" y="336"/>
                  </a:lnTo>
                  <a:lnTo>
                    <a:pt x="467" y="336"/>
                  </a:lnTo>
                  <a:lnTo>
                    <a:pt x="467" y="336"/>
                  </a:lnTo>
                  <a:lnTo>
                    <a:pt x="465" y="337"/>
                  </a:lnTo>
                  <a:lnTo>
                    <a:pt x="465" y="337"/>
                  </a:lnTo>
                  <a:lnTo>
                    <a:pt x="464" y="339"/>
                  </a:lnTo>
                  <a:lnTo>
                    <a:pt x="464" y="339"/>
                  </a:lnTo>
                  <a:lnTo>
                    <a:pt x="464" y="339"/>
                  </a:lnTo>
                  <a:lnTo>
                    <a:pt x="463" y="340"/>
                  </a:lnTo>
                  <a:lnTo>
                    <a:pt x="463" y="340"/>
                  </a:lnTo>
                  <a:lnTo>
                    <a:pt x="462" y="340"/>
                  </a:lnTo>
                  <a:lnTo>
                    <a:pt x="462" y="341"/>
                  </a:lnTo>
                  <a:lnTo>
                    <a:pt x="462" y="341"/>
                  </a:lnTo>
                  <a:lnTo>
                    <a:pt x="461" y="341"/>
                  </a:lnTo>
                  <a:lnTo>
                    <a:pt x="461" y="341"/>
                  </a:lnTo>
                  <a:lnTo>
                    <a:pt x="460" y="342"/>
                  </a:lnTo>
                  <a:lnTo>
                    <a:pt x="460" y="342"/>
                  </a:lnTo>
                  <a:lnTo>
                    <a:pt x="459" y="342"/>
                  </a:lnTo>
                  <a:lnTo>
                    <a:pt x="459" y="343"/>
                  </a:lnTo>
                  <a:lnTo>
                    <a:pt x="458" y="343"/>
                  </a:lnTo>
                  <a:lnTo>
                    <a:pt x="458" y="344"/>
                  </a:lnTo>
                  <a:lnTo>
                    <a:pt x="457" y="344"/>
                  </a:lnTo>
                  <a:lnTo>
                    <a:pt x="457" y="344"/>
                  </a:lnTo>
                  <a:lnTo>
                    <a:pt x="457" y="345"/>
                  </a:lnTo>
                  <a:lnTo>
                    <a:pt x="456" y="345"/>
                  </a:lnTo>
                  <a:lnTo>
                    <a:pt x="456" y="345"/>
                  </a:lnTo>
                  <a:lnTo>
                    <a:pt x="456" y="346"/>
                  </a:lnTo>
                  <a:lnTo>
                    <a:pt x="456" y="346"/>
                  </a:lnTo>
                  <a:lnTo>
                    <a:pt x="456" y="346"/>
                  </a:lnTo>
                  <a:lnTo>
                    <a:pt x="456" y="347"/>
                  </a:lnTo>
                  <a:lnTo>
                    <a:pt x="457" y="347"/>
                  </a:lnTo>
                  <a:lnTo>
                    <a:pt x="457" y="347"/>
                  </a:lnTo>
                  <a:lnTo>
                    <a:pt x="457" y="348"/>
                  </a:lnTo>
                  <a:lnTo>
                    <a:pt x="457" y="348"/>
                  </a:lnTo>
                  <a:lnTo>
                    <a:pt x="457" y="348"/>
                  </a:lnTo>
                  <a:lnTo>
                    <a:pt x="457" y="349"/>
                  </a:lnTo>
                  <a:lnTo>
                    <a:pt x="457" y="349"/>
                  </a:lnTo>
                  <a:lnTo>
                    <a:pt x="457" y="349"/>
                  </a:lnTo>
                  <a:lnTo>
                    <a:pt x="457" y="349"/>
                  </a:lnTo>
                  <a:lnTo>
                    <a:pt x="457" y="350"/>
                  </a:lnTo>
                  <a:lnTo>
                    <a:pt x="457" y="350"/>
                  </a:lnTo>
                  <a:lnTo>
                    <a:pt x="457" y="350"/>
                  </a:lnTo>
                  <a:lnTo>
                    <a:pt x="457" y="350"/>
                  </a:lnTo>
                  <a:lnTo>
                    <a:pt x="456" y="350"/>
                  </a:lnTo>
                  <a:lnTo>
                    <a:pt x="456" y="350"/>
                  </a:lnTo>
                  <a:lnTo>
                    <a:pt x="456" y="350"/>
                  </a:lnTo>
                  <a:lnTo>
                    <a:pt x="456" y="350"/>
                  </a:lnTo>
                  <a:lnTo>
                    <a:pt x="455" y="350"/>
                  </a:lnTo>
                  <a:lnTo>
                    <a:pt x="455" y="350"/>
                  </a:lnTo>
                  <a:lnTo>
                    <a:pt x="455" y="350"/>
                  </a:lnTo>
                  <a:lnTo>
                    <a:pt x="454" y="350"/>
                  </a:lnTo>
                  <a:lnTo>
                    <a:pt x="454" y="350"/>
                  </a:lnTo>
                  <a:lnTo>
                    <a:pt x="454" y="349"/>
                  </a:lnTo>
                  <a:lnTo>
                    <a:pt x="453" y="349"/>
                  </a:lnTo>
                  <a:lnTo>
                    <a:pt x="453" y="349"/>
                  </a:lnTo>
                  <a:lnTo>
                    <a:pt x="453" y="348"/>
                  </a:lnTo>
                  <a:lnTo>
                    <a:pt x="453" y="348"/>
                  </a:lnTo>
                  <a:lnTo>
                    <a:pt x="453" y="348"/>
                  </a:lnTo>
                  <a:lnTo>
                    <a:pt x="453" y="347"/>
                  </a:lnTo>
                  <a:lnTo>
                    <a:pt x="453" y="347"/>
                  </a:lnTo>
                  <a:lnTo>
                    <a:pt x="453" y="347"/>
                  </a:lnTo>
                  <a:lnTo>
                    <a:pt x="453" y="346"/>
                  </a:lnTo>
                  <a:lnTo>
                    <a:pt x="453" y="346"/>
                  </a:lnTo>
                  <a:lnTo>
                    <a:pt x="454" y="345"/>
                  </a:lnTo>
                  <a:lnTo>
                    <a:pt x="454" y="345"/>
                  </a:lnTo>
                  <a:lnTo>
                    <a:pt x="454" y="344"/>
                  </a:lnTo>
                  <a:lnTo>
                    <a:pt x="454" y="344"/>
                  </a:lnTo>
                  <a:lnTo>
                    <a:pt x="454" y="343"/>
                  </a:lnTo>
                  <a:lnTo>
                    <a:pt x="454" y="342"/>
                  </a:lnTo>
                  <a:lnTo>
                    <a:pt x="454" y="342"/>
                  </a:lnTo>
                  <a:lnTo>
                    <a:pt x="454" y="341"/>
                  </a:lnTo>
                  <a:lnTo>
                    <a:pt x="455" y="341"/>
                  </a:lnTo>
                  <a:lnTo>
                    <a:pt x="455" y="340"/>
                  </a:lnTo>
                  <a:lnTo>
                    <a:pt x="455" y="340"/>
                  </a:lnTo>
                  <a:lnTo>
                    <a:pt x="455" y="339"/>
                  </a:lnTo>
                  <a:lnTo>
                    <a:pt x="454" y="339"/>
                  </a:lnTo>
                  <a:lnTo>
                    <a:pt x="454" y="339"/>
                  </a:lnTo>
                  <a:lnTo>
                    <a:pt x="454" y="337"/>
                  </a:lnTo>
                  <a:lnTo>
                    <a:pt x="454" y="337"/>
                  </a:lnTo>
                  <a:lnTo>
                    <a:pt x="454" y="337"/>
                  </a:lnTo>
                  <a:lnTo>
                    <a:pt x="454" y="337"/>
                  </a:lnTo>
                  <a:lnTo>
                    <a:pt x="454" y="337"/>
                  </a:lnTo>
                  <a:lnTo>
                    <a:pt x="454" y="337"/>
                  </a:lnTo>
                  <a:lnTo>
                    <a:pt x="454" y="336"/>
                  </a:lnTo>
                  <a:lnTo>
                    <a:pt x="454" y="336"/>
                  </a:lnTo>
                  <a:lnTo>
                    <a:pt x="453" y="336"/>
                  </a:lnTo>
                  <a:lnTo>
                    <a:pt x="453" y="337"/>
                  </a:lnTo>
                  <a:lnTo>
                    <a:pt x="453" y="337"/>
                  </a:lnTo>
                  <a:lnTo>
                    <a:pt x="453" y="337"/>
                  </a:lnTo>
                  <a:lnTo>
                    <a:pt x="453" y="337"/>
                  </a:lnTo>
                  <a:lnTo>
                    <a:pt x="452" y="337"/>
                  </a:lnTo>
                  <a:lnTo>
                    <a:pt x="452" y="339"/>
                  </a:lnTo>
                  <a:lnTo>
                    <a:pt x="452" y="339"/>
                  </a:lnTo>
                  <a:lnTo>
                    <a:pt x="451" y="340"/>
                  </a:lnTo>
                  <a:lnTo>
                    <a:pt x="451" y="340"/>
                  </a:lnTo>
                  <a:lnTo>
                    <a:pt x="451" y="341"/>
                  </a:lnTo>
                  <a:lnTo>
                    <a:pt x="450" y="341"/>
                  </a:lnTo>
                  <a:lnTo>
                    <a:pt x="450" y="342"/>
                  </a:lnTo>
                  <a:lnTo>
                    <a:pt x="450" y="342"/>
                  </a:lnTo>
                  <a:lnTo>
                    <a:pt x="449" y="343"/>
                  </a:lnTo>
                  <a:lnTo>
                    <a:pt x="449" y="343"/>
                  </a:lnTo>
                  <a:lnTo>
                    <a:pt x="449" y="344"/>
                  </a:lnTo>
                  <a:lnTo>
                    <a:pt x="449" y="344"/>
                  </a:lnTo>
                  <a:lnTo>
                    <a:pt x="449" y="345"/>
                  </a:lnTo>
                  <a:lnTo>
                    <a:pt x="449" y="345"/>
                  </a:lnTo>
                  <a:lnTo>
                    <a:pt x="447" y="346"/>
                  </a:lnTo>
                  <a:lnTo>
                    <a:pt x="447" y="346"/>
                  </a:lnTo>
                  <a:lnTo>
                    <a:pt x="447" y="346"/>
                  </a:lnTo>
                  <a:lnTo>
                    <a:pt x="449" y="346"/>
                  </a:lnTo>
                  <a:lnTo>
                    <a:pt x="449" y="347"/>
                  </a:lnTo>
                  <a:lnTo>
                    <a:pt x="449" y="347"/>
                  </a:lnTo>
                  <a:lnTo>
                    <a:pt x="449" y="347"/>
                  </a:lnTo>
                  <a:lnTo>
                    <a:pt x="449" y="347"/>
                  </a:lnTo>
                  <a:lnTo>
                    <a:pt x="449" y="347"/>
                  </a:lnTo>
                  <a:lnTo>
                    <a:pt x="449" y="347"/>
                  </a:lnTo>
                  <a:lnTo>
                    <a:pt x="449" y="347"/>
                  </a:lnTo>
                  <a:lnTo>
                    <a:pt x="449" y="347"/>
                  </a:lnTo>
                  <a:lnTo>
                    <a:pt x="450" y="348"/>
                  </a:lnTo>
                  <a:lnTo>
                    <a:pt x="450" y="348"/>
                  </a:lnTo>
                  <a:lnTo>
                    <a:pt x="450" y="348"/>
                  </a:lnTo>
                  <a:lnTo>
                    <a:pt x="450" y="348"/>
                  </a:lnTo>
                  <a:lnTo>
                    <a:pt x="450" y="348"/>
                  </a:lnTo>
                  <a:lnTo>
                    <a:pt x="451" y="348"/>
                  </a:lnTo>
                  <a:lnTo>
                    <a:pt x="451" y="349"/>
                  </a:lnTo>
                  <a:lnTo>
                    <a:pt x="451" y="349"/>
                  </a:lnTo>
                  <a:lnTo>
                    <a:pt x="451" y="349"/>
                  </a:lnTo>
                  <a:lnTo>
                    <a:pt x="452" y="350"/>
                  </a:lnTo>
                  <a:lnTo>
                    <a:pt x="452" y="350"/>
                  </a:lnTo>
                  <a:lnTo>
                    <a:pt x="453" y="350"/>
                  </a:lnTo>
                  <a:lnTo>
                    <a:pt x="453" y="351"/>
                  </a:lnTo>
                  <a:lnTo>
                    <a:pt x="453" y="351"/>
                  </a:lnTo>
                  <a:lnTo>
                    <a:pt x="454" y="352"/>
                  </a:lnTo>
                  <a:lnTo>
                    <a:pt x="454" y="352"/>
                  </a:lnTo>
                  <a:lnTo>
                    <a:pt x="455" y="353"/>
                  </a:lnTo>
                  <a:lnTo>
                    <a:pt x="455" y="353"/>
                  </a:lnTo>
                  <a:lnTo>
                    <a:pt x="455" y="353"/>
                  </a:lnTo>
                  <a:lnTo>
                    <a:pt x="456" y="354"/>
                  </a:lnTo>
                  <a:lnTo>
                    <a:pt x="456" y="354"/>
                  </a:lnTo>
                  <a:lnTo>
                    <a:pt x="456" y="355"/>
                  </a:lnTo>
                  <a:lnTo>
                    <a:pt x="457" y="355"/>
                  </a:lnTo>
                  <a:lnTo>
                    <a:pt x="457" y="355"/>
                  </a:lnTo>
                  <a:lnTo>
                    <a:pt x="457" y="355"/>
                  </a:lnTo>
                  <a:lnTo>
                    <a:pt x="457" y="357"/>
                  </a:lnTo>
                  <a:lnTo>
                    <a:pt x="457" y="357"/>
                  </a:lnTo>
                  <a:lnTo>
                    <a:pt x="457" y="357"/>
                  </a:lnTo>
                  <a:lnTo>
                    <a:pt x="457" y="357"/>
                  </a:lnTo>
                  <a:lnTo>
                    <a:pt x="457" y="358"/>
                  </a:lnTo>
                  <a:lnTo>
                    <a:pt x="457" y="358"/>
                  </a:lnTo>
                  <a:lnTo>
                    <a:pt x="457" y="358"/>
                  </a:lnTo>
                  <a:lnTo>
                    <a:pt x="457" y="358"/>
                  </a:lnTo>
                  <a:lnTo>
                    <a:pt x="457" y="359"/>
                  </a:lnTo>
                  <a:lnTo>
                    <a:pt x="458" y="359"/>
                  </a:lnTo>
                  <a:lnTo>
                    <a:pt x="458" y="359"/>
                  </a:lnTo>
                  <a:lnTo>
                    <a:pt x="458" y="359"/>
                  </a:lnTo>
                  <a:lnTo>
                    <a:pt x="458" y="359"/>
                  </a:lnTo>
                  <a:lnTo>
                    <a:pt x="458" y="360"/>
                  </a:lnTo>
                  <a:lnTo>
                    <a:pt x="458" y="360"/>
                  </a:lnTo>
                  <a:lnTo>
                    <a:pt x="458" y="360"/>
                  </a:lnTo>
                  <a:lnTo>
                    <a:pt x="458" y="360"/>
                  </a:lnTo>
                  <a:lnTo>
                    <a:pt x="458" y="360"/>
                  </a:lnTo>
                  <a:lnTo>
                    <a:pt x="458" y="361"/>
                  </a:lnTo>
                  <a:lnTo>
                    <a:pt x="458" y="361"/>
                  </a:lnTo>
                  <a:lnTo>
                    <a:pt x="458" y="361"/>
                  </a:lnTo>
                  <a:lnTo>
                    <a:pt x="458" y="361"/>
                  </a:lnTo>
                  <a:lnTo>
                    <a:pt x="458" y="362"/>
                  </a:lnTo>
                  <a:lnTo>
                    <a:pt x="458" y="362"/>
                  </a:lnTo>
                  <a:lnTo>
                    <a:pt x="458" y="362"/>
                  </a:lnTo>
                  <a:lnTo>
                    <a:pt x="458" y="363"/>
                  </a:lnTo>
                  <a:lnTo>
                    <a:pt x="458" y="363"/>
                  </a:lnTo>
                  <a:lnTo>
                    <a:pt x="458" y="363"/>
                  </a:lnTo>
                  <a:lnTo>
                    <a:pt x="458" y="363"/>
                  </a:lnTo>
                  <a:lnTo>
                    <a:pt x="458" y="364"/>
                  </a:lnTo>
                  <a:lnTo>
                    <a:pt x="458" y="364"/>
                  </a:lnTo>
                  <a:lnTo>
                    <a:pt x="457" y="364"/>
                  </a:lnTo>
                  <a:lnTo>
                    <a:pt x="457" y="365"/>
                  </a:lnTo>
                  <a:lnTo>
                    <a:pt x="457" y="365"/>
                  </a:lnTo>
                  <a:lnTo>
                    <a:pt x="457" y="365"/>
                  </a:lnTo>
                  <a:lnTo>
                    <a:pt x="457" y="365"/>
                  </a:lnTo>
                  <a:lnTo>
                    <a:pt x="457" y="366"/>
                  </a:lnTo>
                  <a:lnTo>
                    <a:pt x="457" y="366"/>
                  </a:lnTo>
                  <a:lnTo>
                    <a:pt x="456" y="366"/>
                  </a:lnTo>
                  <a:lnTo>
                    <a:pt x="456" y="366"/>
                  </a:lnTo>
                  <a:lnTo>
                    <a:pt x="456" y="366"/>
                  </a:lnTo>
                  <a:lnTo>
                    <a:pt x="456" y="366"/>
                  </a:lnTo>
                  <a:lnTo>
                    <a:pt x="455" y="367"/>
                  </a:lnTo>
                  <a:lnTo>
                    <a:pt x="455" y="367"/>
                  </a:lnTo>
                  <a:lnTo>
                    <a:pt x="455" y="367"/>
                  </a:lnTo>
                  <a:lnTo>
                    <a:pt x="454" y="367"/>
                  </a:lnTo>
                  <a:lnTo>
                    <a:pt x="454" y="367"/>
                  </a:lnTo>
                  <a:lnTo>
                    <a:pt x="453" y="367"/>
                  </a:lnTo>
                  <a:lnTo>
                    <a:pt x="453" y="368"/>
                  </a:lnTo>
                  <a:lnTo>
                    <a:pt x="453" y="368"/>
                  </a:lnTo>
                  <a:lnTo>
                    <a:pt x="453" y="368"/>
                  </a:lnTo>
                  <a:lnTo>
                    <a:pt x="452" y="368"/>
                  </a:lnTo>
                  <a:lnTo>
                    <a:pt x="452" y="368"/>
                  </a:lnTo>
                  <a:lnTo>
                    <a:pt x="452" y="368"/>
                  </a:lnTo>
                  <a:lnTo>
                    <a:pt x="452" y="368"/>
                  </a:lnTo>
                  <a:lnTo>
                    <a:pt x="452" y="369"/>
                  </a:lnTo>
                  <a:lnTo>
                    <a:pt x="452" y="369"/>
                  </a:lnTo>
                  <a:lnTo>
                    <a:pt x="452" y="369"/>
                  </a:lnTo>
                  <a:lnTo>
                    <a:pt x="452" y="369"/>
                  </a:lnTo>
                  <a:lnTo>
                    <a:pt x="452" y="370"/>
                  </a:lnTo>
                  <a:lnTo>
                    <a:pt x="452" y="370"/>
                  </a:lnTo>
                  <a:lnTo>
                    <a:pt x="452" y="370"/>
                  </a:lnTo>
                  <a:lnTo>
                    <a:pt x="452" y="371"/>
                  </a:lnTo>
                  <a:lnTo>
                    <a:pt x="452" y="371"/>
                  </a:lnTo>
                  <a:lnTo>
                    <a:pt x="452" y="371"/>
                  </a:lnTo>
                  <a:lnTo>
                    <a:pt x="452" y="372"/>
                  </a:lnTo>
                  <a:lnTo>
                    <a:pt x="452" y="372"/>
                  </a:lnTo>
                  <a:lnTo>
                    <a:pt x="452" y="372"/>
                  </a:lnTo>
                  <a:lnTo>
                    <a:pt x="453" y="374"/>
                  </a:lnTo>
                  <a:lnTo>
                    <a:pt x="453" y="374"/>
                  </a:lnTo>
                  <a:lnTo>
                    <a:pt x="453" y="375"/>
                  </a:lnTo>
                  <a:lnTo>
                    <a:pt x="453" y="375"/>
                  </a:lnTo>
                  <a:lnTo>
                    <a:pt x="453" y="375"/>
                  </a:lnTo>
                  <a:lnTo>
                    <a:pt x="454" y="376"/>
                  </a:lnTo>
                  <a:lnTo>
                    <a:pt x="454" y="376"/>
                  </a:lnTo>
                  <a:lnTo>
                    <a:pt x="454" y="377"/>
                  </a:lnTo>
                  <a:lnTo>
                    <a:pt x="455" y="377"/>
                  </a:lnTo>
                  <a:lnTo>
                    <a:pt x="455" y="377"/>
                  </a:lnTo>
                  <a:lnTo>
                    <a:pt x="455" y="378"/>
                  </a:lnTo>
                  <a:lnTo>
                    <a:pt x="456" y="378"/>
                  </a:lnTo>
                  <a:lnTo>
                    <a:pt x="456" y="379"/>
                  </a:lnTo>
                  <a:lnTo>
                    <a:pt x="456" y="379"/>
                  </a:lnTo>
                  <a:lnTo>
                    <a:pt x="457" y="379"/>
                  </a:lnTo>
                  <a:lnTo>
                    <a:pt x="457" y="379"/>
                  </a:lnTo>
                  <a:lnTo>
                    <a:pt x="457" y="379"/>
                  </a:lnTo>
                  <a:lnTo>
                    <a:pt x="458" y="379"/>
                  </a:lnTo>
                  <a:lnTo>
                    <a:pt x="458" y="379"/>
                  </a:lnTo>
                  <a:lnTo>
                    <a:pt x="458" y="379"/>
                  </a:lnTo>
                  <a:lnTo>
                    <a:pt x="458" y="378"/>
                  </a:lnTo>
                  <a:lnTo>
                    <a:pt x="459" y="378"/>
                  </a:lnTo>
                  <a:lnTo>
                    <a:pt x="459" y="378"/>
                  </a:lnTo>
                  <a:lnTo>
                    <a:pt x="459" y="378"/>
                  </a:lnTo>
                  <a:lnTo>
                    <a:pt x="459" y="377"/>
                  </a:lnTo>
                  <a:lnTo>
                    <a:pt x="459" y="377"/>
                  </a:lnTo>
                  <a:lnTo>
                    <a:pt x="459" y="377"/>
                  </a:lnTo>
                  <a:lnTo>
                    <a:pt x="459" y="376"/>
                  </a:lnTo>
                  <a:lnTo>
                    <a:pt x="459" y="376"/>
                  </a:lnTo>
                  <a:lnTo>
                    <a:pt x="459" y="376"/>
                  </a:lnTo>
                  <a:lnTo>
                    <a:pt x="459" y="375"/>
                  </a:lnTo>
                  <a:lnTo>
                    <a:pt x="459" y="375"/>
                  </a:lnTo>
                  <a:lnTo>
                    <a:pt x="459" y="374"/>
                  </a:lnTo>
                  <a:lnTo>
                    <a:pt x="459" y="374"/>
                  </a:lnTo>
                  <a:lnTo>
                    <a:pt x="459" y="374"/>
                  </a:lnTo>
                  <a:lnTo>
                    <a:pt x="460" y="372"/>
                  </a:lnTo>
                  <a:lnTo>
                    <a:pt x="460" y="372"/>
                  </a:lnTo>
                  <a:lnTo>
                    <a:pt x="460" y="372"/>
                  </a:lnTo>
                  <a:lnTo>
                    <a:pt x="460" y="372"/>
                  </a:lnTo>
                  <a:lnTo>
                    <a:pt x="461" y="371"/>
                  </a:lnTo>
                  <a:lnTo>
                    <a:pt x="461" y="371"/>
                  </a:lnTo>
                  <a:lnTo>
                    <a:pt x="461" y="371"/>
                  </a:lnTo>
                  <a:lnTo>
                    <a:pt x="462" y="371"/>
                  </a:lnTo>
                  <a:lnTo>
                    <a:pt x="462" y="371"/>
                  </a:lnTo>
                  <a:lnTo>
                    <a:pt x="462" y="371"/>
                  </a:lnTo>
                  <a:lnTo>
                    <a:pt x="462" y="371"/>
                  </a:lnTo>
                  <a:lnTo>
                    <a:pt x="463" y="371"/>
                  </a:lnTo>
                  <a:lnTo>
                    <a:pt x="463" y="371"/>
                  </a:lnTo>
                  <a:lnTo>
                    <a:pt x="463" y="371"/>
                  </a:lnTo>
                  <a:lnTo>
                    <a:pt x="463" y="371"/>
                  </a:lnTo>
                  <a:lnTo>
                    <a:pt x="463" y="371"/>
                  </a:lnTo>
                  <a:lnTo>
                    <a:pt x="463" y="372"/>
                  </a:lnTo>
                  <a:lnTo>
                    <a:pt x="463" y="372"/>
                  </a:lnTo>
                  <a:lnTo>
                    <a:pt x="463" y="372"/>
                  </a:lnTo>
                  <a:lnTo>
                    <a:pt x="463" y="374"/>
                  </a:lnTo>
                  <a:lnTo>
                    <a:pt x="463" y="374"/>
                  </a:lnTo>
                  <a:lnTo>
                    <a:pt x="464" y="375"/>
                  </a:lnTo>
                  <a:lnTo>
                    <a:pt x="464" y="375"/>
                  </a:lnTo>
                  <a:lnTo>
                    <a:pt x="464" y="376"/>
                  </a:lnTo>
                  <a:lnTo>
                    <a:pt x="464" y="376"/>
                  </a:lnTo>
                  <a:lnTo>
                    <a:pt x="464" y="377"/>
                  </a:lnTo>
                  <a:lnTo>
                    <a:pt x="464" y="377"/>
                  </a:lnTo>
                  <a:lnTo>
                    <a:pt x="464" y="378"/>
                  </a:lnTo>
                  <a:lnTo>
                    <a:pt x="464" y="378"/>
                  </a:lnTo>
                  <a:lnTo>
                    <a:pt x="465" y="379"/>
                  </a:lnTo>
                  <a:lnTo>
                    <a:pt x="465" y="380"/>
                  </a:lnTo>
                  <a:lnTo>
                    <a:pt x="465" y="380"/>
                  </a:lnTo>
                  <a:lnTo>
                    <a:pt x="465" y="381"/>
                  </a:lnTo>
                  <a:lnTo>
                    <a:pt x="465" y="381"/>
                  </a:lnTo>
                  <a:lnTo>
                    <a:pt x="465" y="382"/>
                  </a:lnTo>
                  <a:lnTo>
                    <a:pt x="465" y="382"/>
                  </a:lnTo>
                  <a:lnTo>
                    <a:pt x="465" y="382"/>
                  </a:lnTo>
                  <a:lnTo>
                    <a:pt x="465" y="383"/>
                  </a:lnTo>
                  <a:lnTo>
                    <a:pt x="465" y="383"/>
                  </a:lnTo>
                  <a:lnTo>
                    <a:pt x="464" y="384"/>
                  </a:lnTo>
                  <a:lnTo>
                    <a:pt x="464" y="384"/>
                  </a:lnTo>
                  <a:lnTo>
                    <a:pt x="464" y="385"/>
                  </a:lnTo>
                  <a:lnTo>
                    <a:pt x="464" y="385"/>
                  </a:lnTo>
                  <a:lnTo>
                    <a:pt x="463" y="386"/>
                  </a:lnTo>
                  <a:lnTo>
                    <a:pt x="463" y="386"/>
                  </a:lnTo>
                  <a:lnTo>
                    <a:pt x="463" y="387"/>
                  </a:lnTo>
                  <a:lnTo>
                    <a:pt x="463" y="387"/>
                  </a:lnTo>
                  <a:lnTo>
                    <a:pt x="462" y="387"/>
                  </a:lnTo>
                  <a:lnTo>
                    <a:pt x="462" y="388"/>
                  </a:lnTo>
                  <a:lnTo>
                    <a:pt x="462" y="388"/>
                  </a:lnTo>
                  <a:lnTo>
                    <a:pt x="461" y="389"/>
                  </a:lnTo>
                  <a:lnTo>
                    <a:pt x="461" y="389"/>
                  </a:lnTo>
                  <a:lnTo>
                    <a:pt x="461" y="390"/>
                  </a:lnTo>
                  <a:lnTo>
                    <a:pt x="460" y="390"/>
                  </a:lnTo>
                  <a:lnTo>
                    <a:pt x="460" y="390"/>
                  </a:lnTo>
                  <a:lnTo>
                    <a:pt x="460" y="392"/>
                  </a:lnTo>
                  <a:lnTo>
                    <a:pt x="459" y="392"/>
                  </a:lnTo>
                  <a:lnTo>
                    <a:pt x="459" y="393"/>
                  </a:lnTo>
                  <a:lnTo>
                    <a:pt x="459" y="393"/>
                  </a:lnTo>
                  <a:lnTo>
                    <a:pt x="458" y="393"/>
                  </a:lnTo>
                  <a:lnTo>
                    <a:pt x="458" y="394"/>
                  </a:lnTo>
                  <a:lnTo>
                    <a:pt x="458" y="394"/>
                  </a:lnTo>
                  <a:lnTo>
                    <a:pt x="457" y="394"/>
                  </a:lnTo>
                  <a:lnTo>
                    <a:pt x="457" y="395"/>
                  </a:lnTo>
                  <a:lnTo>
                    <a:pt x="457" y="395"/>
                  </a:lnTo>
                  <a:lnTo>
                    <a:pt x="457" y="395"/>
                  </a:lnTo>
                  <a:lnTo>
                    <a:pt x="456" y="395"/>
                  </a:lnTo>
                  <a:lnTo>
                    <a:pt x="456" y="396"/>
                  </a:lnTo>
                  <a:lnTo>
                    <a:pt x="456" y="396"/>
                  </a:lnTo>
                  <a:lnTo>
                    <a:pt x="455" y="396"/>
                  </a:lnTo>
                  <a:lnTo>
                    <a:pt x="455" y="396"/>
                  </a:lnTo>
                  <a:lnTo>
                    <a:pt x="455" y="397"/>
                  </a:lnTo>
                  <a:lnTo>
                    <a:pt x="454" y="397"/>
                  </a:lnTo>
                  <a:lnTo>
                    <a:pt x="454" y="397"/>
                  </a:lnTo>
                  <a:lnTo>
                    <a:pt x="454" y="397"/>
                  </a:lnTo>
                  <a:lnTo>
                    <a:pt x="454" y="398"/>
                  </a:lnTo>
                  <a:lnTo>
                    <a:pt x="454" y="398"/>
                  </a:lnTo>
                  <a:lnTo>
                    <a:pt x="453" y="398"/>
                  </a:lnTo>
                  <a:lnTo>
                    <a:pt x="453" y="398"/>
                  </a:lnTo>
                  <a:lnTo>
                    <a:pt x="453" y="398"/>
                  </a:lnTo>
                  <a:lnTo>
                    <a:pt x="453" y="398"/>
                  </a:lnTo>
                  <a:lnTo>
                    <a:pt x="453" y="398"/>
                  </a:lnTo>
                  <a:lnTo>
                    <a:pt x="452" y="399"/>
                  </a:lnTo>
                  <a:lnTo>
                    <a:pt x="452" y="399"/>
                  </a:lnTo>
                  <a:lnTo>
                    <a:pt x="451" y="399"/>
                  </a:lnTo>
                  <a:lnTo>
                    <a:pt x="451" y="399"/>
                  </a:lnTo>
                  <a:lnTo>
                    <a:pt x="450" y="399"/>
                  </a:lnTo>
                  <a:lnTo>
                    <a:pt x="449" y="399"/>
                  </a:lnTo>
                  <a:lnTo>
                    <a:pt x="447" y="399"/>
                  </a:lnTo>
                  <a:lnTo>
                    <a:pt x="446" y="399"/>
                  </a:lnTo>
                  <a:lnTo>
                    <a:pt x="446" y="399"/>
                  </a:lnTo>
                  <a:lnTo>
                    <a:pt x="445" y="399"/>
                  </a:lnTo>
                  <a:lnTo>
                    <a:pt x="444" y="399"/>
                  </a:lnTo>
                  <a:lnTo>
                    <a:pt x="444" y="399"/>
                  </a:lnTo>
                  <a:lnTo>
                    <a:pt x="443" y="399"/>
                  </a:lnTo>
                  <a:lnTo>
                    <a:pt x="442" y="399"/>
                  </a:lnTo>
                  <a:lnTo>
                    <a:pt x="442" y="399"/>
                  </a:lnTo>
                  <a:lnTo>
                    <a:pt x="442" y="399"/>
                  </a:lnTo>
                  <a:lnTo>
                    <a:pt x="441" y="399"/>
                  </a:lnTo>
                  <a:lnTo>
                    <a:pt x="441" y="399"/>
                  </a:lnTo>
                  <a:lnTo>
                    <a:pt x="440" y="399"/>
                  </a:lnTo>
                  <a:lnTo>
                    <a:pt x="440" y="399"/>
                  </a:lnTo>
                  <a:lnTo>
                    <a:pt x="440" y="398"/>
                  </a:lnTo>
                  <a:lnTo>
                    <a:pt x="440" y="398"/>
                  </a:lnTo>
                  <a:lnTo>
                    <a:pt x="440" y="398"/>
                  </a:lnTo>
                  <a:lnTo>
                    <a:pt x="440" y="397"/>
                  </a:lnTo>
                  <a:lnTo>
                    <a:pt x="440" y="397"/>
                  </a:lnTo>
                  <a:lnTo>
                    <a:pt x="440" y="396"/>
                  </a:lnTo>
                  <a:lnTo>
                    <a:pt x="440" y="396"/>
                  </a:lnTo>
                  <a:lnTo>
                    <a:pt x="440" y="395"/>
                  </a:lnTo>
                  <a:lnTo>
                    <a:pt x="440" y="395"/>
                  </a:lnTo>
                  <a:lnTo>
                    <a:pt x="440" y="394"/>
                  </a:lnTo>
                  <a:lnTo>
                    <a:pt x="440" y="394"/>
                  </a:lnTo>
                  <a:lnTo>
                    <a:pt x="440" y="393"/>
                  </a:lnTo>
                  <a:lnTo>
                    <a:pt x="440" y="393"/>
                  </a:lnTo>
                  <a:lnTo>
                    <a:pt x="440" y="393"/>
                  </a:lnTo>
                  <a:lnTo>
                    <a:pt x="440" y="392"/>
                  </a:lnTo>
                  <a:lnTo>
                    <a:pt x="441" y="392"/>
                  </a:lnTo>
                  <a:lnTo>
                    <a:pt x="441" y="392"/>
                  </a:lnTo>
                  <a:lnTo>
                    <a:pt x="441" y="390"/>
                  </a:lnTo>
                  <a:lnTo>
                    <a:pt x="441" y="390"/>
                  </a:lnTo>
                  <a:lnTo>
                    <a:pt x="442" y="390"/>
                  </a:lnTo>
                  <a:lnTo>
                    <a:pt x="442" y="389"/>
                  </a:lnTo>
                  <a:lnTo>
                    <a:pt x="442" y="389"/>
                  </a:lnTo>
                  <a:lnTo>
                    <a:pt x="443" y="388"/>
                  </a:lnTo>
                  <a:lnTo>
                    <a:pt x="443" y="388"/>
                  </a:lnTo>
                  <a:lnTo>
                    <a:pt x="443" y="387"/>
                  </a:lnTo>
                  <a:lnTo>
                    <a:pt x="444" y="387"/>
                  </a:lnTo>
                  <a:lnTo>
                    <a:pt x="444" y="386"/>
                  </a:lnTo>
                  <a:lnTo>
                    <a:pt x="444" y="386"/>
                  </a:lnTo>
                  <a:lnTo>
                    <a:pt x="445" y="385"/>
                  </a:lnTo>
                  <a:lnTo>
                    <a:pt x="445" y="385"/>
                  </a:lnTo>
                  <a:lnTo>
                    <a:pt x="445" y="385"/>
                  </a:lnTo>
                  <a:lnTo>
                    <a:pt x="446" y="384"/>
                  </a:lnTo>
                  <a:lnTo>
                    <a:pt x="446" y="384"/>
                  </a:lnTo>
                  <a:lnTo>
                    <a:pt x="446" y="384"/>
                  </a:lnTo>
                  <a:lnTo>
                    <a:pt x="447" y="383"/>
                  </a:lnTo>
                  <a:lnTo>
                    <a:pt x="447" y="383"/>
                  </a:lnTo>
                  <a:lnTo>
                    <a:pt x="447" y="383"/>
                  </a:lnTo>
                  <a:lnTo>
                    <a:pt x="449" y="383"/>
                  </a:lnTo>
                  <a:lnTo>
                    <a:pt x="449" y="383"/>
                  </a:lnTo>
                  <a:lnTo>
                    <a:pt x="449" y="382"/>
                  </a:lnTo>
                  <a:lnTo>
                    <a:pt x="450" y="382"/>
                  </a:lnTo>
                  <a:lnTo>
                    <a:pt x="450" y="382"/>
                  </a:lnTo>
                  <a:lnTo>
                    <a:pt x="451" y="382"/>
                  </a:lnTo>
                  <a:lnTo>
                    <a:pt x="451" y="382"/>
                  </a:lnTo>
                  <a:lnTo>
                    <a:pt x="451" y="381"/>
                  </a:lnTo>
                  <a:lnTo>
                    <a:pt x="452" y="381"/>
                  </a:lnTo>
                  <a:lnTo>
                    <a:pt x="452" y="381"/>
                  </a:lnTo>
                  <a:lnTo>
                    <a:pt x="452" y="381"/>
                  </a:lnTo>
                  <a:lnTo>
                    <a:pt x="452" y="381"/>
                  </a:lnTo>
                  <a:lnTo>
                    <a:pt x="452" y="381"/>
                  </a:lnTo>
                  <a:lnTo>
                    <a:pt x="453" y="381"/>
                  </a:lnTo>
                  <a:lnTo>
                    <a:pt x="453" y="380"/>
                  </a:lnTo>
                  <a:lnTo>
                    <a:pt x="453" y="380"/>
                  </a:lnTo>
                  <a:lnTo>
                    <a:pt x="453" y="380"/>
                  </a:lnTo>
                  <a:lnTo>
                    <a:pt x="453" y="379"/>
                  </a:lnTo>
                  <a:lnTo>
                    <a:pt x="453" y="379"/>
                  </a:lnTo>
                  <a:lnTo>
                    <a:pt x="453" y="379"/>
                  </a:lnTo>
                  <a:lnTo>
                    <a:pt x="452" y="378"/>
                  </a:lnTo>
                  <a:lnTo>
                    <a:pt x="452" y="378"/>
                  </a:lnTo>
                  <a:lnTo>
                    <a:pt x="452" y="378"/>
                  </a:lnTo>
                  <a:lnTo>
                    <a:pt x="452" y="378"/>
                  </a:lnTo>
                  <a:lnTo>
                    <a:pt x="451" y="377"/>
                  </a:lnTo>
                  <a:lnTo>
                    <a:pt x="451" y="377"/>
                  </a:lnTo>
                  <a:lnTo>
                    <a:pt x="451" y="377"/>
                  </a:lnTo>
                  <a:lnTo>
                    <a:pt x="450" y="377"/>
                  </a:lnTo>
                  <a:lnTo>
                    <a:pt x="450" y="376"/>
                  </a:lnTo>
                  <a:lnTo>
                    <a:pt x="450" y="376"/>
                  </a:lnTo>
                  <a:lnTo>
                    <a:pt x="449" y="376"/>
                  </a:lnTo>
                  <a:lnTo>
                    <a:pt x="449" y="376"/>
                  </a:lnTo>
                  <a:lnTo>
                    <a:pt x="449" y="376"/>
                  </a:lnTo>
                  <a:lnTo>
                    <a:pt x="447" y="376"/>
                  </a:lnTo>
                  <a:lnTo>
                    <a:pt x="447" y="376"/>
                  </a:lnTo>
                  <a:lnTo>
                    <a:pt x="446" y="375"/>
                  </a:lnTo>
                  <a:lnTo>
                    <a:pt x="446" y="375"/>
                  </a:lnTo>
                  <a:lnTo>
                    <a:pt x="446" y="375"/>
                  </a:lnTo>
                  <a:lnTo>
                    <a:pt x="445" y="375"/>
                  </a:lnTo>
                  <a:lnTo>
                    <a:pt x="445" y="375"/>
                  </a:lnTo>
                  <a:lnTo>
                    <a:pt x="445" y="375"/>
                  </a:lnTo>
                  <a:lnTo>
                    <a:pt x="445" y="375"/>
                  </a:lnTo>
                  <a:lnTo>
                    <a:pt x="444" y="376"/>
                  </a:lnTo>
                  <a:lnTo>
                    <a:pt x="444" y="376"/>
                  </a:lnTo>
                  <a:lnTo>
                    <a:pt x="444" y="376"/>
                  </a:lnTo>
                  <a:lnTo>
                    <a:pt x="443" y="376"/>
                  </a:lnTo>
                  <a:lnTo>
                    <a:pt x="443" y="376"/>
                  </a:lnTo>
                  <a:lnTo>
                    <a:pt x="443" y="376"/>
                  </a:lnTo>
                  <a:lnTo>
                    <a:pt x="442" y="377"/>
                  </a:lnTo>
                  <a:lnTo>
                    <a:pt x="442" y="377"/>
                  </a:lnTo>
                  <a:lnTo>
                    <a:pt x="442" y="377"/>
                  </a:lnTo>
                  <a:lnTo>
                    <a:pt x="441" y="377"/>
                  </a:lnTo>
                  <a:lnTo>
                    <a:pt x="441" y="378"/>
                  </a:lnTo>
                  <a:lnTo>
                    <a:pt x="440" y="378"/>
                  </a:lnTo>
                  <a:lnTo>
                    <a:pt x="440" y="378"/>
                  </a:lnTo>
                  <a:lnTo>
                    <a:pt x="440" y="379"/>
                  </a:lnTo>
                  <a:lnTo>
                    <a:pt x="439" y="379"/>
                  </a:lnTo>
                  <a:lnTo>
                    <a:pt x="439" y="379"/>
                  </a:lnTo>
                  <a:lnTo>
                    <a:pt x="439" y="379"/>
                  </a:lnTo>
                  <a:lnTo>
                    <a:pt x="439" y="379"/>
                  </a:lnTo>
                  <a:lnTo>
                    <a:pt x="439" y="380"/>
                  </a:lnTo>
                  <a:lnTo>
                    <a:pt x="439" y="380"/>
                  </a:lnTo>
                  <a:lnTo>
                    <a:pt x="439" y="380"/>
                  </a:lnTo>
                  <a:lnTo>
                    <a:pt x="439" y="380"/>
                  </a:lnTo>
                  <a:lnTo>
                    <a:pt x="439" y="381"/>
                  </a:lnTo>
                  <a:lnTo>
                    <a:pt x="439" y="381"/>
                  </a:lnTo>
                  <a:lnTo>
                    <a:pt x="439" y="381"/>
                  </a:lnTo>
                  <a:lnTo>
                    <a:pt x="439" y="382"/>
                  </a:lnTo>
                  <a:lnTo>
                    <a:pt x="439" y="382"/>
                  </a:lnTo>
                  <a:lnTo>
                    <a:pt x="439" y="382"/>
                  </a:lnTo>
                  <a:lnTo>
                    <a:pt x="439" y="383"/>
                  </a:lnTo>
                  <a:lnTo>
                    <a:pt x="439" y="383"/>
                  </a:lnTo>
                  <a:lnTo>
                    <a:pt x="439" y="384"/>
                  </a:lnTo>
                  <a:lnTo>
                    <a:pt x="438" y="384"/>
                  </a:lnTo>
                  <a:lnTo>
                    <a:pt x="438" y="384"/>
                  </a:lnTo>
                  <a:lnTo>
                    <a:pt x="438" y="384"/>
                  </a:lnTo>
                  <a:lnTo>
                    <a:pt x="438" y="385"/>
                  </a:lnTo>
                  <a:lnTo>
                    <a:pt x="438" y="385"/>
                  </a:lnTo>
                  <a:lnTo>
                    <a:pt x="437" y="385"/>
                  </a:lnTo>
                  <a:lnTo>
                    <a:pt x="437" y="386"/>
                  </a:lnTo>
                  <a:lnTo>
                    <a:pt x="437" y="386"/>
                  </a:lnTo>
                  <a:lnTo>
                    <a:pt x="436" y="387"/>
                  </a:lnTo>
                  <a:lnTo>
                    <a:pt x="436" y="387"/>
                  </a:lnTo>
                  <a:lnTo>
                    <a:pt x="436" y="387"/>
                  </a:lnTo>
                  <a:lnTo>
                    <a:pt x="435" y="388"/>
                  </a:lnTo>
                  <a:lnTo>
                    <a:pt x="435" y="388"/>
                  </a:lnTo>
                  <a:lnTo>
                    <a:pt x="434" y="388"/>
                  </a:lnTo>
                  <a:lnTo>
                    <a:pt x="434" y="389"/>
                  </a:lnTo>
                  <a:lnTo>
                    <a:pt x="434" y="389"/>
                  </a:lnTo>
                  <a:lnTo>
                    <a:pt x="433" y="389"/>
                  </a:lnTo>
                  <a:lnTo>
                    <a:pt x="433" y="390"/>
                  </a:lnTo>
                  <a:lnTo>
                    <a:pt x="433" y="390"/>
                  </a:lnTo>
                  <a:lnTo>
                    <a:pt x="433" y="390"/>
                  </a:lnTo>
                  <a:lnTo>
                    <a:pt x="432" y="390"/>
                  </a:lnTo>
                  <a:lnTo>
                    <a:pt x="432" y="390"/>
                  </a:lnTo>
                  <a:lnTo>
                    <a:pt x="432" y="390"/>
                  </a:lnTo>
                  <a:lnTo>
                    <a:pt x="432" y="390"/>
                  </a:lnTo>
                  <a:lnTo>
                    <a:pt x="431" y="390"/>
                  </a:lnTo>
                  <a:lnTo>
                    <a:pt x="431" y="389"/>
                  </a:lnTo>
                  <a:lnTo>
                    <a:pt x="431" y="389"/>
                  </a:lnTo>
                  <a:lnTo>
                    <a:pt x="431" y="389"/>
                  </a:lnTo>
                  <a:lnTo>
                    <a:pt x="431" y="388"/>
                  </a:lnTo>
                  <a:lnTo>
                    <a:pt x="431" y="388"/>
                  </a:lnTo>
                  <a:lnTo>
                    <a:pt x="431" y="388"/>
                  </a:lnTo>
                  <a:lnTo>
                    <a:pt x="431" y="387"/>
                  </a:lnTo>
                  <a:lnTo>
                    <a:pt x="432" y="387"/>
                  </a:lnTo>
                  <a:lnTo>
                    <a:pt x="432" y="386"/>
                  </a:lnTo>
                  <a:lnTo>
                    <a:pt x="432" y="386"/>
                  </a:lnTo>
                  <a:lnTo>
                    <a:pt x="433" y="385"/>
                  </a:lnTo>
                  <a:lnTo>
                    <a:pt x="433" y="385"/>
                  </a:lnTo>
                  <a:lnTo>
                    <a:pt x="434" y="384"/>
                  </a:lnTo>
                  <a:lnTo>
                    <a:pt x="434" y="384"/>
                  </a:lnTo>
                  <a:lnTo>
                    <a:pt x="435" y="383"/>
                  </a:lnTo>
                  <a:lnTo>
                    <a:pt x="435" y="383"/>
                  </a:lnTo>
                  <a:lnTo>
                    <a:pt x="435" y="382"/>
                  </a:lnTo>
                  <a:lnTo>
                    <a:pt x="436" y="382"/>
                  </a:lnTo>
                  <a:lnTo>
                    <a:pt x="436" y="381"/>
                  </a:lnTo>
                  <a:lnTo>
                    <a:pt x="436" y="381"/>
                  </a:lnTo>
                  <a:lnTo>
                    <a:pt x="436" y="380"/>
                  </a:lnTo>
                  <a:lnTo>
                    <a:pt x="437" y="380"/>
                  </a:lnTo>
                  <a:lnTo>
                    <a:pt x="437" y="380"/>
                  </a:lnTo>
                  <a:lnTo>
                    <a:pt x="437" y="379"/>
                  </a:lnTo>
                  <a:lnTo>
                    <a:pt x="437" y="379"/>
                  </a:lnTo>
                  <a:lnTo>
                    <a:pt x="437" y="378"/>
                  </a:lnTo>
                  <a:lnTo>
                    <a:pt x="437" y="378"/>
                  </a:lnTo>
                  <a:lnTo>
                    <a:pt x="437" y="377"/>
                  </a:lnTo>
                  <a:lnTo>
                    <a:pt x="437" y="377"/>
                  </a:lnTo>
                  <a:lnTo>
                    <a:pt x="436" y="376"/>
                  </a:lnTo>
                  <a:lnTo>
                    <a:pt x="436" y="375"/>
                  </a:lnTo>
                  <a:lnTo>
                    <a:pt x="436" y="375"/>
                  </a:lnTo>
                  <a:lnTo>
                    <a:pt x="436" y="374"/>
                  </a:lnTo>
                  <a:lnTo>
                    <a:pt x="436" y="372"/>
                  </a:lnTo>
                  <a:lnTo>
                    <a:pt x="436" y="372"/>
                  </a:lnTo>
                  <a:lnTo>
                    <a:pt x="435" y="371"/>
                  </a:lnTo>
                  <a:lnTo>
                    <a:pt x="435" y="370"/>
                  </a:lnTo>
                  <a:lnTo>
                    <a:pt x="435" y="370"/>
                  </a:lnTo>
                  <a:lnTo>
                    <a:pt x="435" y="369"/>
                  </a:lnTo>
                  <a:lnTo>
                    <a:pt x="435" y="369"/>
                  </a:lnTo>
                  <a:lnTo>
                    <a:pt x="435" y="369"/>
                  </a:lnTo>
                  <a:lnTo>
                    <a:pt x="434" y="369"/>
                  </a:lnTo>
                  <a:lnTo>
                    <a:pt x="434" y="369"/>
                  </a:lnTo>
                  <a:lnTo>
                    <a:pt x="434" y="369"/>
                  </a:lnTo>
                  <a:lnTo>
                    <a:pt x="434" y="369"/>
                  </a:lnTo>
                  <a:lnTo>
                    <a:pt x="433" y="369"/>
                  </a:lnTo>
                  <a:lnTo>
                    <a:pt x="433" y="369"/>
                  </a:lnTo>
                  <a:lnTo>
                    <a:pt x="433" y="369"/>
                  </a:lnTo>
                  <a:lnTo>
                    <a:pt x="433" y="369"/>
                  </a:lnTo>
                  <a:lnTo>
                    <a:pt x="432" y="369"/>
                  </a:lnTo>
                  <a:lnTo>
                    <a:pt x="432" y="369"/>
                  </a:lnTo>
                  <a:lnTo>
                    <a:pt x="432" y="369"/>
                  </a:lnTo>
                  <a:lnTo>
                    <a:pt x="432" y="370"/>
                  </a:lnTo>
                  <a:lnTo>
                    <a:pt x="432" y="370"/>
                  </a:lnTo>
                  <a:lnTo>
                    <a:pt x="431" y="370"/>
                  </a:lnTo>
                  <a:lnTo>
                    <a:pt x="431" y="371"/>
                  </a:lnTo>
                  <a:lnTo>
                    <a:pt x="431" y="371"/>
                  </a:lnTo>
                  <a:lnTo>
                    <a:pt x="431" y="371"/>
                  </a:lnTo>
                  <a:lnTo>
                    <a:pt x="431" y="372"/>
                  </a:lnTo>
                  <a:lnTo>
                    <a:pt x="431" y="372"/>
                  </a:lnTo>
                  <a:lnTo>
                    <a:pt x="429" y="372"/>
                  </a:lnTo>
                  <a:lnTo>
                    <a:pt x="429" y="374"/>
                  </a:lnTo>
                  <a:lnTo>
                    <a:pt x="429" y="374"/>
                  </a:lnTo>
                  <a:lnTo>
                    <a:pt x="429" y="375"/>
                  </a:lnTo>
                  <a:lnTo>
                    <a:pt x="428" y="375"/>
                  </a:lnTo>
                  <a:lnTo>
                    <a:pt x="428" y="376"/>
                  </a:lnTo>
                  <a:lnTo>
                    <a:pt x="428" y="377"/>
                  </a:lnTo>
                  <a:lnTo>
                    <a:pt x="427" y="377"/>
                  </a:lnTo>
                  <a:lnTo>
                    <a:pt x="427" y="378"/>
                  </a:lnTo>
                  <a:lnTo>
                    <a:pt x="427" y="378"/>
                  </a:lnTo>
                  <a:lnTo>
                    <a:pt x="427" y="379"/>
                  </a:lnTo>
                  <a:lnTo>
                    <a:pt x="427" y="379"/>
                  </a:lnTo>
                  <a:lnTo>
                    <a:pt x="427" y="379"/>
                  </a:lnTo>
                  <a:lnTo>
                    <a:pt x="427" y="380"/>
                  </a:lnTo>
                  <a:lnTo>
                    <a:pt x="427" y="380"/>
                  </a:lnTo>
                  <a:lnTo>
                    <a:pt x="427" y="380"/>
                  </a:lnTo>
                  <a:lnTo>
                    <a:pt x="427" y="381"/>
                  </a:lnTo>
                  <a:lnTo>
                    <a:pt x="427" y="381"/>
                  </a:lnTo>
                  <a:lnTo>
                    <a:pt x="427" y="381"/>
                  </a:lnTo>
                  <a:lnTo>
                    <a:pt x="428" y="382"/>
                  </a:lnTo>
                  <a:lnTo>
                    <a:pt x="428" y="382"/>
                  </a:lnTo>
                  <a:lnTo>
                    <a:pt x="428" y="382"/>
                  </a:lnTo>
                  <a:lnTo>
                    <a:pt x="428" y="382"/>
                  </a:lnTo>
                  <a:lnTo>
                    <a:pt x="428" y="382"/>
                  </a:lnTo>
                  <a:lnTo>
                    <a:pt x="428" y="383"/>
                  </a:lnTo>
                  <a:lnTo>
                    <a:pt x="428" y="383"/>
                  </a:lnTo>
                  <a:lnTo>
                    <a:pt x="428" y="383"/>
                  </a:lnTo>
                  <a:lnTo>
                    <a:pt x="429" y="384"/>
                  </a:lnTo>
                  <a:lnTo>
                    <a:pt x="429" y="384"/>
                  </a:lnTo>
                  <a:lnTo>
                    <a:pt x="429" y="384"/>
                  </a:lnTo>
                  <a:lnTo>
                    <a:pt x="429" y="385"/>
                  </a:lnTo>
                  <a:lnTo>
                    <a:pt x="429" y="385"/>
                  </a:lnTo>
                  <a:lnTo>
                    <a:pt x="429" y="386"/>
                  </a:lnTo>
                  <a:lnTo>
                    <a:pt x="429" y="386"/>
                  </a:lnTo>
                  <a:lnTo>
                    <a:pt x="429" y="387"/>
                  </a:lnTo>
                  <a:lnTo>
                    <a:pt x="429" y="387"/>
                  </a:lnTo>
                  <a:lnTo>
                    <a:pt x="429" y="388"/>
                  </a:lnTo>
                  <a:lnTo>
                    <a:pt x="429" y="388"/>
                  </a:lnTo>
                  <a:lnTo>
                    <a:pt x="429" y="389"/>
                  </a:lnTo>
                  <a:lnTo>
                    <a:pt x="429" y="390"/>
                  </a:lnTo>
                  <a:lnTo>
                    <a:pt x="429" y="390"/>
                  </a:lnTo>
                  <a:lnTo>
                    <a:pt x="428" y="392"/>
                  </a:lnTo>
                  <a:lnTo>
                    <a:pt x="428" y="393"/>
                  </a:lnTo>
                  <a:lnTo>
                    <a:pt x="428" y="393"/>
                  </a:lnTo>
                  <a:lnTo>
                    <a:pt x="428" y="394"/>
                  </a:lnTo>
                  <a:lnTo>
                    <a:pt x="428" y="395"/>
                  </a:lnTo>
                  <a:lnTo>
                    <a:pt x="427" y="395"/>
                  </a:lnTo>
                  <a:lnTo>
                    <a:pt x="427" y="396"/>
                  </a:lnTo>
                  <a:lnTo>
                    <a:pt x="426" y="397"/>
                  </a:lnTo>
                  <a:lnTo>
                    <a:pt x="426" y="398"/>
                  </a:lnTo>
                  <a:lnTo>
                    <a:pt x="425" y="398"/>
                  </a:lnTo>
                  <a:lnTo>
                    <a:pt x="424" y="399"/>
                  </a:lnTo>
                  <a:lnTo>
                    <a:pt x="424" y="400"/>
                  </a:lnTo>
                  <a:lnTo>
                    <a:pt x="423" y="400"/>
                  </a:lnTo>
                  <a:lnTo>
                    <a:pt x="422" y="401"/>
                  </a:lnTo>
                  <a:lnTo>
                    <a:pt x="421" y="401"/>
                  </a:lnTo>
                  <a:lnTo>
                    <a:pt x="420" y="402"/>
                  </a:lnTo>
                  <a:lnTo>
                    <a:pt x="420" y="402"/>
                  </a:lnTo>
                  <a:lnTo>
                    <a:pt x="419" y="403"/>
                  </a:lnTo>
                  <a:lnTo>
                    <a:pt x="418" y="403"/>
                  </a:lnTo>
                  <a:lnTo>
                    <a:pt x="417" y="404"/>
                  </a:lnTo>
                  <a:lnTo>
                    <a:pt x="417" y="404"/>
                  </a:lnTo>
                  <a:lnTo>
                    <a:pt x="416" y="405"/>
                  </a:lnTo>
                  <a:lnTo>
                    <a:pt x="415" y="405"/>
                  </a:lnTo>
                  <a:lnTo>
                    <a:pt x="415" y="405"/>
                  </a:lnTo>
                  <a:lnTo>
                    <a:pt x="414" y="406"/>
                  </a:lnTo>
                  <a:lnTo>
                    <a:pt x="413" y="406"/>
                  </a:lnTo>
                  <a:lnTo>
                    <a:pt x="413" y="406"/>
                  </a:lnTo>
                  <a:lnTo>
                    <a:pt x="411" y="406"/>
                  </a:lnTo>
                  <a:lnTo>
                    <a:pt x="411" y="406"/>
                  </a:lnTo>
                  <a:lnTo>
                    <a:pt x="411" y="406"/>
                  </a:lnTo>
                  <a:lnTo>
                    <a:pt x="410" y="406"/>
                  </a:lnTo>
                  <a:lnTo>
                    <a:pt x="410" y="406"/>
                  </a:lnTo>
                  <a:lnTo>
                    <a:pt x="410" y="405"/>
                  </a:lnTo>
                  <a:lnTo>
                    <a:pt x="410" y="405"/>
                  </a:lnTo>
                  <a:lnTo>
                    <a:pt x="411" y="405"/>
                  </a:lnTo>
                  <a:lnTo>
                    <a:pt x="411" y="404"/>
                  </a:lnTo>
                  <a:lnTo>
                    <a:pt x="413" y="404"/>
                  </a:lnTo>
                  <a:lnTo>
                    <a:pt x="414" y="403"/>
                  </a:lnTo>
                  <a:lnTo>
                    <a:pt x="414" y="402"/>
                  </a:lnTo>
                  <a:lnTo>
                    <a:pt x="415" y="401"/>
                  </a:lnTo>
                  <a:lnTo>
                    <a:pt x="416" y="401"/>
                  </a:lnTo>
                  <a:lnTo>
                    <a:pt x="416" y="400"/>
                  </a:lnTo>
                  <a:lnTo>
                    <a:pt x="417" y="399"/>
                  </a:lnTo>
                  <a:lnTo>
                    <a:pt x="418" y="399"/>
                  </a:lnTo>
                  <a:lnTo>
                    <a:pt x="418" y="398"/>
                  </a:lnTo>
                  <a:lnTo>
                    <a:pt x="419" y="397"/>
                  </a:lnTo>
                  <a:lnTo>
                    <a:pt x="419" y="397"/>
                  </a:lnTo>
                  <a:lnTo>
                    <a:pt x="419" y="396"/>
                  </a:lnTo>
                  <a:lnTo>
                    <a:pt x="419" y="395"/>
                  </a:lnTo>
                  <a:lnTo>
                    <a:pt x="420" y="395"/>
                  </a:lnTo>
                  <a:lnTo>
                    <a:pt x="420" y="394"/>
                  </a:lnTo>
                  <a:lnTo>
                    <a:pt x="420" y="393"/>
                  </a:lnTo>
                  <a:lnTo>
                    <a:pt x="420" y="393"/>
                  </a:lnTo>
                  <a:lnTo>
                    <a:pt x="420" y="392"/>
                  </a:lnTo>
                  <a:lnTo>
                    <a:pt x="420" y="390"/>
                  </a:lnTo>
                  <a:lnTo>
                    <a:pt x="420" y="389"/>
                  </a:lnTo>
                  <a:lnTo>
                    <a:pt x="420" y="388"/>
                  </a:lnTo>
                  <a:lnTo>
                    <a:pt x="419" y="387"/>
                  </a:lnTo>
                  <a:lnTo>
                    <a:pt x="419" y="387"/>
                  </a:lnTo>
                  <a:lnTo>
                    <a:pt x="419" y="386"/>
                  </a:lnTo>
                  <a:lnTo>
                    <a:pt x="419" y="385"/>
                  </a:lnTo>
                  <a:lnTo>
                    <a:pt x="419" y="384"/>
                  </a:lnTo>
                  <a:lnTo>
                    <a:pt x="418" y="383"/>
                  </a:lnTo>
                  <a:lnTo>
                    <a:pt x="418" y="382"/>
                  </a:lnTo>
                  <a:lnTo>
                    <a:pt x="418" y="382"/>
                  </a:lnTo>
                  <a:lnTo>
                    <a:pt x="418" y="381"/>
                  </a:lnTo>
                  <a:lnTo>
                    <a:pt x="417" y="381"/>
                  </a:lnTo>
                  <a:lnTo>
                    <a:pt x="417" y="381"/>
                  </a:lnTo>
                  <a:lnTo>
                    <a:pt x="417" y="380"/>
                  </a:lnTo>
                  <a:lnTo>
                    <a:pt x="417" y="380"/>
                  </a:lnTo>
                  <a:lnTo>
                    <a:pt x="417" y="380"/>
                  </a:lnTo>
                  <a:lnTo>
                    <a:pt x="416" y="380"/>
                  </a:lnTo>
                  <a:lnTo>
                    <a:pt x="416" y="380"/>
                  </a:lnTo>
                  <a:lnTo>
                    <a:pt x="416" y="380"/>
                  </a:lnTo>
                  <a:lnTo>
                    <a:pt x="415" y="380"/>
                  </a:lnTo>
                  <a:lnTo>
                    <a:pt x="415" y="380"/>
                  </a:lnTo>
                  <a:lnTo>
                    <a:pt x="414" y="380"/>
                  </a:lnTo>
                  <a:lnTo>
                    <a:pt x="414" y="380"/>
                  </a:lnTo>
                  <a:lnTo>
                    <a:pt x="413" y="381"/>
                  </a:lnTo>
                  <a:lnTo>
                    <a:pt x="413" y="381"/>
                  </a:lnTo>
                  <a:lnTo>
                    <a:pt x="413" y="381"/>
                  </a:lnTo>
                  <a:lnTo>
                    <a:pt x="411" y="381"/>
                  </a:lnTo>
                  <a:lnTo>
                    <a:pt x="411" y="382"/>
                  </a:lnTo>
                  <a:lnTo>
                    <a:pt x="411" y="382"/>
                  </a:lnTo>
                  <a:lnTo>
                    <a:pt x="411" y="383"/>
                  </a:lnTo>
                  <a:lnTo>
                    <a:pt x="410" y="383"/>
                  </a:lnTo>
                  <a:lnTo>
                    <a:pt x="410" y="383"/>
                  </a:lnTo>
                  <a:lnTo>
                    <a:pt x="410" y="384"/>
                  </a:lnTo>
                  <a:lnTo>
                    <a:pt x="410" y="384"/>
                  </a:lnTo>
                  <a:lnTo>
                    <a:pt x="410" y="384"/>
                  </a:lnTo>
                  <a:lnTo>
                    <a:pt x="410" y="385"/>
                  </a:lnTo>
                  <a:lnTo>
                    <a:pt x="410" y="385"/>
                  </a:lnTo>
                  <a:lnTo>
                    <a:pt x="410" y="385"/>
                  </a:lnTo>
                  <a:lnTo>
                    <a:pt x="410" y="385"/>
                  </a:lnTo>
                  <a:lnTo>
                    <a:pt x="411" y="385"/>
                  </a:lnTo>
                  <a:lnTo>
                    <a:pt x="411" y="386"/>
                  </a:lnTo>
                  <a:lnTo>
                    <a:pt x="411" y="386"/>
                  </a:lnTo>
                  <a:lnTo>
                    <a:pt x="411" y="386"/>
                  </a:lnTo>
                  <a:lnTo>
                    <a:pt x="411" y="386"/>
                  </a:lnTo>
                  <a:lnTo>
                    <a:pt x="411" y="386"/>
                  </a:lnTo>
                  <a:lnTo>
                    <a:pt x="411" y="386"/>
                  </a:lnTo>
                  <a:lnTo>
                    <a:pt x="413" y="387"/>
                  </a:lnTo>
                  <a:lnTo>
                    <a:pt x="413" y="387"/>
                  </a:lnTo>
                  <a:lnTo>
                    <a:pt x="413" y="387"/>
                  </a:lnTo>
                  <a:lnTo>
                    <a:pt x="411" y="387"/>
                  </a:lnTo>
                  <a:lnTo>
                    <a:pt x="411" y="387"/>
                  </a:lnTo>
                  <a:lnTo>
                    <a:pt x="411" y="388"/>
                  </a:lnTo>
                  <a:lnTo>
                    <a:pt x="411" y="388"/>
                  </a:lnTo>
                  <a:lnTo>
                    <a:pt x="411" y="388"/>
                  </a:lnTo>
                  <a:lnTo>
                    <a:pt x="410" y="388"/>
                  </a:lnTo>
                  <a:lnTo>
                    <a:pt x="410" y="388"/>
                  </a:lnTo>
                  <a:lnTo>
                    <a:pt x="410" y="388"/>
                  </a:lnTo>
                  <a:lnTo>
                    <a:pt x="409" y="389"/>
                  </a:lnTo>
                  <a:lnTo>
                    <a:pt x="409" y="389"/>
                  </a:lnTo>
                  <a:lnTo>
                    <a:pt x="408" y="389"/>
                  </a:lnTo>
                  <a:lnTo>
                    <a:pt x="408" y="389"/>
                  </a:lnTo>
                  <a:lnTo>
                    <a:pt x="407" y="389"/>
                  </a:lnTo>
                  <a:lnTo>
                    <a:pt x="407" y="389"/>
                  </a:lnTo>
                  <a:lnTo>
                    <a:pt x="406" y="389"/>
                  </a:lnTo>
                  <a:lnTo>
                    <a:pt x="406" y="389"/>
                  </a:lnTo>
                  <a:lnTo>
                    <a:pt x="405" y="389"/>
                  </a:lnTo>
                  <a:lnTo>
                    <a:pt x="404" y="389"/>
                  </a:lnTo>
                  <a:lnTo>
                    <a:pt x="404" y="389"/>
                  </a:lnTo>
                  <a:lnTo>
                    <a:pt x="403" y="390"/>
                  </a:lnTo>
                  <a:lnTo>
                    <a:pt x="403" y="390"/>
                  </a:lnTo>
                  <a:lnTo>
                    <a:pt x="402" y="390"/>
                  </a:lnTo>
                  <a:lnTo>
                    <a:pt x="402" y="390"/>
                  </a:lnTo>
                  <a:lnTo>
                    <a:pt x="401" y="392"/>
                  </a:lnTo>
                  <a:lnTo>
                    <a:pt x="401" y="392"/>
                  </a:lnTo>
                  <a:lnTo>
                    <a:pt x="401" y="393"/>
                  </a:lnTo>
                  <a:lnTo>
                    <a:pt x="400" y="393"/>
                  </a:lnTo>
                  <a:lnTo>
                    <a:pt x="400" y="393"/>
                  </a:lnTo>
                  <a:lnTo>
                    <a:pt x="400" y="394"/>
                  </a:lnTo>
                  <a:lnTo>
                    <a:pt x="400" y="394"/>
                  </a:lnTo>
                  <a:lnTo>
                    <a:pt x="400" y="395"/>
                  </a:lnTo>
                  <a:lnTo>
                    <a:pt x="400" y="395"/>
                  </a:lnTo>
                  <a:lnTo>
                    <a:pt x="400" y="395"/>
                  </a:lnTo>
                  <a:lnTo>
                    <a:pt x="400" y="396"/>
                  </a:lnTo>
                  <a:lnTo>
                    <a:pt x="400" y="396"/>
                  </a:lnTo>
                  <a:lnTo>
                    <a:pt x="400" y="397"/>
                  </a:lnTo>
                  <a:lnTo>
                    <a:pt x="400" y="397"/>
                  </a:lnTo>
                  <a:lnTo>
                    <a:pt x="400" y="398"/>
                  </a:lnTo>
                  <a:lnTo>
                    <a:pt x="401" y="398"/>
                  </a:lnTo>
                  <a:lnTo>
                    <a:pt x="401" y="398"/>
                  </a:lnTo>
                  <a:lnTo>
                    <a:pt x="401" y="399"/>
                  </a:lnTo>
                  <a:lnTo>
                    <a:pt x="402" y="399"/>
                  </a:lnTo>
                  <a:lnTo>
                    <a:pt x="402" y="399"/>
                  </a:lnTo>
                  <a:lnTo>
                    <a:pt x="403" y="399"/>
                  </a:lnTo>
                  <a:lnTo>
                    <a:pt x="403" y="400"/>
                  </a:lnTo>
                  <a:lnTo>
                    <a:pt x="404" y="400"/>
                  </a:lnTo>
                  <a:lnTo>
                    <a:pt x="404" y="400"/>
                  </a:lnTo>
                  <a:lnTo>
                    <a:pt x="405" y="400"/>
                  </a:lnTo>
                  <a:lnTo>
                    <a:pt x="405" y="400"/>
                  </a:lnTo>
                  <a:lnTo>
                    <a:pt x="406" y="400"/>
                  </a:lnTo>
                  <a:lnTo>
                    <a:pt x="406" y="400"/>
                  </a:lnTo>
                  <a:lnTo>
                    <a:pt x="406" y="400"/>
                  </a:lnTo>
                  <a:lnTo>
                    <a:pt x="407" y="400"/>
                  </a:lnTo>
                  <a:lnTo>
                    <a:pt x="407" y="400"/>
                  </a:lnTo>
                  <a:lnTo>
                    <a:pt x="407" y="400"/>
                  </a:lnTo>
                  <a:lnTo>
                    <a:pt x="407" y="401"/>
                  </a:lnTo>
                  <a:lnTo>
                    <a:pt x="407" y="401"/>
                  </a:lnTo>
                  <a:lnTo>
                    <a:pt x="407" y="401"/>
                  </a:lnTo>
                  <a:lnTo>
                    <a:pt x="407" y="401"/>
                  </a:lnTo>
                  <a:lnTo>
                    <a:pt x="407" y="401"/>
                  </a:lnTo>
                  <a:lnTo>
                    <a:pt x="407" y="402"/>
                  </a:lnTo>
                  <a:lnTo>
                    <a:pt x="407" y="402"/>
                  </a:lnTo>
                  <a:lnTo>
                    <a:pt x="407" y="402"/>
                  </a:lnTo>
                  <a:lnTo>
                    <a:pt x="406" y="402"/>
                  </a:lnTo>
                  <a:lnTo>
                    <a:pt x="406" y="403"/>
                  </a:lnTo>
                  <a:lnTo>
                    <a:pt x="405" y="403"/>
                  </a:lnTo>
                  <a:lnTo>
                    <a:pt x="404" y="403"/>
                  </a:lnTo>
                  <a:lnTo>
                    <a:pt x="404" y="403"/>
                  </a:lnTo>
                  <a:lnTo>
                    <a:pt x="403" y="403"/>
                  </a:lnTo>
                  <a:lnTo>
                    <a:pt x="403" y="404"/>
                  </a:lnTo>
                  <a:lnTo>
                    <a:pt x="402" y="404"/>
                  </a:lnTo>
                  <a:lnTo>
                    <a:pt x="401" y="404"/>
                  </a:lnTo>
                  <a:lnTo>
                    <a:pt x="401" y="404"/>
                  </a:lnTo>
                  <a:lnTo>
                    <a:pt x="400" y="404"/>
                  </a:lnTo>
                  <a:lnTo>
                    <a:pt x="400" y="404"/>
                  </a:lnTo>
                  <a:lnTo>
                    <a:pt x="399" y="404"/>
                  </a:lnTo>
                  <a:lnTo>
                    <a:pt x="399" y="404"/>
                  </a:lnTo>
                  <a:lnTo>
                    <a:pt x="399" y="404"/>
                  </a:lnTo>
                  <a:lnTo>
                    <a:pt x="399" y="404"/>
                  </a:lnTo>
                  <a:lnTo>
                    <a:pt x="398" y="403"/>
                  </a:lnTo>
                  <a:lnTo>
                    <a:pt x="398" y="403"/>
                  </a:lnTo>
                  <a:lnTo>
                    <a:pt x="398" y="403"/>
                  </a:lnTo>
                  <a:lnTo>
                    <a:pt x="398" y="403"/>
                  </a:lnTo>
                  <a:lnTo>
                    <a:pt x="398" y="402"/>
                  </a:lnTo>
                  <a:lnTo>
                    <a:pt x="398" y="402"/>
                  </a:lnTo>
                  <a:lnTo>
                    <a:pt x="398" y="401"/>
                  </a:lnTo>
                  <a:lnTo>
                    <a:pt x="398" y="401"/>
                  </a:lnTo>
                  <a:lnTo>
                    <a:pt x="398" y="401"/>
                  </a:lnTo>
                  <a:lnTo>
                    <a:pt x="398" y="400"/>
                  </a:lnTo>
                  <a:lnTo>
                    <a:pt x="398" y="400"/>
                  </a:lnTo>
                  <a:lnTo>
                    <a:pt x="398" y="400"/>
                  </a:lnTo>
                  <a:lnTo>
                    <a:pt x="398" y="400"/>
                  </a:lnTo>
                  <a:lnTo>
                    <a:pt x="397" y="400"/>
                  </a:lnTo>
                  <a:lnTo>
                    <a:pt x="397" y="399"/>
                  </a:lnTo>
                  <a:lnTo>
                    <a:pt x="397" y="399"/>
                  </a:lnTo>
                  <a:lnTo>
                    <a:pt x="396" y="399"/>
                  </a:lnTo>
                  <a:lnTo>
                    <a:pt x="396" y="399"/>
                  </a:lnTo>
                  <a:lnTo>
                    <a:pt x="396" y="399"/>
                  </a:lnTo>
                  <a:lnTo>
                    <a:pt x="395" y="399"/>
                  </a:lnTo>
                  <a:lnTo>
                    <a:pt x="395" y="399"/>
                  </a:lnTo>
                  <a:lnTo>
                    <a:pt x="395" y="399"/>
                  </a:lnTo>
                  <a:lnTo>
                    <a:pt x="393" y="399"/>
                  </a:lnTo>
                  <a:lnTo>
                    <a:pt x="393" y="399"/>
                  </a:lnTo>
                  <a:lnTo>
                    <a:pt x="393" y="399"/>
                  </a:lnTo>
                  <a:lnTo>
                    <a:pt x="392" y="399"/>
                  </a:lnTo>
                  <a:lnTo>
                    <a:pt x="392" y="398"/>
                  </a:lnTo>
                  <a:lnTo>
                    <a:pt x="392" y="398"/>
                  </a:lnTo>
                  <a:lnTo>
                    <a:pt x="391" y="398"/>
                  </a:lnTo>
                  <a:lnTo>
                    <a:pt x="391" y="398"/>
                  </a:lnTo>
                  <a:lnTo>
                    <a:pt x="391" y="398"/>
                  </a:lnTo>
                  <a:lnTo>
                    <a:pt x="390" y="398"/>
                  </a:lnTo>
                  <a:lnTo>
                    <a:pt x="390" y="398"/>
                  </a:lnTo>
                  <a:lnTo>
                    <a:pt x="389" y="398"/>
                  </a:lnTo>
                  <a:lnTo>
                    <a:pt x="389" y="397"/>
                  </a:lnTo>
                  <a:lnTo>
                    <a:pt x="388" y="397"/>
                  </a:lnTo>
                  <a:lnTo>
                    <a:pt x="387" y="397"/>
                  </a:lnTo>
                  <a:lnTo>
                    <a:pt x="387" y="397"/>
                  </a:lnTo>
                  <a:lnTo>
                    <a:pt x="386" y="397"/>
                  </a:lnTo>
                  <a:lnTo>
                    <a:pt x="385" y="397"/>
                  </a:lnTo>
                  <a:lnTo>
                    <a:pt x="385" y="397"/>
                  </a:lnTo>
                  <a:lnTo>
                    <a:pt x="384" y="397"/>
                  </a:lnTo>
                  <a:lnTo>
                    <a:pt x="383" y="397"/>
                  </a:lnTo>
                  <a:lnTo>
                    <a:pt x="382" y="397"/>
                  </a:lnTo>
                  <a:lnTo>
                    <a:pt x="382" y="397"/>
                  </a:lnTo>
                  <a:lnTo>
                    <a:pt x="381" y="397"/>
                  </a:lnTo>
                  <a:lnTo>
                    <a:pt x="380" y="397"/>
                  </a:lnTo>
                  <a:lnTo>
                    <a:pt x="380" y="397"/>
                  </a:lnTo>
                  <a:lnTo>
                    <a:pt x="380" y="398"/>
                  </a:lnTo>
                  <a:lnTo>
                    <a:pt x="379" y="398"/>
                  </a:lnTo>
                  <a:lnTo>
                    <a:pt x="379" y="398"/>
                  </a:lnTo>
                  <a:lnTo>
                    <a:pt x="379" y="399"/>
                  </a:lnTo>
                  <a:lnTo>
                    <a:pt x="377" y="399"/>
                  </a:lnTo>
                  <a:lnTo>
                    <a:pt x="372" y="397"/>
                  </a:lnTo>
                  <a:lnTo>
                    <a:pt x="359" y="382"/>
                  </a:lnTo>
                  <a:lnTo>
                    <a:pt x="356" y="380"/>
                  </a:lnTo>
                  <a:lnTo>
                    <a:pt x="348" y="379"/>
                  </a:lnTo>
                  <a:lnTo>
                    <a:pt x="347" y="379"/>
                  </a:lnTo>
                  <a:lnTo>
                    <a:pt x="335" y="383"/>
                  </a:lnTo>
                  <a:lnTo>
                    <a:pt x="321" y="385"/>
                  </a:lnTo>
                  <a:lnTo>
                    <a:pt x="313" y="385"/>
                  </a:lnTo>
                  <a:lnTo>
                    <a:pt x="301" y="384"/>
                  </a:lnTo>
                  <a:lnTo>
                    <a:pt x="298" y="382"/>
                  </a:lnTo>
                  <a:lnTo>
                    <a:pt x="294" y="379"/>
                  </a:lnTo>
                  <a:lnTo>
                    <a:pt x="291" y="377"/>
                  </a:lnTo>
                  <a:lnTo>
                    <a:pt x="290" y="378"/>
                  </a:lnTo>
                  <a:lnTo>
                    <a:pt x="288" y="380"/>
                  </a:lnTo>
                  <a:lnTo>
                    <a:pt x="282" y="387"/>
                  </a:lnTo>
                  <a:lnTo>
                    <a:pt x="281" y="387"/>
                  </a:lnTo>
                  <a:lnTo>
                    <a:pt x="279" y="387"/>
                  </a:lnTo>
                  <a:lnTo>
                    <a:pt x="277" y="387"/>
                  </a:lnTo>
                  <a:lnTo>
                    <a:pt x="276" y="385"/>
                  </a:lnTo>
                  <a:lnTo>
                    <a:pt x="274" y="372"/>
                  </a:lnTo>
                  <a:lnTo>
                    <a:pt x="267" y="365"/>
                  </a:lnTo>
                  <a:lnTo>
                    <a:pt x="266" y="364"/>
                  </a:lnTo>
                  <a:lnTo>
                    <a:pt x="265" y="364"/>
                  </a:lnTo>
                  <a:lnTo>
                    <a:pt x="259" y="369"/>
                  </a:lnTo>
                  <a:lnTo>
                    <a:pt x="257" y="369"/>
                  </a:lnTo>
                  <a:lnTo>
                    <a:pt x="255" y="369"/>
                  </a:lnTo>
                  <a:lnTo>
                    <a:pt x="253" y="368"/>
                  </a:lnTo>
                  <a:lnTo>
                    <a:pt x="239" y="357"/>
                  </a:lnTo>
                  <a:lnTo>
                    <a:pt x="235" y="354"/>
                  </a:lnTo>
                  <a:lnTo>
                    <a:pt x="231" y="352"/>
                  </a:lnTo>
                  <a:lnTo>
                    <a:pt x="224" y="350"/>
                  </a:lnTo>
                  <a:lnTo>
                    <a:pt x="223" y="350"/>
                  </a:lnTo>
                  <a:lnTo>
                    <a:pt x="222" y="348"/>
                  </a:lnTo>
                  <a:lnTo>
                    <a:pt x="222" y="347"/>
                  </a:lnTo>
                  <a:lnTo>
                    <a:pt x="223" y="345"/>
                  </a:lnTo>
                  <a:lnTo>
                    <a:pt x="229" y="340"/>
                  </a:lnTo>
                  <a:lnTo>
                    <a:pt x="231" y="336"/>
                  </a:lnTo>
                  <a:lnTo>
                    <a:pt x="233" y="335"/>
                  </a:lnTo>
                  <a:lnTo>
                    <a:pt x="231" y="333"/>
                  </a:lnTo>
                  <a:lnTo>
                    <a:pt x="229" y="330"/>
                  </a:lnTo>
                  <a:lnTo>
                    <a:pt x="226" y="330"/>
                  </a:lnTo>
                  <a:lnTo>
                    <a:pt x="220" y="332"/>
                  </a:lnTo>
                  <a:lnTo>
                    <a:pt x="218" y="332"/>
                  </a:lnTo>
                  <a:lnTo>
                    <a:pt x="211" y="329"/>
                  </a:lnTo>
                  <a:lnTo>
                    <a:pt x="205" y="324"/>
                  </a:lnTo>
                  <a:lnTo>
                    <a:pt x="202" y="322"/>
                  </a:lnTo>
                  <a:lnTo>
                    <a:pt x="200" y="322"/>
                  </a:lnTo>
                  <a:lnTo>
                    <a:pt x="196" y="324"/>
                  </a:lnTo>
                  <a:lnTo>
                    <a:pt x="191" y="323"/>
                  </a:lnTo>
                  <a:lnTo>
                    <a:pt x="188" y="323"/>
                  </a:lnTo>
                  <a:lnTo>
                    <a:pt x="179" y="326"/>
                  </a:lnTo>
                  <a:lnTo>
                    <a:pt x="175" y="326"/>
                  </a:lnTo>
                  <a:lnTo>
                    <a:pt x="174" y="325"/>
                  </a:lnTo>
                  <a:lnTo>
                    <a:pt x="172" y="319"/>
                  </a:lnTo>
                  <a:lnTo>
                    <a:pt x="173" y="311"/>
                  </a:lnTo>
                  <a:lnTo>
                    <a:pt x="175" y="308"/>
                  </a:lnTo>
                  <a:lnTo>
                    <a:pt x="176" y="304"/>
                  </a:lnTo>
                  <a:lnTo>
                    <a:pt x="176" y="291"/>
                  </a:lnTo>
                  <a:lnTo>
                    <a:pt x="174" y="283"/>
                  </a:lnTo>
                  <a:lnTo>
                    <a:pt x="173" y="274"/>
                  </a:lnTo>
                  <a:lnTo>
                    <a:pt x="170" y="264"/>
                  </a:lnTo>
                  <a:lnTo>
                    <a:pt x="164" y="264"/>
                  </a:lnTo>
                  <a:lnTo>
                    <a:pt x="158" y="261"/>
                  </a:lnTo>
                  <a:lnTo>
                    <a:pt x="154" y="246"/>
                  </a:lnTo>
                  <a:lnTo>
                    <a:pt x="156" y="241"/>
                  </a:lnTo>
                  <a:lnTo>
                    <a:pt x="158" y="239"/>
                  </a:lnTo>
                  <a:lnTo>
                    <a:pt x="158" y="239"/>
                  </a:lnTo>
                  <a:lnTo>
                    <a:pt x="164" y="227"/>
                  </a:lnTo>
                  <a:lnTo>
                    <a:pt x="165" y="226"/>
                  </a:lnTo>
                  <a:lnTo>
                    <a:pt x="167" y="226"/>
                  </a:lnTo>
                  <a:lnTo>
                    <a:pt x="168" y="226"/>
                  </a:lnTo>
                  <a:lnTo>
                    <a:pt x="169" y="227"/>
                  </a:lnTo>
                  <a:lnTo>
                    <a:pt x="170" y="228"/>
                  </a:lnTo>
                  <a:lnTo>
                    <a:pt x="171" y="228"/>
                  </a:lnTo>
                  <a:lnTo>
                    <a:pt x="173" y="227"/>
                  </a:lnTo>
                  <a:lnTo>
                    <a:pt x="174" y="227"/>
                  </a:lnTo>
                  <a:lnTo>
                    <a:pt x="176" y="227"/>
                  </a:lnTo>
                  <a:lnTo>
                    <a:pt x="178" y="227"/>
                  </a:lnTo>
                  <a:lnTo>
                    <a:pt x="178" y="226"/>
                  </a:lnTo>
                  <a:lnTo>
                    <a:pt x="179" y="221"/>
                  </a:lnTo>
                  <a:lnTo>
                    <a:pt x="180" y="217"/>
                  </a:lnTo>
                  <a:lnTo>
                    <a:pt x="183" y="211"/>
                  </a:lnTo>
                  <a:lnTo>
                    <a:pt x="188" y="203"/>
                  </a:lnTo>
                  <a:lnTo>
                    <a:pt x="196" y="193"/>
                  </a:lnTo>
                  <a:lnTo>
                    <a:pt x="197" y="190"/>
                  </a:lnTo>
                  <a:lnTo>
                    <a:pt x="199" y="185"/>
                  </a:lnTo>
                  <a:lnTo>
                    <a:pt x="184" y="175"/>
                  </a:lnTo>
                  <a:lnTo>
                    <a:pt x="181" y="172"/>
                  </a:lnTo>
                  <a:lnTo>
                    <a:pt x="160" y="162"/>
                  </a:lnTo>
                  <a:lnTo>
                    <a:pt x="155" y="162"/>
                  </a:lnTo>
                  <a:lnTo>
                    <a:pt x="151" y="162"/>
                  </a:lnTo>
                  <a:lnTo>
                    <a:pt x="150" y="163"/>
                  </a:lnTo>
                  <a:lnTo>
                    <a:pt x="148" y="166"/>
                  </a:lnTo>
                  <a:lnTo>
                    <a:pt x="145" y="168"/>
                  </a:lnTo>
                  <a:lnTo>
                    <a:pt x="142" y="169"/>
                  </a:lnTo>
                  <a:lnTo>
                    <a:pt x="132" y="173"/>
                  </a:lnTo>
                  <a:lnTo>
                    <a:pt x="128" y="173"/>
                  </a:lnTo>
                  <a:lnTo>
                    <a:pt x="119" y="173"/>
                  </a:lnTo>
                  <a:lnTo>
                    <a:pt x="113" y="170"/>
                  </a:lnTo>
                  <a:lnTo>
                    <a:pt x="112" y="165"/>
                  </a:lnTo>
                  <a:lnTo>
                    <a:pt x="111" y="161"/>
                  </a:lnTo>
                  <a:lnTo>
                    <a:pt x="103" y="154"/>
                  </a:lnTo>
                  <a:lnTo>
                    <a:pt x="95" y="151"/>
                  </a:lnTo>
                  <a:lnTo>
                    <a:pt x="90" y="152"/>
                  </a:lnTo>
                  <a:lnTo>
                    <a:pt x="82" y="153"/>
                  </a:lnTo>
                  <a:lnTo>
                    <a:pt x="75" y="152"/>
                  </a:lnTo>
                  <a:lnTo>
                    <a:pt x="73" y="153"/>
                  </a:lnTo>
                  <a:lnTo>
                    <a:pt x="71" y="155"/>
                  </a:lnTo>
                  <a:lnTo>
                    <a:pt x="68" y="156"/>
                  </a:lnTo>
                  <a:lnTo>
                    <a:pt x="62" y="157"/>
                  </a:lnTo>
                  <a:lnTo>
                    <a:pt x="58" y="160"/>
                  </a:lnTo>
                  <a:lnTo>
                    <a:pt x="55" y="160"/>
                  </a:lnTo>
                  <a:lnTo>
                    <a:pt x="54" y="160"/>
                  </a:lnTo>
                  <a:lnTo>
                    <a:pt x="50" y="156"/>
                  </a:lnTo>
                  <a:lnTo>
                    <a:pt x="44" y="148"/>
                  </a:lnTo>
                  <a:lnTo>
                    <a:pt x="39" y="145"/>
                  </a:lnTo>
                  <a:lnTo>
                    <a:pt x="29" y="137"/>
                  </a:lnTo>
                  <a:lnTo>
                    <a:pt x="19" y="133"/>
                  </a:lnTo>
                  <a:lnTo>
                    <a:pt x="12" y="134"/>
                  </a:lnTo>
                  <a:lnTo>
                    <a:pt x="9" y="134"/>
                  </a:lnTo>
                  <a:lnTo>
                    <a:pt x="7" y="133"/>
                  </a:lnTo>
                  <a:lnTo>
                    <a:pt x="6" y="132"/>
                  </a:lnTo>
                  <a:lnTo>
                    <a:pt x="5" y="123"/>
                  </a:lnTo>
                  <a:lnTo>
                    <a:pt x="6" y="119"/>
                  </a:lnTo>
                  <a:lnTo>
                    <a:pt x="5" y="116"/>
                  </a:lnTo>
                  <a:lnTo>
                    <a:pt x="0" y="112"/>
                  </a:lnTo>
                  <a:lnTo>
                    <a:pt x="0" y="112"/>
                  </a:lnTo>
                  <a:lnTo>
                    <a:pt x="3" y="105"/>
                  </a:lnTo>
                  <a:lnTo>
                    <a:pt x="6" y="103"/>
                  </a:lnTo>
                  <a:lnTo>
                    <a:pt x="8" y="101"/>
                  </a:lnTo>
                  <a:lnTo>
                    <a:pt x="14" y="96"/>
                  </a:lnTo>
                  <a:lnTo>
                    <a:pt x="18" y="94"/>
                  </a:lnTo>
                  <a:lnTo>
                    <a:pt x="25" y="92"/>
                  </a:lnTo>
                  <a:lnTo>
                    <a:pt x="26" y="93"/>
                  </a:lnTo>
                  <a:lnTo>
                    <a:pt x="28" y="92"/>
                  </a:lnTo>
                  <a:lnTo>
                    <a:pt x="28" y="90"/>
                  </a:lnTo>
                  <a:lnTo>
                    <a:pt x="27" y="87"/>
                  </a:lnTo>
                  <a:lnTo>
                    <a:pt x="26" y="84"/>
                  </a:lnTo>
                  <a:lnTo>
                    <a:pt x="23" y="82"/>
                  </a:lnTo>
                  <a:lnTo>
                    <a:pt x="22" y="80"/>
                  </a:lnTo>
                  <a:lnTo>
                    <a:pt x="23" y="80"/>
                  </a:lnTo>
                  <a:lnTo>
                    <a:pt x="24" y="79"/>
                  </a:lnTo>
                  <a:lnTo>
                    <a:pt x="48" y="63"/>
                  </a:lnTo>
                  <a:lnTo>
                    <a:pt x="48" y="62"/>
                  </a:lnTo>
                  <a:lnTo>
                    <a:pt x="52" y="60"/>
                  </a:lnTo>
                  <a:lnTo>
                    <a:pt x="54" y="60"/>
                  </a:lnTo>
                  <a:lnTo>
                    <a:pt x="59" y="60"/>
                  </a:lnTo>
                  <a:lnTo>
                    <a:pt x="72" y="64"/>
                  </a:lnTo>
                  <a:lnTo>
                    <a:pt x="75" y="67"/>
                  </a:lnTo>
                  <a:lnTo>
                    <a:pt x="75" y="72"/>
                  </a:lnTo>
                  <a:lnTo>
                    <a:pt x="76" y="73"/>
                  </a:lnTo>
                  <a:lnTo>
                    <a:pt x="80" y="70"/>
                  </a:lnTo>
                  <a:lnTo>
                    <a:pt x="88" y="65"/>
                  </a:lnTo>
                  <a:lnTo>
                    <a:pt x="95" y="58"/>
                  </a:lnTo>
                  <a:lnTo>
                    <a:pt x="97" y="55"/>
                  </a:lnTo>
                  <a:lnTo>
                    <a:pt x="97" y="46"/>
                  </a:lnTo>
                  <a:lnTo>
                    <a:pt x="102" y="27"/>
                  </a:lnTo>
                  <a:lnTo>
                    <a:pt x="106" y="9"/>
                  </a:lnTo>
                  <a:lnTo>
                    <a:pt x="107" y="4"/>
                  </a:lnTo>
                  <a:lnTo>
                    <a:pt x="106" y="2"/>
                  </a:lnTo>
                  <a:lnTo>
                    <a:pt x="104" y="0"/>
                  </a:lnTo>
                  <a:lnTo>
                    <a:pt x="104" y="0"/>
                  </a:lnTo>
                  <a:lnTo>
                    <a:pt x="989" y="0"/>
                  </a:lnTo>
                  <a:lnTo>
                    <a:pt x="989" y="0"/>
                  </a:lnTo>
                  <a:lnTo>
                    <a:pt x="989" y="0"/>
                  </a:lnTo>
                  <a:lnTo>
                    <a:pt x="98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BFBFBF"/>
                </a:solidFill>
                <a:effectLst/>
                <a:uLnTx/>
                <a:uFillTx/>
              </a:endParaRPr>
            </a:p>
          </p:txBody>
        </p:sp>
        <p:sp>
          <p:nvSpPr>
            <p:cNvPr id="134" name="Freeform 709"/>
            <p:cNvSpPr/>
            <p:nvPr/>
          </p:nvSpPr>
          <p:spPr bwMode="auto">
            <a:xfrm>
              <a:off x="8047038" y="4953000"/>
              <a:ext cx="6350" cy="6350"/>
            </a:xfrm>
            <a:custGeom>
              <a:avLst/>
              <a:gdLst>
                <a:gd name="T0" fmla="*/ 3 w 10"/>
                <a:gd name="T1" fmla="*/ 1 h 11"/>
                <a:gd name="T2" fmla="*/ 3 w 10"/>
                <a:gd name="T3" fmla="*/ 1 h 11"/>
                <a:gd name="T4" fmla="*/ 3 w 10"/>
                <a:gd name="T5" fmla="*/ 1 h 11"/>
                <a:gd name="T6" fmla="*/ 3 w 10"/>
                <a:gd name="T7" fmla="*/ 1 h 11"/>
                <a:gd name="T8" fmla="*/ 3 w 10"/>
                <a:gd name="T9" fmla="*/ 1 h 11"/>
                <a:gd name="T10" fmla="*/ 3 w 10"/>
                <a:gd name="T11" fmla="*/ 1 h 11"/>
                <a:gd name="T12" fmla="*/ 3 w 10"/>
                <a:gd name="T13" fmla="*/ 1 h 11"/>
                <a:gd name="T14" fmla="*/ 3 w 10"/>
                <a:gd name="T15" fmla="*/ 1 h 11"/>
                <a:gd name="T16" fmla="*/ 3 w 10"/>
                <a:gd name="T17" fmla="*/ 1 h 11"/>
                <a:gd name="T18" fmla="*/ 4 w 10"/>
                <a:gd name="T19" fmla="*/ 1 h 11"/>
                <a:gd name="T20" fmla="*/ 4 w 10"/>
                <a:gd name="T21" fmla="*/ 1 h 11"/>
                <a:gd name="T22" fmla="*/ 5 w 10"/>
                <a:gd name="T23" fmla="*/ 0 h 11"/>
                <a:gd name="T24" fmla="*/ 6 w 10"/>
                <a:gd name="T25" fmla="*/ 0 h 11"/>
                <a:gd name="T26" fmla="*/ 7 w 10"/>
                <a:gd name="T27" fmla="*/ 0 h 11"/>
                <a:gd name="T28" fmla="*/ 7 w 10"/>
                <a:gd name="T29" fmla="*/ 0 h 11"/>
                <a:gd name="T30" fmla="*/ 8 w 10"/>
                <a:gd name="T31" fmla="*/ 0 h 11"/>
                <a:gd name="T32" fmla="*/ 8 w 10"/>
                <a:gd name="T33" fmla="*/ 0 h 11"/>
                <a:gd name="T34" fmla="*/ 8 w 10"/>
                <a:gd name="T35" fmla="*/ 0 h 11"/>
                <a:gd name="T36" fmla="*/ 10 w 10"/>
                <a:gd name="T37" fmla="*/ 1 h 11"/>
                <a:gd name="T38" fmla="*/ 10 w 10"/>
                <a:gd name="T39" fmla="*/ 1 h 11"/>
                <a:gd name="T40" fmla="*/ 10 w 10"/>
                <a:gd name="T41" fmla="*/ 2 h 11"/>
                <a:gd name="T42" fmla="*/ 10 w 10"/>
                <a:gd name="T43" fmla="*/ 2 h 11"/>
                <a:gd name="T44" fmla="*/ 10 w 10"/>
                <a:gd name="T45" fmla="*/ 4 h 11"/>
                <a:gd name="T46" fmla="*/ 10 w 10"/>
                <a:gd name="T47" fmla="*/ 5 h 11"/>
                <a:gd name="T48" fmla="*/ 10 w 10"/>
                <a:gd name="T49" fmla="*/ 6 h 11"/>
                <a:gd name="T50" fmla="*/ 8 w 10"/>
                <a:gd name="T51" fmla="*/ 8 h 11"/>
                <a:gd name="T52" fmla="*/ 7 w 10"/>
                <a:gd name="T53" fmla="*/ 9 h 11"/>
                <a:gd name="T54" fmla="*/ 6 w 10"/>
                <a:gd name="T55" fmla="*/ 10 h 11"/>
                <a:gd name="T56" fmla="*/ 5 w 10"/>
                <a:gd name="T57" fmla="*/ 10 h 11"/>
                <a:gd name="T58" fmla="*/ 3 w 10"/>
                <a:gd name="T59" fmla="*/ 11 h 11"/>
                <a:gd name="T60" fmla="*/ 2 w 10"/>
                <a:gd name="T61" fmla="*/ 11 h 11"/>
                <a:gd name="T62" fmla="*/ 1 w 10"/>
                <a:gd name="T63" fmla="*/ 10 h 11"/>
                <a:gd name="T64" fmla="*/ 1 w 10"/>
                <a:gd name="T65" fmla="*/ 10 h 11"/>
                <a:gd name="T66" fmla="*/ 0 w 10"/>
                <a:gd name="T67" fmla="*/ 9 h 11"/>
                <a:gd name="T68" fmla="*/ 0 w 10"/>
                <a:gd name="T69" fmla="*/ 9 h 11"/>
                <a:gd name="T70" fmla="*/ 0 w 10"/>
                <a:gd name="T71" fmla="*/ 9 h 11"/>
                <a:gd name="T72" fmla="*/ 0 w 10"/>
                <a:gd name="T73" fmla="*/ 9 h 11"/>
                <a:gd name="T74" fmla="*/ 0 w 10"/>
                <a:gd name="T75" fmla="*/ 9 h 11"/>
                <a:gd name="T76" fmla="*/ 1 w 10"/>
                <a:gd name="T77" fmla="*/ 8 h 11"/>
                <a:gd name="T78" fmla="*/ 1 w 10"/>
                <a:gd name="T79" fmla="*/ 8 h 11"/>
                <a:gd name="T80" fmla="*/ 1 w 10"/>
                <a:gd name="T81" fmla="*/ 7 h 11"/>
                <a:gd name="T82" fmla="*/ 1 w 10"/>
                <a:gd name="T83" fmla="*/ 7 h 11"/>
                <a:gd name="T84" fmla="*/ 1 w 10"/>
                <a:gd name="T85" fmla="*/ 7 h 11"/>
                <a:gd name="T86" fmla="*/ 1 w 10"/>
                <a:gd name="T87" fmla="*/ 6 h 11"/>
                <a:gd name="T88" fmla="*/ 1 w 10"/>
                <a:gd name="T89" fmla="*/ 6 h 11"/>
                <a:gd name="T90" fmla="*/ 1 w 10"/>
                <a:gd name="T91" fmla="*/ 6 h 11"/>
                <a:gd name="T92" fmla="*/ 1 w 10"/>
                <a:gd name="T93" fmla="*/ 5 h 11"/>
                <a:gd name="T94" fmla="*/ 1 w 10"/>
                <a:gd name="T95" fmla="*/ 5 h 11"/>
                <a:gd name="T96" fmla="*/ 1 w 10"/>
                <a:gd name="T97" fmla="*/ 4 h 11"/>
                <a:gd name="T98" fmla="*/ 1 w 10"/>
                <a:gd name="T99" fmla="*/ 4 h 11"/>
                <a:gd name="T100" fmla="*/ 1 w 10"/>
                <a:gd name="T101" fmla="*/ 2 h 11"/>
                <a:gd name="T102" fmla="*/ 2 w 10"/>
                <a:gd name="T103" fmla="*/ 2 h 11"/>
                <a:gd name="T104" fmla="*/ 2 w 10"/>
                <a:gd name="T105" fmla="*/ 1 h 11"/>
                <a:gd name="T106" fmla="*/ 3 w 10"/>
                <a:gd name="T107" fmla="*/ 1 h 11"/>
                <a:gd name="T108" fmla="*/ 3 w 10"/>
                <a:gd name="T109" fmla="*/ 1 h 11"/>
                <a:gd name="T110" fmla="*/ 3 w 10"/>
                <a:gd name="T111" fmla="*/ 1 h 11"/>
                <a:gd name="T112" fmla="*/ 3 w 10"/>
                <a:gd name="T113" fmla="*/ 1 h 11"/>
                <a:gd name="T114" fmla="*/ 3 w 10"/>
                <a:gd name="T115"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 h="11">
                  <a:moveTo>
                    <a:pt x="3" y="1"/>
                  </a:move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3" y="1"/>
                  </a:lnTo>
                  <a:lnTo>
                    <a:pt x="4" y="1"/>
                  </a:lnTo>
                  <a:lnTo>
                    <a:pt x="4" y="1"/>
                  </a:lnTo>
                  <a:lnTo>
                    <a:pt x="4" y="1"/>
                  </a:lnTo>
                  <a:lnTo>
                    <a:pt x="5" y="0"/>
                  </a:lnTo>
                  <a:lnTo>
                    <a:pt x="5" y="0"/>
                  </a:lnTo>
                  <a:lnTo>
                    <a:pt x="5" y="0"/>
                  </a:lnTo>
                  <a:lnTo>
                    <a:pt x="6" y="0"/>
                  </a:lnTo>
                  <a:lnTo>
                    <a:pt x="6" y="0"/>
                  </a:lnTo>
                  <a:lnTo>
                    <a:pt x="7" y="0"/>
                  </a:lnTo>
                  <a:lnTo>
                    <a:pt x="7" y="0"/>
                  </a:lnTo>
                  <a:lnTo>
                    <a:pt x="7" y="0"/>
                  </a:lnTo>
                  <a:lnTo>
                    <a:pt x="8" y="0"/>
                  </a:lnTo>
                  <a:lnTo>
                    <a:pt x="8" y="0"/>
                  </a:lnTo>
                  <a:lnTo>
                    <a:pt x="8" y="0"/>
                  </a:lnTo>
                  <a:lnTo>
                    <a:pt x="8" y="0"/>
                  </a:lnTo>
                  <a:lnTo>
                    <a:pt x="8" y="0"/>
                  </a:lnTo>
                  <a:lnTo>
                    <a:pt x="8" y="0"/>
                  </a:lnTo>
                  <a:lnTo>
                    <a:pt x="10" y="0"/>
                  </a:lnTo>
                  <a:lnTo>
                    <a:pt x="10" y="1"/>
                  </a:lnTo>
                  <a:lnTo>
                    <a:pt x="10" y="1"/>
                  </a:lnTo>
                  <a:lnTo>
                    <a:pt x="10" y="1"/>
                  </a:lnTo>
                  <a:lnTo>
                    <a:pt x="10" y="1"/>
                  </a:lnTo>
                  <a:lnTo>
                    <a:pt x="10" y="2"/>
                  </a:lnTo>
                  <a:lnTo>
                    <a:pt x="10" y="2"/>
                  </a:lnTo>
                  <a:lnTo>
                    <a:pt x="10" y="2"/>
                  </a:lnTo>
                  <a:lnTo>
                    <a:pt x="10" y="4"/>
                  </a:lnTo>
                  <a:lnTo>
                    <a:pt x="10" y="4"/>
                  </a:lnTo>
                  <a:lnTo>
                    <a:pt x="10" y="5"/>
                  </a:lnTo>
                  <a:lnTo>
                    <a:pt x="10" y="5"/>
                  </a:lnTo>
                  <a:lnTo>
                    <a:pt x="10" y="6"/>
                  </a:lnTo>
                  <a:lnTo>
                    <a:pt x="10" y="6"/>
                  </a:lnTo>
                  <a:lnTo>
                    <a:pt x="10" y="7"/>
                  </a:lnTo>
                  <a:lnTo>
                    <a:pt x="8" y="8"/>
                  </a:lnTo>
                  <a:lnTo>
                    <a:pt x="8" y="8"/>
                  </a:lnTo>
                  <a:lnTo>
                    <a:pt x="7" y="9"/>
                  </a:lnTo>
                  <a:lnTo>
                    <a:pt x="7" y="9"/>
                  </a:lnTo>
                  <a:lnTo>
                    <a:pt x="6" y="10"/>
                  </a:lnTo>
                  <a:lnTo>
                    <a:pt x="5" y="10"/>
                  </a:lnTo>
                  <a:lnTo>
                    <a:pt x="5" y="10"/>
                  </a:lnTo>
                  <a:lnTo>
                    <a:pt x="4" y="10"/>
                  </a:lnTo>
                  <a:lnTo>
                    <a:pt x="3" y="11"/>
                  </a:lnTo>
                  <a:lnTo>
                    <a:pt x="3" y="11"/>
                  </a:lnTo>
                  <a:lnTo>
                    <a:pt x="2" y="11"/>
                  </a:lnTo>
                  <a:lnTo>
                    <a:pt x="2" y="10"/>
                  </a:lnTo>
                  <a:lnTo>
                    <a:pt x="1" y="10"/>
                  </a:lnTo>
                  <a:lnTo>
                    <a:pt x="1" y="10"/>
                  </a:lnTo>
                  <a:lnTo>
                    <a:pt x="1" y="10"/>
                  </a:lnTo>
                  <a:lnTo>
                    <a:pt x="1" y="10"/>
                  </a:lnTo>
                  <a:lnTo>
                    <a:pt x="0" y="9"/>
                  </a:lnTo>
                  <a:lnTo>
                    <a:pt x="0" y="9"/>
                  </a:lnTo>
                  <a:lnTo>
                    <a:pt x="0" y="9"/>
                  </a:lnTo>
                  <a:lnTo>
                    <a:pt x="0" y="9"/>
                  </a:lnTo>
                  <a:lnTo>
                    <a:pt x="0" y="9"/>
                  </a:lnTo>
                  <a:lnTo>
                    <a:pt x="0" y="9"/>
                  </a:lnTo>
                  <a:lnTo>
                    <a:pt x="0" y="9"/>
                  </a:lnTo>
                  <a:lnTo>
                    <a:pt x="0" y="9"/>
                  </a:lnTo>
                  <a:lnTo>
                    <a:pt x="0" y="9"/>
                  </a:lnTo>
                  <a:lnTo>
                    <a:pt x="0" y="8"/>
                  </a:lnTo>
                  <a:lnTo>
                    <a:pt x="1" y="8"/>
                  </a:lnTo>
                  <a:lnTo>
                    <a:pt x="1" y="8"/>
                  </a:lnTo>
                  <a:lnTo>
                    <a:pt x="1" y="8"/>
                  </a:lnTo>
                  <a:lnTo>
                    <a:pt x="1" y="8"/>
                  </a:lnTo>
                  <a:lnTo>
                    <a:pt x="1" y="7"/>
                  </a:lnTo>
                  <a:lnTo>
                    <a:pt x="1" y="7"/>
                  </a:lnTo>
                  <a:lnTo>
                    <a:pt x="1" y="7"/>
                  </a:lnTo>
                  <a:lnTo>
                    <a:pt x="1" y="7"/>
                  </a:lnTo>
                  <a:lnTo>
                    <a:pt x="1" y="7"/>
                  </a:lnTo>
                  <a:lnTo>
                    <a:pt x="1" y="7"/>
                  </a:lnTo>
                  <a:lnTo>
                    <a:pt x="1" y="6"/>
                  </a:lnTo>
                  <a:lnTo>
                    <a:pt x="1" y="6"/>
                  </a:lnTo>
                  <a:lnTo>
                    <a:pt x="1" y="6"/>
                  </a:lnTo>
                  <a:lnTo>
                    <a:pt x="1" y="6"/>
                  </a:lnTo>
                  <a:lnTo>
                    <a:pt x="1" y="6"/>
                  </a:lnTo>
                  <a:lnTo>
                    <a:pt x="1" y="6"/>
                  </a:lnTo>
                  <a:lnTo>
                    <a:pt x="1" y="5"/>
                  </a:lnTo>
                  <a:lnTo>
                    <a:pt x="1" y="5"/>
                  </a:lnTo>
                  <a:lnTo>
                    <a:pt x="1" y="5"/>
                  </a:lnTo>
                  <a:lnTo>
                    <a:pt x="1" y="5"/>
                  </a:lnTo>
                  <a:lnTo>
                    <a:pt x="1" y="4"/>
                  </a:lnTo>
                  <a:lnTo>
                    <a:pt x="1" y="4"/>
                  </a:lnTo>
                  <a:lnTo>
                    <a:pt x="1" y="4"/>
                  </a:lnTo>
                  <a:lnTo>
                    <a:pt x="1" y="4"/>
                  </a:lnTo>
                  <a:lnTo>
                    <a:pt x="1" y="2"/>
                  </a:lnTo>
                  <a:lnTo>
                    <a:pt x="1" y="2"/>
                  </a:lnTo>
                  <a:lnTo>
                    <a:pt x="2" y="2"/>
                  </a:lnTo>
                  <a:lnTo>
                    <a:pt x="2" y="2"/>
                  </a:lnTo>
                  <a:lnTo>
                    <a:pt x="2" y="1"/>
                  </a:lnTo>
                  <a:lnTo>
                    <a:pt x="2" y="1"/>
                  </a:lnTo>
                  <a:lnTo>
                    <a:pt x="3" y="1"/>
                  </a:lnTo>
                  <a:lnTo>
                    <a:pt x="3" y="1"/>
                  </a:lnTo>
                  <a:lnTo>
                    <a:pt x="3" y="1"/>
                  </a:lnTo>
                  <a:lnTo>
                    <a:pt x="3" y="1"/>
                  </a:lnTo>
                  <a:lnTo>
                    <a:pt x="3" y="1"/>
                  </a:lnTo>
                  <a:lnTo>
                    <a:pt x="3" y="1"/>
                  </a:lnTo>
                  <a:lnTo>
                    <a:pt x="3" y="1"/>
                  </a:lnTo>
                  <a:lnTo>
                    <a:pt x="3" y="1"/>
                  </a:lnTo>
                  <a:lnTo>
                    <a:pt x="3"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grpSp>
      <p:grpSp>
        <p:nvGrpSpPr>
          <p:cNvPr id="135" name="海南（小图）"/>
          <p:cNvGrpSpPr/>
          <p:nvPr/>
        </p:nvGrpSpPr>
        <p:grpSpPr>
          <a:xfrm>
            <a:off x="734501" y="5229086"/>
            <a:ext cx="226980" cy="190029"/>
            <a:chOff x="8007350" y="5032375"/>
            <a:chExt cx="204788" cy="171450"/>
          </a:xfrm>
          <a:solidFill>
            <a:srgbClr val="BFBFBF"/>
          </a:solidFill>
        </p:grpSpPr>
        <p:sp>
          <p:nvSpPr>
            <p:cNvPr id="136" name="Freeform 714"/>
            <p:cNvSpPr/>
            <p:nvPr/>
          </p:nvSpPr>
          <p:spPr bwMode="auto">
            <a:xfrm>
              <a:off x="8007350" y="5032375"/>
              <a:ext cx="204788" cy="171450"/>
            </a:xfrm>
            <a:custGeom>
              <a:avLst/>
              <a:gdLst>
                <a:gd name="T0" fmla="*/ 61 w 389"/>
                <a:gd name="T1" fmla="*/ 97 h 326"/>
                <a:gd name="T2" fmla="*/ 94 w 389"/>
                <a:gd name="T3" fmla="*/ 82 h 326"/>
                <a:gd name="T4" fmla="*/ 107 w 389"/>
                <a:gd name="T5" fmla="*/ 72 h 326"/>
                <a:gd name="T6" fmla="*/ 113 w 389"/>
                <a:gd name="T7" fmla="*/ 73 h 326"/>
                <a:gd name="T8" fmla="*/ 99 w 389"/>
                <a:gd name="T9" fmla="*/ 68 h 326"/>
                <a:gd name="T10" fmla="*/ 90 w 389"/>
                <a:gd name="T11" fmla="*/ 67 h 326"/>
                <a:gd name="T12" fmla="*/ 106 w 389"/>
                <a:gd name="T13" fmla="*/ 44 h 326"/>
                <a:gd name="T14" fmla="*/ 126 w 389"/>
                <a:gd name="T15" fmla="*/ 44 h 326"/>
                <a:gd name="T16" fmla="*/ 147 w 389"/>
                <a:gd name="T17" fmla="*/ 48 h 326"/>
                <a:gd name="T18" fmla="*/ 153 w 389"/>
                <a:gd name="T19" fmla="*/ 33 h 326"/>
                <a:gd name="T20" fmla="*/ 171 w 389"/>
                <a:gd name="T21" fmla="*/ 26 h 326"/>
                <a:gd name="T22" fmla="*/ 189 w 389"/>
                <a:gd name="T23" fmla="*/ 33 h 326"/>
                <a:gd name="T24" fmla="*/ 198 w 389"/>
                <a:gd name="T25" fmla="*/ 36 h 326"/>
                <a:gd name="T26" fmla="*/ 206 w 389"/>
                <a:gd name="T27" fmla="*/ 29 h 326"/>
                <a:gd name="T28" fmla="*/ 220 w 389"/>
                <a:gd name="T29" fmla="*/ 38 h 326"/>
                <a:gd name="T30" fmla="*/ 231 w 389"/>
                <a:gd name="T31" fmla="*/ 32 h 326"/>
                <a:gd name="T32" fmla="*/ 243 w 389"/>
                <a:gd name="T33" fmla="*/ 24 h 326"/>
                <a:gd name="T34" fmla="*/ 259 w 389"/>
                <a:gd name="T35" fmla="*/ 21 h 326"/>
                <a:gd name="T36" fmla="*/ 275 w 389"/>
                <a:gd name="T37" fmla="*/ 19 h 326"/>
                <a:gd name="T38" fmla="*/ 290 w 389"/>
                <a:gd name="T39" fmla="*/ 17 h 326"/>
                <a:gd name="T40" fmla="*/ 317 w 389"/>
                <a:gd name="T41" fmla="*/ 40 h 326"/>
                <a:gd name="T42" fmla="*/ 324 w 389"/>
                <a:gd name="T43" fmla="*/ 37 h 326"/>
                <a:gd name="T44" fmla="*/ 313 w 389"/>
                <a:gd name="T45" fmla="*/ 23 h 326"/>
                <a:gd name="T46" fmla="*/ 325 w 389"/>
                <a:gd name="T47" fmla="*/ 9 h 326"/>
                <a:gd name="T48" fmla="*/ 333 w 389"/>
                <a:gd name="T49" fmla="*/ 2 h 326"/>
                <a:gd name="T50" fmla="*/ 358 w 389"/>
                <a:gd name="T51" fmla="*/ 27 h 326"/>
                <a:gd name="T52" fmla="*/ 383 w 389"/>
                <a:gd name="T53" fmla="*/ 59 h 326"/>
                <a:gd name="T54" fmla="*/ 382 w 389"/>
                <a:gd name="T55" fmla="*/ 85 h 326"/>
                <a:gd name="T56" fmla="*/ 359 w 389"/>
                <a:gd name="T57" fmla="*/ 100 h 326"/>
                <a:gd name="T58" fmla="*/ 350 w 389"/>
                <a:gd name="T59" fmla="*/ 112 h 326"/>
                <a:gd name="T60" fmla="*/ 330 w 389"/>
                <a:gd name="T61" fmla="*/ 131 h 326"/>
                <a:gd name="T62" fmla="*/ 326 w 389"/>
                <a:gd name="T63" fmla="*/ 147 h 326"/>
                <a:gd name="T64" fmla="*/ 315 w 389"/>
                <a:gd name="T65" fmla="*/ 176 h 326"/>
                <a:gd name="T66" fmla="*/ 305 w 389"/>
                <a:gd name="T67" fmla="*/ 203 h 326"/>
                <a:gd name="T68" fmla="*/ 294 w 389"/>
                <a:gd name="T69" fmla="*/ 216 h 326"/>
                <a:gd name="T70" fmla="*/ 305 w 389"/>
                <a:gd name="T71" fmla="*/ 216 h 326"/>
                <a:gd name="T72" fmla="*/ 309 w 389"/>
                <a:gd name="T73" fmla="*/ 221 h 326"/>
                <a:gd name="T74" fmla="*/ 299 w 389"/>
                <a:gd name="T75" fmla="*/ 227 h 326"/>
                <a:gd name="T76" fmla="*/ 290 w 389"/>
                <a:gd name="T77" fmla="*/ 245 h 326"/>
                <a:gd name="T78" fmla="*/ 270 w 389"/>
                <a:gd name="T79" fmla="*/ 245 h 326"/>
                <a:gd name="T80" fmla="*/ 244 w 389"/>
                <a:gd name="T81" fmla="*/ 263 h 326"/>
                <a:gd name="T82" fmla="*/ 233 w 389"/>
                <a:gd name="T83" fmla="*/ 289 h 326"/>
                <a:gd name="T84" fmla="*/ 219 w 389"/>
                <a:gd name="T85" fmla="*/ 288 h 326"/>
                <a:gd name="T86" fmla="*/ 225 w 389"/>
                <a:gd name="T87" fmla="*/ 279 h 326"/>
                <a:gd name="T88" fmla="*/ 192 w 389"/>
                <a:gd name="T89" fmla="*/ 289 h 326"/>
                <a:gd name="T90" fmla="*/ 179 w 389"/>
                <a:gd name="T91" fmla="*/ 304 h 326"/>
                <a:gd name="T92" fmla="*/ 173 w 389"/>
                <a:gd name="T93" fmla="*/ 320 h 326"/>
                <a:gd name="T94" fmla="*/ 163 w 389"/>
                <a:gd name="T95" fmla="*/ 316 h 326"/>
                <a:gd name="T96" fmla="*/ 156 w 389"/>
                <a:gd name="T97" fmla="*/ 325 h 326"/>
                <a:gd name="T98" fmla="*/ 150 w 389"/>
                <a:gd name="T99" fmla="*/ 318 h 326"/>
                <a:gd name="T100" fmla="*/ 136 w 389"/>
                <a:gd name="T101" fmla="*/ 322 h 326"/>
                <a:gd name="T102" fmla="*/ 138 w 389"/>
                <a:gd name="T103" fmla="*/ 309 h 326"/>
                <a:gd name="T104" fmla="*/ 88 w 389"/>
                <a:gd name="T105" fmla="*/ 305 h 326"/>
                <a:gd name="T106" fmla="*/ 74 w 389"/>
                <a:gd name="T107" fmla="*/ 292 h 326"/>
                <a:gd name="T108" fmla="*/ 36 w 389"/>
                <a:gd name="T109" fmla="*/ 279 h 326"/>
                <a:gd name="T110" fmla="*/ 9 w 389"/>
                <a:gd name="T111" fmla="*/ 268 h 326"/>
                <a:gd name="T112" fmla="*/ 11 w 389"/>
                <a:gd name="T113" fmla="*/ 231 h 326"/>
                <a:gd name="T114" fmla="*/ 5 w 389"/>
                <a:gd name="T115" fmla="*/ 205 h 326"/>
                <a:gd name="T116" fmla="*/ 3 w 389"/>
                <a:gd name="T117" fmla="*/ 171 h 326"/>
                <a:gd name="T118" fmla="*/ 1 w 389"/>
                <a:gd name="T119" fmla="*/ 154 h 326"/>
                <a:gd name="T120" fmla="*/ 10 w 389"/>
                <a:gd name="T121" fmla="*/ 141 h 326"/>
                <a:gd name="T122" fmla="*/ 10 w 389"/>
                <a:gd name="T123" fmla="*/ 129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326">
                  <a:moveTo>
                    <a:pt x="19" y="129"/>
                  </a:moveTo>
                  <a:lnTo>
                    <a:pt x="20" y="129"/>
                  </a:lnTo>
                  <a:lnTo>
                    <a:pt x="20" y="128"/>
                  </a:lnTo>
                  <a:lnTo>
                    <a:pt x="22" y="128"/>
                  </a:lnTo>
                  <a:lnTo>
                    <a:pt x="23" y="127"/>
                  </a:lnTo>
                  <a:lnTo>
                    <a:pt x="25" y="126"/>
                  </a:lnTo>
                  <a:lnTo>
                    <a:pt x="27" y="123"/>
                  </a:lnTo>
                  <a:lnTo>
                    <a:pt x="29" y="122"/>
                  </a:lnTo>
                  <a:lnTo>
                    <a:pt x="31" y="121"/>
                  </a:lnTo>
                  <a:lnTo>
                    <a:pt x="34" y="119"/>
                  </a:lnTo>
                  <a:lnTo>
                    <a:pt x="37" y="118"/>
                  </a:lnTo>
                  <a:lnTo>
                    <a:pt x="39" y="116"/>
                  </a:lnTo>
                  <a:lnTo>
                    <a:pt x="41" y="115"/>
                  </a:lnTo>
                  <a:lnTo>
                    <a:pt x="43" y="114"/>
                  </a:lnTo>
                  <a:lnTo>
                    <a:pt x="44" y="113"/>
                  </a:lnTo>
                  <a:lnTo>
                    <a:pt x="45" y="112"/>
                  </a:lnTo>
                  <a:lnTo>
                    <a:pt x="46" y="111"/>
                  </a:lnTo>
                  <a:lnTo>
                    <a:pt x="47" y="110"/>
                  </a:lnTo>
                  <a:lnTo>
                    <a:pt x="47" y="110"/>
                  </a:lnTo>
                  <a:lnTo>
                    <a:pt x="48" y="109"/>
                  </a:lnTo>
                  <a:lnTo>
                    <a:pt x="48" y="109"/>
                  </a:lnTo>
                  <a:lnTo>
                    <a:pt x="49" y="108"/>
                  </a:lnTo>
                  <a:lnTo>
                    <a:pt x="49" y="108"/>
                  </a:lnTo>
                  <a:lnTo>
                    <a:pt x="51" y="107"/>
                  </a:lnTo>
                  <a:lnTo>
                    <a:pt x="52" y="107"/>
                  </a:lnTo>
                  <a:lnTo>
                    <a:pt x="52" y="105"/>
                  </a:lnTo>
                  <a:lnTo>
                    <a:pt x="53" y="105"/>
                  </a:lnTo>
                  <a:lnTo>
                    <a:pt x="54" y="104"/>
                  </a:lnTo>
                  <a:lnTo>
                    <a:pt x="54" y="103"/>
                  </a:lnTo>
                  <a:lnTo>
                    <a:pt x="55" y="103"/>
                  </a:lnTo>
                  <a:lnTo>
                    <a:pt x="55" y="103"/>
                  </a:lnTo>
                  <a:lnTo>
                    <a:pt x="56" y="102"/>
                  </a:lnTo>
                  <a:lnTo>
                    <a:pt x="56" y="102"/>
                  </a:lnTo>
                  <a:lnTo>
                    <a:pt x="56" y="102"/>
                  </a:lnTo>
                  <a:lnTo>
                    <a:pt x="57" y="101"/>
                  </a:lnTo>
                  <a:lnTo>
                    <a:pt x="57" y="101"/>
                  </a:lnTo>
                  <a:lnTo>
                    <a:pt x="58" y="100"/>
                  </a:lnTo>
                  <a:lnTo>
                    <a:pt x="59" y="99"/>
                  </a:lnTo>
                  <a:lnTo>
                    <a:pt x="59" y="99"/>
                  </a:lnTo>
                  <a:lnTo>
                    <a:pt x="60" y="98"/>
                  </a:lnTo>
                  <a:lnTo>
                    <a:pt x="61" y="97"/>
                  </a:lnTo>
                  <a:lnTo>
                    <a:pt x="62" y="96"/>
                  </a:lnTo>
                  <a:lnTo>
                    <a:pt x="62" y="95"/>
                  </a:lnTo>
                  <a:lnTo>
                    <a:pt x="63" y="95"/>
                  </a:lnTo>
                  <a:lnTo>
                    <a:pt x="64" y="94"/>
                  </a:lnTo>
                  <a:lnTo>
                    <a:pt x="65" y="94"/>
                  </a:lnTo>
                  <a:lnTo>
                    <a:pt x="66" y="93"/>
                  </a:lnTo>
                  <a:lnTo>
                    <a:pt x="66" y="93"/>
                  </a:lnTo>
                  <a:lnTo>
                    <a:pt x="67" y="93"/>
                  </a:lnTo>
                  <a:lnTo>
                    <a:pt x="69" y="92"/>
                  </a:lnTo>
                  <a:lnTo>
                    <a:pt x="69" y="92"/>
                  </a:lnTo>
                  <a:lnTo>
                    <a:pt x="70" y="92"/>
                  </a:lnTo>
                  <a:lnTo>
                    <a:pt x="71" y="92"/>
                  </a:lnTo>
                  <a:lnTo>
                    <a:pt x="72" y="92"/>
                  </a:lnTo>
                  <a:lnTo>
                    <a:pt x="72" y="92"/>
                  </a:lnTo>
                  <a:lnTo>
                    <a:pt x="73" y="92"/>
                  </a:lnTo>
                  <a:lnTo>
                    <a:pt x="74" y="91"/>
                  </a:lnTo>
                  <a:lnTo>
                    <a:pt x="75" y="91"/>
                  </a:lnTo>
                  <a:lnTo>
                    <a:pt x="75" y="91"/>
                  </a:lnTo>
                  <a:lnTo>
                    <a:pt x="76" y="91"/>
                  </a:lnTo>
                  <a:lnTo>
                    <a:pt x="77" y="91"/>
                  </a:lnTo>
                  <a:lnTo>
                    <a:pt x="78" y="90"/>
                  </a:lnTo>
                  <a:lnTo>
                    <a:pt x="78" y="90"/>
                  </a:lnTo>
                  <a:lnTo>
                    <a:pt x="79" y="90"/>
                  </a:lnTo>
                  <a:lnTo>
                    <a:pt x="80" y="90"/>
                  </a:lnTo>
                  <a:lnTo>
                    <a:pt x="80" y="89"/>
                  </a:lnTo>
                  <a:lnTo>
                    <a:pt x="81" y="89"/>
                  </a:lnTo>
                  <a:lnTo>
                    <a:pt x="82" y="87"/>
                  </a:lnTo>
                  <a:lnTo>
                    <a:pt x="83" y="87"/>
                  </a:lnTo>
                  <a:lnTo>
                    <a:pt x="84" y="86"/>
                  </a:lnTo>
                  <a:lnTo>
                    <a:pt x="85" y="86"/>
                  </a:lnTo>
                  <a:lnTo>
                    <a:pt x="87" y="85"/>
                  </a:lnTo>
                  <a:lnTo>
                    <a:pt x="88" y="85"/>
                  </a:lnTo>
                  <a:lnTo>
                    <a:pt x="89" y="84"/>
                  </a:lnTo>
                  <a:lnTo>
                    <a:pt x="90" y="84"/>
                  </a:lnTo>
                  <a:lnTo>
                    <a:pt x="91" y="83"/>
                  </a:lnTo>
                  <a:lnTo>
                    <a:pt x="91" y="83"/>
                  </a:lnTo>
                  <a:lnTo>
                    <a:pt x="92" y="83"/>
                  </a:lnTo>
                  <a:lnTo>
                    <a:pt x="93" y="82"/>
                  </a:lnTo>
                  <a:lnTo>
                    <a:pt x="93" y="82"/>
                  </a:lnTo>
                  <a:lnTo>
                    <a:pt x="94" y="82"/>
                  </a:lnTo>
                  <a:lnTo>
                    <a:pt x="94" y="82"/>
                  </a:lnTo>
                  <a:lnTo>
                    <a:pt x="94" y="81"/>
                  </a:lnTo>
                  <a:lnTo>
                    <a:pt x="95" y="81"/>
                  </a:lnTo>
                  <a:lnTo>
                    <a:pt x="95" y="81"/>
                  </a:lnTo>
                  <a:lnTo>
                    <a:pt x="95" y="80"/>
                  </a:lnTo>
                  <a:lnTo>
                    <a:pt x="95" y="80"/>
                  </a:lnTo>
                  <a:lnTo>
                    <a:pt x="95" y="80"/>
                  </a:lnTo>
                  <a:lnTo>
                    <a:pt x="95" y="79"/>
                  </a:lnTo>
                  <a:lnTo>
                    <a:pt x="96" y="79"/>
                  </a:lnTo>
                  <a:lnTo>
                    <a:pt x="96" y="79"/>
                  </a:lnTo>
                  <a:lnTo>
                    <a:pt x="96" y="78"/>
                  </a:lnTo>
                  <a:lnTo>
                    <a:pt x="96" y="78"/>
                  </a:lnTo>
                  <a:lnTo>
                    <a:pt x="96" y="78"/>
                  </a:lnTo>
                  <a:lnTo>
                    <a:pt x="96" y="77"/>
                  </a:lnTo>
                  <a:lnTo>
                    <a:pt x="96" y="77"/>
                  </a:lnTo>
                  <a:lnTo>
                    <a:pt x="96" y="77"/>
                  </a:lnTo>
                  <a:lnTo>
                    <a:pt x="96" y="77"/>
                  </a:lnTo>
                  <a:lnTo>
                    <a:pt x="96" y="76"/>
                  </a:lnTo>
                  <a:lnTo>
                    <a:pt x="96" y="76"/>
                  </a:lnTo>
                  <a:lnTo>
                    <a:pt x="96" y="76"/>
                  </a:lnTo>
                  <a:lnTo>
                    <a:pt x="96" y="76"/>
                  </a:lnTo>
                  <a:lnTo>
                    <a:pt x="96" y="75"/>
                  </a:lnTo>
                  <a:lnTo>
                    <a:pt x="96" y="75"/>
                  </a:lnTo>
                  <a:lnTo>
                    <a:pt x="96" y="75"/>
                  </a:lnTo>
                  <a:lnTo>
                    <a:pt x="97" y="74"/>
                  </a:lnTo>
                  <a:lnTo>
                    <a:pt x="97" y="74"/>
                  </a:lnTo>
                  <a:lnTo>
                    <a:pt x="97" y="74"/>
                  </a:lnTo>
                  <a:lnTo>
                    <a:pt x="98" y="73"/>
                  </a:lnTo>
                  <a:lnTo>
                    <a:pt x="98" y="73"/>
                  </a:lnTo>
                  <a:lnTo>
                    <a:pt x="99" y="73"/>
                  </a:lnTo>
                  <a:lnTo>
                    <a:pt x="100" y="73"/>
                  </a:lnTo>
                  <a:lnTo>
                    <a:pt x="100" y="72"/>
                  </a:lnTo>
                  <a:lnTo>
                    <a:pt x="101" y="72"/>
                  </a:lnTo>
                  <a:lnTo>
                    <a:pt x="102" y="72"/>
                  </a:lnTo>
                  <a:lnTo>
                    <a:pt x="102" y="72"/>
                  </a:lnTo>
                  <a:lnTo>
                    <a:pt x="103" y="72"/>
                  </a:lnTo>
                  <a:lnTo>
                    <a:pt x="105" y="72"/>
                  </a:lnTo>
                  <a:lnTo>
                    <a:pt x="105" y="72"/>
                  </a:lnTo>
                  <a:lnTo>
                    <a:pt x="105" y="72"/>
                  </a:lnTo>
                  <a:lnTo>
                    <a:pt x="106" y="72"/>
                  </a:lnTo>
                  <a:lnTo>
                    <a:pt x="106" y="72"/>
                  </a:lnTo>
                  <a:lnTo>
                    <a:pt x="107" y="72"/>
                  </a:lnTo>
                  <a:lnTo>
                    <a:pt x="107" y="72"/>
                  </a:lnTo>
                  <a:lnTo>
                    <a:pt x="107" y="72"/>
                  </a:lnTo>
                  <a:lnTo>
                    <a:pt x="108" y="73"/>
                  </a:lnTo>
                  <a:lnTo>
                    <a:pt x="108" y="73"/>
                  </a:lnTo>
                  <a:lnTo>
                    <a:pt x="108" y="73"/>
                  </a:lnTo>
                  <a:lnTo>
                    <a:pt x="109" y="74"/>
                  </a:lnTo>
                  <a:lnTo>
                    <a:pt x="109" y="74"/>
                  </a:lnTo>
                  <a:lnTo>
                    <a:pt x="109" y="75"/>
                  </a:lnTo>
                  <a:lnTo>
                    <a:pt x="110" y="75"/>
                  </a:lnTo>
                  <a:lnTo>
                    <a:pt x="110" y="76"/>
                  </a:lnTo>
                  <a:lnTo>
                    <a:pt x="110" y="76"/>
                  </a:lnTo>
                  <a:lnTo>
                    <a:pt x="110" y="76"/>
                  </a:lnTo>
                  <a:lnTo>
                    <a:pt x="110" y="77"/>
                  </a:lnTo>
                  <a:lnTo>
                    <a:pt x="110" y="77"/>
                  </a:lnTo>
                  <a:lnTo>
                    <a:pt x="110" y="77"/>
                  </a:lnTo>
                  <a:lnTo>
                    <a:pt x="110" y="77"/>
                  </a:lnTo>
                  <a:lnTo>
                    <a:pt x="111" y="77"/>
                  </a:lnTo>
                  <a:lnTo>
                    <a:pt x="111" y="78"/>
                  </a:lnTo>
                  <a:lnTo>
                    <a:pt x="111" y="78"/>
                  </a:lnTo>
                  <a:lnTo>
                    <a:pt x="111" y="78"/>
                  </a:lnTo>
                  <a:lnTo>
                    <a:pt x="111" y="78"/>
                  </a:lnTo>
                  <a:lnTo>
                    <a:pt x="112" y="78"/>
                  </a:lnTo>
                  <a:lnTo>
                    <a:pt x="112" y="78"/>
                  </a:lnTo>
                  <a:lnTo>
                    <a:pt x="112" y="78"/>
                  </a:lnTo>
                  <a:lnTo>
                    <a:pt x="112" y="78"/>
                  </a:lnTo>
                  <a:lnTo>
                    <a:pt x="112" y="78"/>
                  </a:lnTo>
                  <a:lnTo>
                    <a:pt x="113" y="78"/>
                  </a:lnTo>
                  <a:lnTo>
                    <a:pt x="113" y="78"/>
                  </a:lnTo>
                  <a:lnTo>
                    <a:pt x="113" y="77"/>
                  </a:lnTo>
                  <a:lnTo>
                    <a:pt x="113" y="77"/>
                  </a:lnTo>
                  <a:lnTo>
                    <a:pt x="113" y="77"/>
                  </a:lnTo>
                  <a:lnTo>
                    <a:pt x="113" y="76"/>
                  </a:lnTo>
                  <a:lnTo>
                    <a:pt x="113" y="76"/>
                  </a:lnTo>
                  <a:lnTo>
                    <a:pt x="113" y="76"/>
                  </a:lnTo>
                  <a:lnTo>
                    <a:pt x="113" y="75"/>
                  </a:lnTo>
                  <a:lnTo>
                    <a:pt x="113" y="75"/>
                  </a:lnTo>
                  <a:lnTo>
                    <a:pt x="113" y="75"/>
                  </a:lnTo>
                  <a:lnTo>
                    <a:pt x="113" y="74"/>
                  </a:lnTo>
                  <a:lnTo>
                    <a:pt x="113" y="74"/>
                  </a:lnTo>
                  <a:lnTo>
                    <a:pt x="113" y="73"/>
                  </a:lnTo>
                  <a:lnTo>
                    <a:pt x="113" y="73"/>
                  </a:lnTo>
                  <a:lnTo>
                    <a:pt x="113" y="72"/>
                  </a:lnTo>
                  <a:lnTo>
                    <a:pt x="113" y="72"/>
                  </a:lnTo>
                  <a:lnTo>
                    <a:pt x="113" y="71"/>
                  </a:lnTo>
                  <a:lnTo>
                    <a:pt x="113" y="69"/>
                  </a:lnTo>
                  <a:lnTo>
                    <a:pt x="113" y="68"/>
                  </a:lnTo>
                  <a:lnTo>
                    <a:pt x="113" y="68"/>
                  </a:lnTo>
                  <a:lnTo>
                    <a:pt x="113" y="67"/>
                  </a:lnTo>
                  <a:lnTo>
                    <a:pt x="112" y="66"/>
                  </a:lnTo>
                  <a:lnTo>
                    <a:pt x="112" y="65"/>
                  </a:lnTo>
                  <a:lnTo>
                    <a:pt x="112" y="65"/>
                  </a:lnTo>
                  <a:lnTo>
                    <a:pt x="112" y="64"/>
                  </a:lnTo>
                  <a:lnTo>
                    <a:pt x="112" y="64"/>
                  </a:lnTo>
                  <a:lnTo>
                    <a:pt x="112" y="63"/>
                  </a:lnTo>
                  <a:lnTo>
                    <a:pt x="111" y="63"/>
                  </a:lnTo>
                  <a:lnTo>
                    <a:pt x="111" y="63"/>
                  </a:lnTo>
                  <a:lnTo>
                    <a:pt x="111" y="62"/>
                  </a:lnTo>
                  <a:lnTo>
                    <a:pt x="111" y="62"/>
                  </a:lnTo>
                  <a:lnTo>
                    <a:pt x="110" y="62"/>
                  </a:lnTo>
                  <a:lnTo>
                    <a:pt x="110" y="61"/>
                  </a:lnTo>
                  <a:lnTo>
                    <a:pt x="110" y="61"/>
                  </a:lnTo>
                  <a:lnTo>
                    <a:pt x="110" y="61"/>
                  </a:lnTo>
                  <a:lnTo>
                    <a:pt x="109" y="61"/>
                  </a:lnTo>
                  <a:lnTo>
                    <a:pt x="109" y="61"/>
                  </a:lnTo>
                  <a:lnTo>
                    <a:pt x="109" y="60"/>
                  </a:lnTo>
                  <a:lnTo>
                    <a:pt x="108" y="60"/>
                  </a:lnTo>
                  <a:lnTo>
                    <a:pt x="108" y="60"/>
                  </a:lnTo>
                  <a:lnTo>
                    <a:pt x="108" y="60"/>
                  </a:lnTo>
                  <a:lnTo>
                    <a:pt x="108" y="61"/>
                  </a:lnTo>
                  <a:lnTo>
                    <a:pt x="108" y="61"/>
                  </a:lnTo>
                  <a:lnTo>
                    <a:pt x="107" y="61"/>
                  </a:lnTo>
                  <a:lnTo>
                    <a:pt x="107" y="61"/>
                  </a:lnTo>
                  <a:lnTo>
                    <a:pt x="106" y="62"/>
                  </a:lnTo>
                  <a:lnTo>
                    <a:pt x="106" y="62"/>
                  </a:lnTo>
                  <a:lnTo>
                    <a:pt x="105" y="63"/>
                  </a:lnTo>
                  <a:lnTo>
                    <a:pt x="103" y="64"/>
                  </a:lnTo>
                  <a:lnTo>
                    <a:pt x="103" y="64"/>
                  </a:lnTo>
                  <a:lnTo>
                    <a:pt x="102" y="65"/>
                  </a:lnTo>
                  <a:lnTo>
                    <a:pt x="101" y="66"/>
                  </a:lnTo>
                  <a:lnTo>
                    <a:pt x="100" y="67"/>
                  </a:lnTo>
                  <a:lnTo>
                    <a:pt x="100" y="67"/>
                  </a:lnTo>
                  <a:lnTo>
                    <a:pt x="99" y="68"/>
                  </a:lnTo>
                  <a:lnTo>
                    <a:pt x="98" y="68"/>
                  </a:lnTo>
                  <a:lnTo>
                    <a:pt x="98" y="69"/>
                  </a:lnTo>
                  <a:lnTo>
                    <a:pt x="97" y="69"/>
                  </a:lnTo>
                  <a:lnTo>
                    <a:pt x="97" y="69"/>
                  </a:lnTo>
                  <a:lnTo>
                    <a:pt x="97" y="69"/>
                  </a:lnTo>
                  <a:lnTo>
                    <a:pt x="97" y="71"/>
                  </a:lnTo>
                  <a:lnTo>
                    <a:pt x="96" y="71"/>
                  </a:lnTo>
                  <a:lnTo>
                    <a:pt x="96" y="71"/>
                  </a:lnTo>
                  <a:lnTo>
                    <a:pt x="96" y="71"/>
                  </a:lnTo>
                  <a:lnTo>
                    <a:pt x="96" y="71"/>
                  </a:lnTo>
                  <a:lnTo>
                    <a:pt x="95" y="71"/>
                  </a:lnTo>
                  <a:lnTo>
                    <a:pt x="95" y="71"/>
                  </a:lnTo>
                  <a:lnTo>
                    <a:pt x="95" y="71"/>
                  </a:lnTo>
                  <a:lnTo>
                    <a:pt x="95" y="71"/>
                  </a:lnTo>
                  <a:lnTo>
                    <a:pt x="95" y="71"/>
                  </a:lnTo>
                  <a:lnTo>
                    <a:pt x="94" y="71"/>
                  </a:lnTo>
                  <a:lnTo>
                    <a:pt x="94" y="71"/>
                  </a:lnTo>
                  <a:lnTo>
                    <a:pt x="94" y="71"/>
                  </a:lnTo>
                  <a:lnTo>
                    <a:pt x="93" y="71"/>
                  </a:lnTo>
                  <a:lnTo>
                    <a:pt x="93" y="71"/>
                  </a:lnTo>
                  <a:lnTo>
                    <a:pt x="93" y="71"/>
                  </a:lnTo>
                  <a:lnTo>
                    <a:pt x="92" y="71"/>
                  </a:lnTo>
                  <a:lnTo>
                    <a:pt x="92" y="72"/>
                  </a:lnTo>
                  <a:lnTo>
                    <a:pt x="92" y="72"/>
                  </a:lnTo>
                  <a:lnTo>
                    <a:pt x="92" y="72"/>
                  </a:lnTo>
                  <a:lnTo>
                    <a:pt x="91" y="72"/>
                  </a:lnTo>
                  <a:lnTo>
                    <a:pt x="91" y="72"/>
                  </a:lnTo>
                  <a:lnTo>
                    <a:pt x="91" y="72"/>
                  </a:lnTo>
                  <a:lnTo>
                    <a:pt x="91" y="72"/>
                  </a:lnTo>
                  <a:lnTo>
                    <a:pt x="91" y="72"/>
                  </a:lnTo>
                  <a:lnTo>
                    <a:pt x="90" y="72"/>
                  </a:lnTo>
                  <a:lnTo>
                    <a:pt x="90" y="72"/>
                  </a:lnTo>
                  <a:lnTo>
                    <a:pt x="90" y="72"/>
                  </a:lnTo>
                  <a:lnTo>
                    <a:pt x="90" y="72"/>
                  </a:lnTo>
                  <a:lnTo>
                    <a:pt x="90" y="72"/>
                  </a:lnTo>
                  <a:lnTo>
                    <a:pt x="90" y="71"/>
                  </a:lnTo>
                  <a:lnTo>
                    <a:pt x="90" y="71"/>
                  </a:lnTo>
                  <a:lnTo>
                    <a:pt x="90" y="69"/>
                  </a:lnTo>
                  <a:lnTo>
                    <a:pt x="90" y="69"/>
                  </a:lnTo>
                  <a:lnTo>
                    <a:pt x="90" y="68"/>
                  </a:lnTo>
                  <a:lnTo>
                    <a:pt x="90" y="67"/>
                  </a:lnTo>
                  <a:lnTo>
                    <a:pt x="89" y="66"/>
                  </a:lnTo>
                  <a:lnTo>
                    <a:pt x="89" y="66"/>
                  </a:lnTo>
                  <a:lnTo>
                    <a:pt x="89" y="65"/>
                  </a:lnTo>
                  <a:lnTo>
                    <a:pt x="89" y="64"/>
                  </a:lnTo>
                  <a:lnTo>
                    <a:pt x="89" y="63"/>
                  </a:lnTo>
                  <a:lnTo>
                    <a:pt x="89" y="62"/>
                  </a:lnTo>
                  <a:lnTo>
                    <a:pt x="89" y="62"/>
                  </a:lnTo>
                  <a:lnTo>
                    <a:pt x="89" y="61"/>
                  </a:lnTo>
                  <a:lnTo>
                    <a:pt x="90" y="60"/>
                  </a:lnTo>
                  <a:lnTo>
                    <a:pt x="90" y="60"/>
                  </a:lnTo>
                  <a:lnTo>
                    <a:pt x="91" y="60"/>
                  </a:lnTo>
                  <a:lnTo>
                    <a:pt x="91" y="59"/>
                  </a:lnTo>
                  <a:lnTo>
                    <a:pt x="92" y="59"/>
                  </a:lnTo>
                  <a:lnTo>
                    <a:pt x="92" y="58"/>
                  </a:lnTo>
                  <a:lnTo>
                    <a:pt x="93" y="58"/>
                  </a:lnTo>
                  <a:lnTo>
                    <a:pt x="93" y="57"/>
                  </a:lnTo>
                  <a:lnTo>
                    <a:pt x="94" y="57"/>
                  </a:lnTo>
                  <a:lnTo>
                    <a:pt x="94" y="57"/>
                  </a:lnTo>
                  <a:lnTo>
                    <a:pt x="94" y="56"/>
                  </a:lnTo>
                  <a:lnTo>
                    <a:pt x="95" y="56"/>
                  </a:lnTo>
                  <a:lnTo>
                    <a:pt x="95" y="55"/>
                  </a:lnTo>
                  <a:lnTo>
                    <a:pt x="95" y="55"/>
                  </a:lnTo>
                  <a:lnTo>
                    <a:pt x="95" y="54"/>
                  </a:lnTo>
                  <a:lnTo>
                    <a:pt x="96" y="54"/>
                  </a:lnTo>
                  <a:lnTo>
                    <a:pt x="96" y="53"/>
                  </a:lnTo>
                  <a:lnTo>
                    <a:pt x="96" y="53"/>
                  </a:lnTo>
                  <a:lnTo>
                    <a:pt x="97" y="53"/>
                  </a:lnTo>
                  <a:lnTo>
                    <a:pt x="97" y="51"/>
                  </a:lnTo>
                  <a:lnTo>
                    <a:pt x="97" y="51"/>
                  </a:lnTo>
                  <a:lnTo>
                    <a:pt x="98" y="50"/>
                  </a:lnTo>
                  <a:lnTo>
                    <a:pt x="98" y="50"/>
                  </a:lnTo>
                  <a:lnTo>
                    <a:pt x="99" y="49"/>
                  </a:lnTo>
                  <a:lnTo>
                    <a:pt x="99" y="48"/>
                  </a:lnTo>
                  <a:lnTo>
                    <a:pt x="100" y="48"/>
                  </a:lnTo>
                  <a:lnTo>
                    <a:pt x="101" y="47"/>
                  </a:lnTo>
                  <a:lnTo>
                    <a:pt x="101" y="46"/>
                  </a:lnTo>
                  <a:lnTo>
                    <a:pt x="102" y="45"/>
                  </a:lnTo>
                  <a:lnTo>
                    <a:pt x="103" y="45"/>
                  </a:lnTo>
                  <a:lnTo>
                    <a:pt x="103" y="44"/>
                  </a:lnTo>
                  <a:lnTo>
                    <a:pt x="105" y="44"/>
                  </a:lnTo>
                  <a:lnTo>
                    <a:pt x="106" y="44"/>
                  </a:lnTo>
                  <a:lnTo>
                    <a:pt x="106" y="43"/>
                  </a:lnTo>
                  <a:lnTo>
                    <a:pt x="107" y="43"/>
                  </a:lnTo>
                  <a:lnTo>
                    <a:pt x="107" y="43"/>
                  </a:lnTo>
                  <a:lnTo>
                    <a:pt x="107" y="43"/>
                  </a:lnTo>
                  <a:lnTo>
                    <a:pt x="108" y="43"/>
                  </a:lnTo>
                  <a:lnTo>
                    <a:pt x="108" y="43"/>
                  </a:lnTo>
                  <a:lnTo>
                    <a:pt x="108" y="43"/>
                  </a:lnTo>
                  <a:lnTo>
                    <a:pt x="109" y="43"/>
                  </a:lnTo>
                  <a:lnTo>
                    <a:pt x="109" y="43"/>
                  </a:lnTo>
                  <a:lnTo>
                    <a:pt x="109" y="42"/>
                  </a:lnTo>
                  <a:lnTo>
                    <a:pt x="109" y="42"/>
                  </a:lnTo>
                  <a:lnTo>
                    <a:pt x="110" y="42"/>
                  </a:lnTo>
                  <a:lnTo>
                    <a:pt x="110" y="42"/>
                  </a:lnTo>
                  <a:lnTo>
                    <a:pt x="110" y="42"/>
                  </a:lnTo>
                  <a:lnTo>
                    <a:pt x="110" y="41"/>
                  </a:lnTo>
                  <a:lnTo>
                    <a:pt x="110" y="41"/>
                  </a:lnTo>
                  <a:lnTo>
                    <a:pt x="111" y="41"/>
                  </a:lnTo>
                  <a:lnTo>
                    <a:pt x="111" y="41"/>
                  </a:lnTo>
                  <a:lnTo>
                    <a:pt x="111" y="41"/>
                  </a:lnTo>
                  <a:lnTo>
                    <a:pt x="111" y="41"/>
                  </a:lnTo>
                  <a:lnTo>
                    <a:pt x="112" y="41"/>
                  </a:lnTo>
                  <a:lnTo>
                    <a:pt x="112" y="41"/>
                  </a:lnTo>
                  <a:lnTo>
                    <a:pt x="112" y="41"/>
                  </a:lnTo>
                  <a:lnTo>
                    <a:pt x="113" y="41"/>
                  </a:lnTo>
                  <a:lnTo>
                    <a:pt x="113" y="41"/>
                  </a:lnTo>
                  <a:lnTo>
                    <a:pt x="114" y="41"/>
                  </a:lnTo>
                  <a:lnTo>
                    <a:pt x="114" y="41"/>
                  </a:lnTo>
                  <a:lnTo>
                    <a:pt x="114" y="41"/>
                  </a:lnTo>
                  <a:lnTo>
                    <a:pt x="115" y="41"/>
                  </a:lnTo>
                  <a:lnTo>
                    <a:pt x="115" y="42"/>
                  </a:lnTo>
                  <a:lnTo>
                    <a:pt x="116" y="42"/>
                  </a:lnTo>
                  <a:lnTo>
                    <a:pt x="117" y="42"/>
                  </a:lnTo>
                  <a:lnTo>
                    <a:pt x="117" y="42"/>
                  </a:lnTo>
                  <a:lnTo>
                    <a:pt x="118" y="42"/>
                  </a:lnTo>
                  <a:lnTo>
                    <a:pt x="119" y="43"/>
                  </a:lnTo>
                  <a:lnTo>
                    <a:pt x="120" y="43"/>
                  </a:lnTo>
                  <a:lnTo>
                    <a:pt x="121" y="43"/>
                  </a:lnTo>
                  <a:lnTo>
                    <a:pt x="123" y="43"/>
                  </a:lnTo>
                  <a:lnTo>
                    <a:pt x="124" y="44"/>
                  </a:lnTo>
                  <a:lnTo>
                    <a:pt x="125" y="44"/>
                  </a:lnTo>
                  <a:lnTo>
                    <a:pt x="126" y="44"/>
                  </a:lnTo>
                  <a:lnTo>
                    <a:pt x="127" y="45"/>
                  </a:lnTo>
                  <a:lnTo>
                    <a:pt x="128" y="45"/>
                  </a:lnTo>
                  <a:lnTo>
                    <a:pt x="129" y="46"/>
                  </a:lnTo>
                  <a:lnTo>
                    <a:pt x="131" y="46"/>
                  </a:lnTo>
                  <a:lnTo>
                    <a:pt x="132" y="46"/>
                  </a:lnTo>
                  <a:lnTo>
                    <a:pt x="133" y="47"/>
                  </a:lnTo>
                  <a:lnTo>
                    <a:pt x="134" y="48"/>
                  </a:lnTo>
                  <a:lnTo>
                    <a:pt x="135" y="48"/>
                  </a:lnTo>
                  <a:lnTo>
                    <a:pt x="136" y="49"/>
                  </a:lnTo>
                  <a:lnTo>
                    <a:pt x="137" y="49"/>
                  </a:lnTo>
                  <a:lnTo>
                    <a:pt x="137" y="50"/>
                  </a:lnTo>
                  <a:lnTo>
                    <a:pt x="138" y="50"/>
                  </a:lnTo>
                  <a:lnTo>
                    <a:pt x="138" y="50"/>
                  </a:lnTo>
                  <a:lnTo>
                    <a:pt x="138" y="50"/>
                  </a:lnTo>
                  <a:lnTo>
                    <a:pt x="139" y="51"/>
                  </a:lnTo>
                  <a:lnTo>
                    <a:pt x="139" y="51"/>
                  </a:lnTo>
                  <a:lnTo>
                    <a:pt x="139" y="51"/>
                  </a:lnTo>
                  <a:lnTo>
                    <a:pt x="141" y="51"/>
                  </a:lnTo>
                  <a:lnTo>
                    <a:pt x="141" y="53"/>
                  </a:lnTo>
                  <a:lnTo>
                    <a:pt x="141" y="53"/>
                  </a:lnTo>
                  <a:lnTo>
                    <a:pt x="142" y="53"/>
                  </a:lnTo>
                  <a:lnTo>
                    <a:pt x="142" y="53"/>
                  </a:lnTo>
                  <a:lnTo>
                    <a:pt x="142" y="53"/>
                  </a:lnTo>
                  <a:lnTo>
                    <a:pt x="143" y="53"/>
                  </a:lnTo>
                  <a:lnTo>
                    <a:pt x="143" y="53"/>
                  </a:lnTo>
                  <a:lnTo>
                    <a:pt x="144" y="53"/>
                  </a:lnTo>
                  <a:lnTo>
                    <a:pt x="144" y="53"/>
                  </a:lnTo>
                  <a:lnTo>
                    <a:pt x="144" y="53"/>
                  </a:lnTo>
                  <a:lnTo>
                    <a:pt x="145" y="51"/>
                  </a:lnTo>
                  <a:lnTo>
                    <a:pt x="145" y="51"/>
                  </a:lnTo>
                  <a:lnTo>
                    <a:pt x="146" y="51"/>
                  </a:lnTo>
                  <a:lnTo>
                    <a:pt x="146" y="51"/>
                  </a:lnTo>
                  <a:lnTo>
                    <a:pt x="146" y="50"/>
                  </a:lnTo>
                  <a:lnTo>
                    <a:pt x="146" y="50"/>
                  </a:lnTo>
                  <a:lnTo>
                    <a:pt x="147" y="50"/>
                  </a:lnTo>
                  <a:lnTo>
                    <a:pt x="147" y="50"/>
                  </a:lnTo>
                  <a:lnTo>
                    <a:pt x="147" y="49"/>
                  </a:lnTo>
                  <a:lnTo>
                    <a:pt x="147" y="49"/>
                  </a:lnTo>
                  <a:lnTo>
                    <a:pt x="147" y="49"/>
                  </a:lnTo>
                  <a:lnTo>
                    <a:pt x="147" y="49"/>
                  </a:lnTo>
                  <a:lnTo>
                    <a:pt x="147" y="48"/>
                  </a:lnTo>
                  <a:lnTo>
                    <a:pt x="147" y="48"/>
                  </a:lnTo>
                  <a:lnTo>
                    <a:pt x="146" y="48"/>
                  </a:lnTo>
                  <a:lnTo>
                    <a:pt x="146" y="47"/>
                  </a:lnTo>
                  <a:lnTo>
                    <a:pt x="146" y="47"/>
                  </a:lnTo>
                  <a:lnTo>
                    <a:pt x="146" y="47"/>
                  </a:lnTo>
                  <a:lnTo>
                    <a:pt x="146" y="46"/>
                  </a:lnTo>
                  <a:lnTo>
                    <a:pt x="146" y="46"/>
                  </a:lnTo>
                  <a:lnTo>
                    <a:pt x="146" y="45"/>
                  </a:lnTo>
                  <a:lnTo>
                    <a:pt x="146" y="45"/>
                  </a:lnTo>
                  <a:lnTo>
                    <a:pt x="146" y="45"/>
                  </a:lnTo>
                  <a:lnTo>
                    <a:pt x="146" y="44"/>
                  </a:lnTo>
                  <a:lnTo>
                    <a:pt x="146" y="44"/>
                  </a:lnTo>
                  <a:lnTo>
                    <a:pt x="146" y="43"/>
                  </a:lnTo>
                  <a:lnTo>
                    <a:pt x="146" y="43"/>
                  </a:lnTo>
                  <a:lnTo>
                    <a:pt x="146" y="42"/>
                  </a:lnTo>
                  <a:lnTo>
                    <a:pt x="146" y="42"/>
                  </a:lnTo>
                  <a:lnTo>
                    <a:pt x="147" y="41"/>
                  </a:lnTo>
                  <a:lnTo>
                    <a:pt x="147" y="41"/>
                  </a:lnTo>
                  <a:lnTo>
                    <a:pt x="147" y="41"/>
                  </a:lnTo>
                  <a:lnTo>
                    <a:pt x="147" y="40"/>
                  </a:lnTo>
                  <a:lnTo>
                    <a:pt x="147" y="40"/>
                  </a:lnTo>
                  <a:lnTo>
                    <a:pt x="147" y="40"/>
                  </a:lnTo>
                  <a:lnTo>
                    <a:pt x="147" y="39"/>
                  </a:lnTo>
                  <a:lnTo>
                    <a:pt x="147" y="39"/>
                  </a:lnTo>
                  <a:lnTo>
                    <a:pt x="147" y="39"/>
                  </a:lnTo>
                  <a:lnTo>
                    <a:pt x="148" y="38"/>
                  </a:lnTo>
                  <a:lnTo>
                    <a:pt x="148" y="38"/>
                  </a:lnTo>
                  <a:lnTo>
                    <a:pt x="148" y="38"/>
                  </a:lnTo>
                  <a:lnTo>
                    <a:pt x="148" y="38"/>
                  </a:lnTo>
                  <a:lnTo>
                    <a:pt x="149" y="37"/>
                  </a:lnTo>
                  <a:lnTo>
                    <a:pt x="149" y="37"/>
                  </a:lnTo>
                  <a:lnTo>
                    <a:pt x="150" y="37"/>
                  </a:lnTo>
                  <a:lnTo>
                    <a:pt x="150" y="36"/>
                  </a:lnTo>
                  <a:lnTo>
                    <a:pt x="151" y="36"/>
                  </a:lnTo>
                  <a:lnTo>
                    <a:pt x="151" y="36"/>
                  </a:lnTo>
                  <a:lnTo>
                    <a:pt x="152" y="35"/>
                  </a:lnTo>
                  <a:lnTo>
                    <a:pt x="152" y="35"/>
                  </a:lnTo>
                  <a:lnTo>
                    <a:pt x="152" y="35"/>
                  </a:lnTo>
                  <a:lnTo>
                    <a:pt x="152" y="35"/>
                  </a:lnTo>
                  <a:lnTo>
                    <a:pt x="153" y="35"/>
                  </a:lnTo>
                  <a:lnTo>
                    <a:pt x="153" y="33"/>
                  </a:lnTo>
                  <a:lnTo>
                    <a:pt x="153" y="33"/>
                  </a:lnTo>
                  <a:lnTo>
                    <a:pt x="153" y="33"/>
                  </a:lnTo>
                  <a:lnTo>
                    <a:pt x="153" y="33"/>
                  </a:lnTo>
                  <a:lnTo>
                    <a:pt x="153" y="32"/>
                  </a:lnTo>
                  <a:lnTo>
                    <a:pt x="154" y="32"/>
                  </a:lnTo>
                  <a:lnTo>
                    <a:pt x="154" y="32"/>
                  </a:lnTo>
                  <a:lnTo>
                    <a:pt x="154" y="31"/>
                  </a:lnTo>
                  <a:lnTo>
                    <a:pt x="154" y="31"/>
                  </a:lnTo>
                  <a:lnTo>
                    <a:pt x="155" y="31"/>
                  </a:lnTo>
                  <a:lnTo>
                    <a:pt x="155" y="31"/>
                  </a:lnTo>
                  <a:lnTo>
                    <a:pt x="155" y="30"/>
                  </a:lnTo>
                  <a:lnTo>
                    <a:pt x="156" y="30"/>
                  </a:lnTo>
                  <a:lnTo>
                    <a:pt x="156" y="30"/>
                  </a:lnTo>
                  <a:lnTo>
                    <a:pt x="156" y="29"/>
                  </a:lnTo>
                  <a:lnTo>
                    <a:pt x="157" y="29"/>
                  </a:lnTo>
                  <a:lnTo>
                    <a:pt x="157" y="29"/>
                  </a:lnTo>
                  <a:lnTo>
                    <a:pt x="159" y="29"/>
                  </a:lnTo>
                  <a:lnTo>
                    <a:pt x="160" y="28"/>
                  </a:lnTo>
                  <a:lnTo>
                    <a:pt x="160" y="28"/>
                  </a:lnTo>
                  <a:lnTo>
                    <a:pt x="161" y="28"/>
                  </a:lnTo>
                  <a:lnTo>
                    <a:pt x="162" y="28"/>
                  </a:lnTo>
                  <a:lnTo>
                    <a:pt x="162" y="28"/>
                  </a:lnTo>
                  <a:lnTo>
                    <a:pt x="163" y="28"/>
                  </a:lnTo>
                  <a:lnTo>
                    <a:pt x="164" y="28"/>
                  </a:lnTo>
                  <a:lnTo>
                    <a:pt x="164" y="28"/>
                  </a:lnTo>
                  <a:lnTo>
                    <a:pt x="165" y="28"/>
                  </a:lnTo>
                  <a:lnTo>
                    <a:pt x="166" y="28"/>
                  </a:lnTo>
                  <a:lnTo>
                    <a:pt x="166" y="27"/>
                  </a:lnTo>
                  <a:lnTo>
                    <a:pt x="167" y="27"/>
                  </a:lnTo>
                  <a:lnTo>
                    <a:pt x="167" y="27"/>
                  </a:lnTo>
                  <a:lnTo>
                    <a:pt x="168" y="27"/>
                  </a:lnTo>
                  <a:lnTo>
                    <a:pt x="168" y="27"/>
                  </a:lnTo>
                  <a:lnTo>
                    <a:pt x="168" y="26"/>
                  </a:lnTo>
                  <a:lnTo>
                    <a:pt x="169" y="26"/>
                  </a:lnTo>
                  <a:lnTo>
                    <a:pt x="169" y="26"/>
                  </a:lnTo>
                  <a:lnTo>
                    <a:pt x="169" y="26"/>
                  </a:lnTo>
                  <a:lnTo>
                    <a:pt x="170" y="26"/>
                  </a:lnTo>
                  <a:lnTo>
                    <a:pt x="170" y="26"/>
                  </a:lnTo>
                  <a:lnTo>
                    <a:pt x="170" y="26"/>
                  </a:lnTo>
                  <a:lnTo>
                    <a:pt x="170" y="26"/>
                  </a:lnTo>
                  <a:lnTo>
                    <a:pt x="171" y="26"/>
                  </a:lnTo>
                  <a:lnTo>
                    <a:pt x="171" y="25"/>
                  </a:lnTo>
                  <a:lnTo>
                    <a:pt x="171" y="25"/>
                  </a:lnTo>
                  <a:lnTo>
                    <a:pt x="172" y="25"/>
                  </a:lnTo>
                  <a:lnTo>
                    <a:pt x="172" y="25"/>
                  </a:lnTo>
                  <a:lnTo>
                    <a:pt x="173" y="25"/>
                  </a:lnTo>
                  <a:lnTo>
                    <a:pt x="173" y="25"/>
                  </a:lnTo>
                  <a:lnTo>
                    <a:pt x="174" y="25"/>
                  </a:lnTo>
                  <a:lnTo>
                    <a:pt x="174" y="25"/>
                  </a:lnTo>
                  <a:lnTo>
                    <a:pt x="175" y="25"/>
                  </a:lnTo>
                  <a:lnTo>
                    <a:pt x="175" y="25"/>
                  </a:lnTo>
                  <a:lnTo>
                    <a:pt x="177" y="25"/>
                  </a:lnTo>
                  <a:lnTo>
                    <a:pt x="177" y="25"/>
                  </a:lnTo>
                  <a:lnTo>
                    <a:pt x="178" y="26"/>
                  </a:lnTo>
                  <a:lnTo>
                    <a:pt x="178" y="26"/>
                  </a:lnTo>
                  <a:lnTo>
                    <a:pt x="178" y="26"/>
                  </a:lnTo>
                  <a:lnTo>
                    <a:pt x="179" y="27"/>
                  </a:lnTo>
                  <a:lnTo>
                    <a:pt x="179" y="27"/>
                  </a:lnTo>
                  <a:lnTo>
                    <a:pt x="180" y="27"/>
                  </a:lnTo>
                  <a:lnTo>
                    <a:pt x="180" y="28"/>
                  </a:lnTo>
                  <a:lnTo>
                    <a:pt x="180" y="28"/>
                  </a:lnTo>
                  <a:lnTo>
                    <a:pt x="180" y="29"/>
                  </a:lnTo>
                  <a:lnTo>
                    <a:pt x="181" y="29"/>
                  </a:lnTo>
                  <a:lnTo>
                    <a:pt x="181" y="29"/>
                  </a:lnTo>
                  <a:lnTo>
                    <a:pt x="181" y="30"/>
                  </a:lnTo>
                  <a:lnTo>
                    <a:pt x="182" y="30"/>
                  </a:lnTo>
                  <a:lnTo>
                    <a:pt x="182" y="30"/>
                  </a:lnTo>
                  <a:lnTo>
                    <a:pt x="182" y="31"/>
                  </a:lnTo>
                  <a:lnTo>
                    <a:pt x="183" y="31"/>
                  </a:lnTo>
                  <a:lnTo>
                    <a:pt x="183" y="31"/>
                  </a:lnTo>
                  <a:lnTo>
                    <a:pt x="184" y="32"/>
                  </a:lnTo>
                  <a:lnTo>
                    <a:pt x="184" y="32"/>
                  </a:lnTo>
                  <a:lnTo>
                    <a:pt x="185" y="32"/>
                  </a:lnTo>
                  <a:lnTo>
                    <a:pt x="185" y="32"/>
                  </a:lnTo>
                  <a:lnTo>
                    <a:pt x="186" y="32"/>
                  </a:lnTo>
                  <a:lnTo>
                    <a:pt x="186" y="33"/>
                  </a:lnTo>
                  <a:lnTo>
                    <a:pt x="187" y="33"/>
                  </a:lnTo>
                  <a:lnTo>
                    <a:pt x="187" y="33"/>
                  </a:lnTo>
                  <a:lnTo>
                    <a:pt x="188" y="33"/>
                  </a:lnTo>
                  <a:lnTo>
                    <a:pt x="188" y="33"/>
                  </a:lnTo>
                  <a:lnTo>
                    <a:pt x="188" y="33"/>
                  </a:lnTo>
                  <a:lnTo>
                    <a:pt x="189" y="33"/>
                  </a:lnTo>
                  <a:lnTo>
                    <a:pt x="189" y="33"/>
                  </a:lnTo>
                  <a:lnTo>
                    <a:pt x="189" y="33"/>
                  </a:lnTo>
                  <a:lnTo>
                    <a:pt x="190" y="33"/>
                  </a:lnTo>
                  <a:lnTo>
                    <a:pt x="190" y="33"/>
                  </a:lnTo>
                  <a:lnTo>
                    <a:pt x="190" y="33"/>
                  </a:lnTo>
                  <a:lnTo>
                    <a:pt x="190" y="33"/>
                  </a:lnTo>
                  <a:lnTo>
                    <a:pt x="191" y="32"/>
                  </a:lnTo>
                  <a:lnTo>
                    <a:pt x="191" y="32"/>
                  </a:lnTo>
                  <a:lnTo>
                    <a:pt x="191" y="32"/>
                  </a:lnTo>
                  <a:lnTo>
                    <a:pt x="191" y="32"/>
                  </a:lnTo>
                  <a:lnTo>
                    <a:pt x="192" y="32"/>
                  </a:lnTo>
                  <a:lnTo>
                    <a:pt x="192" y="31"/>
                  </a:lnTo>
                  <a:lnTo>
                    <a:pt x="192" y="31"/>
                  </a:lnTo>
                  <a:lnTo>
                    <a:pt x="192" y="31"/>
                  </a:lnTo>
                  <a:lnTo>
                    <a:pt x="192" y="31"/>
                  </a:lnTo>
                  <a:lnTo>
                    <a:pt x="193" y="31"/>
                  </a:lnTo>
                  <a:lnTo>
                    <a:pt x="193" y="30"/>
                  </a:lnTo>
                  <a:lnTo>
                    <a:pt x="193" y="30"/>
                  </a:lnTo>
                  <a:lnTo>
                    <a:pt x="193" y="30"/>
                  </a:lnTo>
                  <a:lnTo>
                    <a:pt x="193" y="30"/>
                  </a:lnTo>
                  <a:lnTo>
                    <a:pt x="195" y="30"/>
                  </a:lnTo>
                  <a:lnTo>
                    <a:pt x="195" y="30"/>
                  </a:lnTo>
                  <a:lnTo>
                    <a:pt x="195" y="30"/>
                  </a:lnTo>
                  <a:lnTo>
                    <a:pt x="195" y="30"/>
                  </a:lnTo>
                  <a:lnTo>
                    <a:pt x="196" y="30"/>
                  </a:lnTo>
                  <a:lnTo>
                    <a:pt x="196" y="31"/>
                  </a:lnTo>
                  <a:lnTo>
                    <a:pt x="196" y="31"/>
                  </a:lnTo>
                  <a:lnTo>
                    <a:pt x="196" y="31"/>
                  </a:lnTo>
                  <a:lnTo>
                    <a:pt x="197" y="31"/>
                  </a:lnTo>
                  <a:lnTo>
                    <a:pt x="197" y="31"/>
                  </a:lnTo>
                  <a:lnTo>
                    <a:pt x="197" y="32"/>
                  </a:lnTo>
                  <a:lnTo>
                    <a:pt x="197" y="32"/>
                  </a:lnTo>
                  <a:lnTo>
                    <a:pt x="197" y="32"/>
                  </a:lnTo>
                  <a:lnTo>
                    <a:pt x="197" y="33"/>
                  </a:lnTo>
                  <a:lnTo>
                    <a:pt x="198" y="33"/>
                  </a:lnTo>
                  <a:lnTo>
                    <a:pt x="198" y="33"/>
                  </a:lnTo>
                  <a:lnTo>
                    <a:pt x="198" y="35"/>
                  </a:lnTo>
                  <a:lnTo>
                    <a:pt x="198" y="35"/>
                  </a:lnTo>
                  <a:lnTo>
                    <a:pt x="198" y="36"/>
                  </a:lnTo>
                  <a:lnTo>
                    <a:pt x="198" y="36"/>
                  </a:lnTo>
                  <a:lnTo>
                    <a:pt x="198" y="36"/>
                  </a:lnTo>
                  <a:lnTo>
                    <a:pt x="198" y="36"/>
                  </a:lnTo>
                  <a:lnTo>
                    <a:pt x="198" y="37"/>
                  </a:lnTo>
                  <a:lnTo>
                    <a:pt x="198" y="37"/>
                  </a:lnTo>
                  <a:lnTo>
                    <a:pt x="198" y="37"/>
                  </a:lnTo>
                  <a:lnTo>
                    <a:pt x="198" y="37"/>
                  </a:lnTo>
                  <a:lnTo>
                    <a:pt x="198" y="37"/>
                  </a:lnTo>
                  <a:lnTo>
                    <a:pt x="198" y="37"/>
                  </a:lnTo>
                  <a:lnTo>
                    <a:pt x="199" y="37"/>
                  </a:lnTo>
                  <a:lnTo>
                    <a:pt x="199" y="37"/>
                  </a:lnTo>
                  <a:lnTo>
                    <a:pt x="199" y="37"/>
                  </a:lnTo>
                  <a:lnTo>
                    <a:pt x="199" y="37"/>
                  </a:lnTo>
                  <a:lnTo>
                    <a:pt x="200" y="37"/>
                  </a:lnTo>
                  <a:lnTo>
                    <a:pt x="200" y="38"/>
                  </a:lnTo>
                  <a:lnTo>
                    <a:pt x="201" y="38"/>
                  </a:lnTo>
                  <a:lnTo>
                    <a:pt x="201" y="38"/>
                  </a:lnTo>
                  <a:lnTo>
                    <a:pt x="201" y="37"/>
                  </a:lnTo>
                  <a:lnTo>
                    <a:pt x="202" y="37"/>
                  </a:lnTo>
                  <a:lnTo>
                    <a:pt x="202" y="37"/>
                  </a:lnTo>
                  <a:lnTo>
                    <a:pt x="202" y="37"/>
                  </a:lnTo>
                  <a:lnTo>
                    <a:pt x="202" y="37"/>
                  </a:lnTo>
                  <a:lnTo>
                    <a:pt x="203" y="36"/>
                  </a:lnTo>
                  <a:lnTo>
                    <a:pt x="203" y="36"/>
                  </a:lnTo>
                  <a:lnTo>
                    <a:pt x="203" y="36"/>
                  </a:lnTo>
                  <a:lnTo>
                    <a:pt x="203" y="35"/>
                  </a:lnTo>
                  <a:lnTo>
                    <a:pt x="203" y="35"/>
                  </a:lnTo>
                  <a:lnTo>
                    <a:pt x="203" y="35"/>
                  </a:lnTo>
                  <a:lnTo>
                    <a:pt x="203" y="33"/>
                  </a:lnTo>
                  <a:lnTo>
                    <a:pt x="203" y="33"/>
                  </a:lnTo>
                  <a:lnTo>
                    <a:pt x="203" y="33"/>
                  </a:lnTo>
                  <a:lnTo>
                    <a:pt x="203" y="32"/>
                  </a:lnTo>
                  <a:lnTo>
                    <a:pt x="203" y="32"/>
                  </a:lnTo>
                  <a:lnTo>
                    <a:pt x="204" y="32"/>
                  </a:lnTo>
                  <a:lnTo>
                    <a:pt x="204" y="31"/>
                  </a:lnTo>
                  <a:lnTo>
                    <a:pt x="204" y="31"/>
                  </a:lnTo>
                  <a:lnTo>
                    <a:pt x="204" y="31"/>
                  </a:lnTo>
                  <a:lnTo>
                    <a:pt x="204" y="31"/>
                  </a:lnTo>
                  <a:lnTo>
                    <a:pt x="205" y="30"/>
                  </a:lnTo>
                  <a:lnTo>
                    <a:pt x="205" y="30"/>
                  </a:lnTo>
                  <a:lnTo>
                    <a:pt x="205" y="30"/>
                  </a:lnTo>
                  <a:lnTo>
                    <a:pt x="205" y="29"/>
                  </a:lnTo>
                  <a:lnTo>
                    <a:pt x="206" y="29"/>
                  </a:lnTo>
                  <a:lnTo>
                    <a:pt x="206" y="29"/>
                  </a:lnTo>
                  <a:lnTo>
                    <a:pt x="206" y="29"/>
                  </a:lnTo>
                  <a:lnTo>
                    <a:pt x="207" y="29"/>
                  </a:lnTo>
                  <a:lnTo>
                    <a:pt x="207" y="29"/>
                  </a:lnTo>
                  <a:lnTo>
                    <a:pt x="208" y="29"/>
                  </a:lnTo>
                  <a:lnTo>
                    <a:pt x="208" y="29"/>
                  </a:lnTo>
                  <a:lnTo>
                    <a:pt x="209" y="29"/>
                  </a:lnTo>
                  <a:lnTo>
                    <a:pt x="209" y="29"/>
                  </a:lnTo>
                  <a:lnTo>
                    <a:pt x="210" y="28"/>
                  </a:lnTo>
                  <a:lnTo>
                    <a:pt x="210" y="28"/>
                  </a:lnTo>
                  <a:lnTo>
                    <a:pt x="211" y="28"/>
                  </a:lnTo>
                  <a:lnTo>
                    <a:pt x="213" y="28"/>
                  </a:lnTo>
                  <a:lnTo>
                    <a:pt x="213" y="28"/>
                  </a:lnTo>
                  <a:lnTo>
                    <a:pt x="214" y="28"/>
                  </a:lnTo>
                  <a:lnTo>
                    <a:pt x="214" y="29"/>
                  </a:lnTo>
                  <a:lnTo>
                    <a:pt x="214" y="29"/>
                  </a:lnTo>
                  <a:lnTo>
                    <a:pt x="215" y="29"/>
                  </a:lnTo>
                  <a:lnTo>
                    <a:pt x="215" y="29"/>
                  </a:lnTo>
                  <a:lnTo>
                    <a:pt x="215" y="29"/>
                  </a:lnTo>
                  <a:lnTo>
                    <a:pt x="215" y="30"/>
                  </a:lnTo>
                  <a:lnTo>
                    <a:pt x="215" y="30"/>
                  </a:lnTo>
                  <a:lnTo>
                    <a:pt x="215" y="30"/>
                  </a:lnTo>
                  <a:lnTo>
                    <a:pt x="216" y="31"/>
                  </a:lnTo>
                  <a:lnTo>
                    <a:pt x="216" y="31"/>
                  </a:lnTo>
                  <a:lnTo>
                    <a:pt x="216" y="32"/>
                  </a:lnTo>
                  <a:lnTo>
                    <a:pt x="216" y="32"/>
                  </a:lnTo>
                  <a:lnTo>
                    <a:pt x="216" y="33"/>
                  </a:lnTo>
                  <a:lnTo>
                    <a:pt x="217" y="33"/>
                  </a:lnTo>
                  <a:lnTo>
                    <a:pt x="217" y="33"/>
                  </a:lnTo>
                  <a:lnTo>
                    <a:pt x="217" y="35"/>
                  </a:lnTo>
                  <a:lnTo>
                    <a:pt x="217" y="35"/>
                  </a:lnTo>
                  <a:lnTo>
                    <a:pt x="218" y="36"/>
                  </a:lnTo>
                  <a:lnTo>
                    <a:pt x="218" y="36"/>
                  </a:lnTo>
                  <a:lnTo>
                    <a:pt x="218" y="36"/>
                  </a:lnTo>
                  <a:lnTo>
                    <a:pt x="219" y="37"/>
                  </a:lnTo>
                  <a:lnTo>
                    <a:pt x="219" y="37"/>
                  </a:lnTo>
                  <a:lnTo>
                    <a:pt x="219" y="37"/>
                  </a:lnTo>
                  <a:lnTo>
                    <a:pt x="219" y="37"/>
                  </a:lnTo>
                  <a:lnTo>
                    <a:pt x="220" y="38"/>
                  </a:lnTo>
                  <a:lnTo>
                    <a:pt x="220" y="38"/>
                  </a:lnTo>
                  <a:lnTo>
                    <a:pt x="220" y="38"/>
                  </a:lnTo>
                  <a:lnTo>
                    <a:pt x="220" y="38"/>
                  </a:lnTo>
                  <a:lnTo>
                    <a:pt x="220" y="39"/>
                  </a:lnTo>
                  <a:lnTo>
                    <a:pt x="220" y="39"/>
                  </a:lnTo>
                  <a:lnTo>
                    <a:pt x="221" y="39"/>
                  </a:lnTo>
                  <a:lnTo>
                    <a:pt x="221" y="39"/>
                  </a:lnTo>
                  <a:lnTo>
                    <a:pt x="221" y="39"/>
                  </a:lnTo>
                  <a:lnTo>
                    <a:pt x="221" y="39"/>
                  </a:lnTo>
                  <a:lnTo>
                    <a:pt x="221" y="40"/>
                  </a:lnTo>
                  <a:lnTo>
                    <a:pt x="222" y="40"/>
                  </a:lnTo>
                  <a:lnTo>
                    <a:pt x="222" y="40"/>
                  </a:lnTo>
                  <a:lnTo>
                    <a:pt x="222" y="40"/>
                  </a:lnTo>
                  <a:lnTo>
                    <a:pt x="223" y="40"/>
                  </a:lnTo>
                  <a:lnTo>
                    <a:pt x="223" y="40"/>
                  </a:lnTo>
                  <a:lnTo>
                    <a:pt x="224" y="40"/>
                  </a:lnTo>
                  <a:lnTo>
                    <a:pt x="224" y="40"/>
                  </a:lnTo>
                  <a:lnTo>
                    <a:pt x="224" y="40"/>
                  </a:lnTo>
                  <a:lnTo>
                    <a:pt x="225" y="39"/>
                  </a:lnTo>
                  <a:lnTo>
                    <a:pt x="225" y="39"/>
                  </a:lnTo>
                  <a:lnTo>
                    <a:pt x="225" y="39"/>
                  </a:lnTo>
                  <a:lnTo>
                    <a:pt x="226" y="39"/>
                  </a:lnTo>
                  <a:lnTo>
                    <a:pt x="226" y="38"/>
                  </a:lnTo>
                  <a:lnTo>
                    <a:pt x="226" y="38"/>
                  </a:lnTo>
                  <a:lnTo>
                    <a:pt x="226" y="38"/>
                  </a:lnTo>
                  <a:lnTo>
                    <a:pt x="226" y="37"/>
                  </a:lnTo>
                  <a:lnTo>
                    <a:pt x="226" y="37"/>
                  </a:lnTo>
                  <a:lnTo>
                    <a:pt x="226" y="37"/>
                  </a:lnTo>
                  <a:lnTo>
                    <a:pt x="226" y="37"/>
                  </a:lnTo>
                  <a:lnTo>
                    <a:pt x="226" y="36"/>
                  </a:lnTo>
                  <a:lnTo>
                    <a:pt x="226" y="36"/>
                  </a:lnTo>
                  <a:lnTo>
                    <a:pt x="226" y="36"/>
                  </a:lnTo>
                  <a:lnTo>
                    <a:pt x="227" y="36"/>
                  </a:lnTo>
                  <a:lnTo>
                    <a:pt x="227" y="35"/>
                  </a:lnTo>
                  <a:lnTo>
                    <a:pt x="227" y="35"/>
                  </a:lnTo>
                  <a:lnTo>
                    <a:pt x="227" y="35"/>
                  </a:lnTo>
                  <a:lnTo>
                    <a:pt x="227" y="33"/>
                  </a:lnTo>
                  <a:lnTo>
                    <a:pt x="228" y="33"/>
                  </a:lnTo>
                  <a:lnTo>
                    <a:pt x="228" y="33"/>
                  </a:lnTo>
                  <a:lnTo>
                    <a:pt x="228" y="32"/>
                  </a:lnTo>
                  <a:lnTo>
                    <a:pt x="229" y="32"/>
                  </a:lnTo>
                  <a:lnTo>
                    <a:pt x="229" y="32"/>
                  </a:lnTo>
                  <a:lnTo>
                    <a:pt x="231" y="32"/>
                  </a:lnTo>
                  <a:lnTo>
                    <a:pt x="231" y="31"/>
                  </a:lnTo>
                  <a:lnTo>
                    <a:pt x="232" y="31"/>
                  </a:lnTo>
                  <a:lnTo>
                    <a:pt x="232" y="31"/>
                  </a:lnTo>
                  <a:lnTo>
                    <a:pt x="232" y="31"/>
                  </a:lnTo>
                  <a:lnTo>
                    <a:pt x="233" y="30"/>
                  </a:lnTo>
                  <a:lnTo>
                    <a:pt x="233" y="30"/>
                  </a:lnTo>
                  <a:lnTo>
                    <a:pt x="233" y="30"/>
                  </a:lnTo>
                  <a:lnTo>
                    <a:pt x="233" y="30"/>
                  </a:lnTo>
                  <a:lnTo>
                    <a:pt x="233" y="30"/>
                  </a:lnTo>
                  <a:lnTo>
                    <a:pt x="234" y="30"/>
                  </a:lnTo>
                  <a:lnTo>
                    <a:pt x="234" y="30"/>
                  </a:lnTo>
                  <a:lnTo>
                    <a:pt x="234" y="30"/>
                  </a:lnTo>
                  <a:lnTo>
                    <a:pt x="234" y="30"/>
                  </a:lnTo>
                  <a:lnTo>
                    <a:pt x="235" y="29"/>
                  </a:lnTo>
                  <a:lnTo>
                    <a:pt x="235" y="29"/>
                  </a:lnTo>
                  <a:lnTo>
                    <a:pt x="235" y="29"/>
                  </a:lnTo>
                  <a:lnTo>
                    <a:pt x="236" y="29"/>
                  </a:lnTo>
                  <a:lnTo>
                    <a:pt x="236" y="29"/>
                  </a:lnTo>
                  <a:lnTo>
                    <a:pt x="236" y="29"/>
                  </a:lnTo>
                  <a:lnTo>
                    <a:pt x="237" y="29"/>
                  </a:lnTo>
                  <a:lnTo>
                    <a:pt x="237" y="29"/>
                  </a:lnTo>
                  <a:lnTo>
                    <a:pt x="237" y="29"/>
                  </a:lnTo>
                  <a:lnTo>
                    <a:pt x="238" y="29"/>
                  </a:lnTo>
                  <a:lnTo>
                    <a:pt x="238" y="29"/>
                  </a:lnTo>
                  <a:lnTo>
                    <a:pt x="239" y="29"/>
                  </a:lnTo>
                  <a:lnTo>
                    <a:pt x="239" y="29"/>
                  </a:lnTo>
                  <a:lnTo>
                    <a:pt x="239" y="28"/>
                  </a:lnTo>
                  <a:lnTo>
                    <a:pt x="240" y="28"/>
                  </a:lnTo>
                  <a:lnTo>
                    <a:pt x="240" y="28"/>
                  </a:lnTo>
                  <a:lnTo>
                    <a:pt x="241" y="28"/>
                  </a:lnTo>
                  <a:lnTo>
                    <a:pt x="241" y="28"/>
                  </a:lnTo>
                  <a:lnTo>
                    <a:pt x="241" y="28"/>
                  </a:lnTo>
                  <a:lnTo>
                    <a:pt x="242" y="27"/>
                  </a:lnTo>
                  <a:lnTo>
                    <a:pt x="242" y="27"/>
                  </a:lnTo>
                  <a:lnTo>
                    <a:pt x="242" y="27"/>
                  </a:lnTo>
                  <a:lnTo>
                    <a:pt x="242" y="26"/>
                  </a:lnTo>
                  <a:lnTo>
                    <a:pt x="243" y="26"/>
                  </a:lnTo>
                  <a:lnTo>
                    <a:pt x="243" y="26"/>
                  </a:lnTo>
                  <a:lnTo>
                    <a:pt x="243" y="25"/>
                  </a:lnTo>
                  <a:lnTo>
                    <a:pt x="243" y="25"/>
                  </a:lnTo>
                  <a:lnTo>
                    <a:pt x="243" y="24"/>
                  </a:lnTo>
                  <a:lnTo>
                    <a:pt x="244" y="24"/>
                  </a:lnTo>
                  <a:lnTo>
                    <a:pt x="244" y="23"/>
                  </a:lnTo>
                  <a:lnTo>
                    <a:pt x="244" y="23"/>
                  </a:lnTo>
                  <a:lnTo>
                    <a:pt x="244" y="23"/>
                  </a:lnTo>
                  <a:lnTo>
                    <a:pt x="244" y="22"/>
                  </a:lnTo>
                  <a:lnTo>
                    <a:pt x="244" y="22"/>
                  </a:lnTo>
                  <a:lnTo>
                    <a:pt x="245" y="21"/>
                  </a:lnTo>
                  <a:lnTo>
                    <a:pt x="245" y="21"/>
                  </a:lnTo>
                  <a:lnTo>
                    <a:pt x="245" y="20"/>
                  </a:lnTo>
                  <a:lnTo>
                    <a:pt x="245" y="20"/>
                  </a:lnTo>
                  <a:lnTo>
                    <a:pt x="245" y="19"/>
                  </a:lnTo>
                  <a:lnTo>
                    <a:pt x="246" y="19"/>
                  </a:lnTo>
                  <a:lnTo>
                    <a:pt x="246" y="19"/>
                  </a:lnTo>
                  <a:lnTo>
                    <a:pt x="246" y="18"/>
                  </a:lnTo>
                  <a:lnTo>
                    <a:pt x="247" y="18"/>
                  </a:lnTo>
                  <a:lnTo>
                    <a:pt x="247" y="18"/>
                  </a:lnTo>
                  <a:lnTo>
                    <a:pt x="249" y="18"/>
                  </a:lnTo>
                  <a:lnTo>
                    <a:pt x="249" y="18"/>
                  </a:lnTo>
                  <a:lnTo>
                    <a:pt x="249" y="17"/>
                  </a:lnTo>
                  <a:lnTo>
                    <a:pt x="250" y="17"/>
                  </a:lnTo>
                  <a:lnTo>
                    <a:pt x="250" y="17"/>
                  </a:lnTo>
                  <a:lnTo>
                    <a:pt x="251" y="17"/>
                  </a:lnTo>
                  <a:lnTo>
                    <a:pt x="251" y="17"/>
                  </a:lnTo>
                  <a:lnTo>
                    <a:pt x="252" y="17"/>
                  </a:lnTo>
                  <a:lnTo>
                    <a:pt x="252" y="17"/>
                  </a:lnTo>
                  <a:lnTo>
                    <a:pt x="253" y="17"/>
                  </a:lnTo>
                  <a:lnTo>
                    <a:pt x="253" y="17"/>
                  </a:lnTo>
                  <a:lnTo>
                    <a:pt x="254" y="17"/>
                  </a:lnTo>
                  <a:lnTo>
                    <a:pt x="254" y="18"/>
                  </a:lnTo>
                  <a:lnTo>
                    <a:pt x="255" y="18"/>
                  </a:lnTo>
                  <a:lnTo>
                    <a:pt x="255" y="18"/>
                  </a:lnTo>
                  <a:lnTo>
                    <a:pt x="256" y="18"/>
                  </a:lnTo>
                  <a:lnTo>
                    <a:pt x="256" y="19"/>
                  </a:lnTo>
                  <a:lnTo>
                    <a:pt x="257" y="19"/>
                  </a:lnTo>
                  <a:lnTo>
                    <a:pt x="257" y="19"/>
                  </a:lnTo>
                  <a:lnTo>
                    <a:pt x="258" y="20"/>
                  </a:lnTo>
                  <a:lnTo>
                    <a:pt x="258" y="20"/>
                  </a:lnTo>
                  <a:lnTo>
                    <a:pt x="258" y="20"/>
                  </a:lnTo>
                  <a:lnTo>
                    <a:pt x="259" y="20"/>
                  </a:lnTo>
                  <a:lnTo>
                    <a:pt x="259" y="21"/>
                  </a:lnTo>
                  <a:lnTo>
                    <a:pt x="259" y="21"/>
                  </a:lnTo>
                  <a:lnTo>
                    <a:pt x="260" y="21"/>
                  </a:lnTo>
                  <a:lnTo>
                    <a:pt x="260" y="21"/>
                  </a:lnTo>
                  <a:lnTo>
                    <a:pt x="261" y="22"/>
                  </a:lnTo>
                  <a:lnTo>
                    <a:pt x="261" y="22"/>
                  </a:lnTo>
                  <a:lnTo>
                    <a:pt x="262" y="22"/>
                  </a:lnTo>
                  <a:lnTo>
                    <a:pt x="262" y="22"/>
                  </a:lnTo>
                  <a:lnTo>
                    <a:pt x="263" y="22"/>
                  </a:lnTo>
                  <a:lnTo>
                    <a:pt x="263" y="22"/>
                  </a:lnTo>
                  <a:lnTo>
                    <a:pt x="264" y="22"/>
                  </a:lnTo>
                  <a:lnTo>
                    <a:pt x="264" y="22"/>
                  </a:lnTo>
                  <a:lnTo>
                    <a:pt x="265" y="22"/>
                  </a:lnTo>
                  <a:lnTo>
                    <a:pt x="265" y="23"/>
                  </a:lnTo>
                  <a:lnTo>
                    <a:pt x="267" y="23"/>
                  </a:lnTo>
                  <a:lnTo>
                    <a:pt x="267" y="23"/>
                  </a:lnTo>
                  <a:lnTo>
                    <a:pt x="268" y="23"/>
                  </a:lnTo>
                  <a:lnTo>
                    <a:pt x="269" y="23"/>
                  </a:lnTo>
                  <a:lnTo>
                    <a:pt x="269" y="23"/>
                  </a:lnTo>
                  <a:lnTo>
                    <a:pt x="270" y="23"/>
                  </a:lnTo>
                  <a:lnTo>
                    <a:pt x="270" y="23"/>
                  </a:lnTo>
                  <a:lnTo>
                    <a:pt x="270" y="22"/>
                  </a:lnTo>
                  <a:lnTo>
                    <a:pt x="271" y="22"/>
                  </a:lnTo>
                  <a:lnTo>
                    <a:pt x="271" y="22"/>
                  </a:lnTo>
                  <a:lnTo>
                    <a:pt x="272" y="22"/>
                  </a:lnTo>
                  <a:lnTo>
                    <a:pt x="272" y="22"/>
                  </a:lnTo>
                  <a:lnTo>
                    <a:pt x="272" y="22"/>
                  </a:lnTo>
                  <a:lnTo>
                    <a:pt x="273" y="22"/>
                  </a:lnTo>
                  <a:lnTo>
                    <a:pt x="273" y="21"/>
                  </a:lnTo>
                  <a:lnTo>
                    <a:pt x="273" y="21"/>
                  </a:lnTo>
                  <a:lnTo>
                    <a:pt x="273" y="21"/>
                  </a:lnTo>
                  <a:lnTo>
                    <a:pt x="273" y="21"/>
                  </a:lnTo>
                  <a:lnTo>
                    <a:pt x="274" y="21"/>
                  </a:lnTo>
                  <a:lnTo>
                    <a:pt x="274" y="20"/>
                  </a:lnTo>
                  <a:lnTo>
                    <a:pt x="274" y="20"/>
                  </a:lnTo>
                  <a:lnTo>
                    <a:pt x="274" y="20"/>
                  </a:lnTo>
                  <a:lnTo>
                    <a:pt x="274" y="20"/>
                  </a:lnTo>
                  <a:lnTo>
                    <a:pt x="274" y="20"/>
                  </a:lnTo>
                  <a:lnTo>
                    <a:pt x="274" y="19"/>
                  </a:lnTo>
                  <a:lnTo>
                    <a:pt x="275" y="19"/>
                  </a:lnTo>
                  <a:lnTo>
                    <a:pt x="275" y="19"/>
                  </a:lnTo>
                  <a:lnTo>
                    <a:pt x="275" y="19"/>
                  </a:lnTo>
                  <a:lnTo>
                    <a:pt x="275" y="19"/>
                  </a:lnTo>
                  <a:lnTo>
                    <a:pt x="276" y="18"/>
                  </a:lnTo>
                  <a:lnTo>
                    <a:pt x="276" y="18"/>
                  </a:lnTo>
                  <a:lnTo>
                    <a:pt x="276" y="18"/>
                  </a:lnTo>
                  <a:lnTo>
                    <a:pt x="277" y="18"/>
                  </a:lnTo>
                  <a:lnTo>
                    <a:pt x="277" y="18"/>
                  </a:lnTo>
                  <a:lnTo>
                    <a:pt x="277" y="18"/>
                  </a:lnTo>
                  <a:lnTo>
                    <a:pt x="278" y="18"/>
                  </a:lnTo>
                  <a:lnTo>
                    <a:pt x="278" y="18"/>
                  </a:lnTo>
                  <a:lnTo>
                    <a:pt x="278" y="18"/>
                  </a:lnTo>
                  <a:lnTo>
                    <a:pt x="279" y="18"/>
                  </a:lnTo>
                  <a:lnTo>
                    <a:pt x="279" y="18"/>
                  </a:lnTo>
                  <a:lnTo>
                    <a:pt x="279" y="18"/>
                  </a:lnTo>
                  <a:lnTo>
                    <a:pt x="280" y="18"/>
                  </a:lnTo>
                  <a:lnTo>
                    <a:pt x="280" y="18"/>
                  </a:lnTo>
                  <a:lnTo>
                    <a:pt x="280" y="18"/>
                  </a:lnTo>
                  <a:lnTo>
                    <a:pt x="281" y="18"/>
                  </a:lnTo>
                  <a:lnTo>
                    <a:pt x="281" y="18"/>
                  </a:lnTo>
                  <a:lnTo>
                    <a:pt x="281" y="18"/>
                  </a:lnTo>
                  <a:lnTo>
                    <a:pt x="281" y="18"/>
                  </a:lnTo>
                  <a:lnTo>
                    <a:pt x="282" y="18"/>
                  </a:lnTo>
                  <a:lnTo>
                    <a:pt x="282" y="18"/>
                  </a:lnTo>
                  <a:lnTo>
                    <a:pt x="282" y="17"/>
                  </a:lnTo>
                  <a:lnTo>
                    <a:pt x="282" y="17"/>
                  </a:lnTo>
                  <a:lnTo>
                    <a:pt x="283" y="17"/>
                  </a:lnTo>
                  <a:lnTo>
                    <a:pt x="283" y="17"/>
                  </a:lnTo>
                  <a:lnTo>
                    <a:pt x="283" y="15"/>
                  </a:lnTo>
                  <a:lnTo>
                    <a:pt x="283" y="15"/>
                  </a:lnTo>
                  <a:lnTo>
                    <a:pt x="283" y="15"/>
                  </a:lnTo>
                  <a:lnTo>
                    <a:pt x="285" y="15"/>
                  </a:lnTo>
                  <a:lnTo>
                    <a:pt x="285" y="15"/>
                  </a:lnTo>
                  <a:lnTo>
                    <a:pt x="285" y="15"/>
                  </a:lnTo>
                  <a:lnTo>
                    <a:pt x="286" y="15"/>
                  </a:lnTo>
                  <a:lnTo>
                    <a:pt x="286" y="15"/>
                  </a:lnTo>
                  <a:lnTo>
                    <a:pt x="286" y="15"/>
                  </a:lnTo>
                  <a:lnTo>
                    <a:pt x="287" y="15"/>
                  </a:lnTo>
                  <a:lnTo>
                    <a:pt x="287" y="15"/>
                  </a:lnTo>
                  <a:lnTo>
                    <a:pt x="288" y="15"/>
                  </a:lnTo>
                  <a:lnTo>
                    <a:pt x="288" y="15"/>
                  </a:lnTo>
                  <a:lnTo>
                    <a:pt x="289" y="15"/>
                  </a:lnTo>
                  <a:lnTo>
                    <a:pt x="289" y="17"/>
                  </a:lnTo>
                  <a:lnTo>
                    <a:pt x="290" y="17"/>
                  </a:lnTo>
                  <a:lnTo>
                    <a:pt x="291" y="17"/>
                  </a:lnTo>
                  <a:lnTo>
                    <a:pt x="291" y="18"/>
                  </a:lnTo>
                  <a:lnTo>
                    <a:pt x="292" y="18"/>
                  </a:lnTo>
                  <a:lnTo>
                    <a:pt x="293" y="19"/>
                  </a:lnTo>
                  <a:lnTo>
                    <a:pt x="294" y="19"/>
                  </a:lnTo>
                  <a:lnTo>
                    <a:pt x="294" y="20"/>
                  </a:lnTo>
                  <a:lnTo>
                    <a:pt x="295" y="20"/>
                  </a:lnTo>
                  <a:lnTo>
                    <a:pt x="296" y="21"/>
                  </a:lnTo>
                  <a:lnTo>
                    <a:pt x="296" y="21"/>
                  </a:lnTo>
                  <a:lnTo>
                    <a:pt x="297" y="21"/>
                  </a:lnTo>
                  <a:lnTo>
                    <a:pt x="298" y="22"/>
                  </a:lnTo>
                  <a:lnTo>
                    <a:pt x="298" y="22"/>
                  </a:lnTo>
                  <a:lnTo>
                    <a:pt x="299" y="22"/>
                  </a:lnTo>
                  <a:lnTo>
                    <a:pt x="300" y="23"/>
                  </a:lnTo>
                  <a:lnTo>
                    <a:pt x="300" y="23"/>
                  </a:lnTo>
                  <a:lnTo>
                    <a:pt x="301" y="23"/>
                  </a:lnTo>
                  <a:lnTo>
                    <a:pt x="304" y="23"/>
                  </a:lnTo>
                  <a:lnTo>
                    <a:pt x="305" y="24"/>
                  </a:lnTo>
                  <a:lnTo>
                    <a:pt x="306" y="24"/>
                  </a:lnTo>
                  <a:lnTo>
                    <a:pt x="307" y="24"/>
                  </a:lnTo>
                  <a:lnTo>
                    <a:pt x="309" y="25"/>
                  </a:lnTo>
                  <a:lnTo>
                    <a:pt x="310" y="25"/>
                  </a:lnTo>
                  <a:lnTo>
                    <a:pt x="311" y="26"/>
                  </a:lnTo>
                  <a:lnTo>
                    <a:pt x="313" y="26"/>
                  </a:lnTo>
                  <a:lnTo>
                    <a:pt x="314" y="27"/>
                  </a:lnTo>
                  <a:lnTo>
                    <a:pt x="315" y="27"/>
                  </a:lnTo>
                  <a:lnTo>
                    <a:pt x="316" y="28"/>
                  </a:lnTo>
                  <a:lnTo>
                    <a:pt x="316" y="29"/>
                  </a:lnTo>
                  <a:lnTo>
                    <a:pt x="317" y="29"/>
                  </a:lnTo>
                  <a:lnTo>
                    <a:pt x="317" y="30"/>
                  </a:lnTo>
                  <a:lnTo>
                    <a:pt x="317" y="30"/>
                  </a:lnTo>
                  <a:lnTo>
                    <a:pt x="317" y="31"/>
                  </a:lnTo>
                  <a:lnTo>
                    <a:pt x="317" y="32"/>
                  </a:lnTo>
                  <a:lnTo>
                    <a:pt x="317" y="33"/>
                  </a:lnTo>
                  <a:lnTo>
                    <a:pt x="317" y="35"/>
                  </a:lnTo>
                  <a:lnTo>
                    <a:pt x="317" y="36"/>
                  </a:lnTo>
                  <a:lnTo>
                    <a:pt x="317" y="36"/>
                  </a:lnTo>
                  <a:lnTo>
                    <a:pt x="317" y="37"/>
                  </a:lnTo>
                  <a:lnTo>
                    <a:pt x="317" y="38"/>
                  </a:lnTo>
                  <a:lnTo>
                    <a:pt x="317" y="39"/>
                  </a:lnTo>
                  <a:lnTo>
                    <a:pt x="317" y="40"/>
                  </a:lnTo>
                  <a:lnTo>
                    <a:pt x="318" y="41"/>
                  </a:lnTo>
                  <a:lnTo>
                    <a:pt x="318" y="41"/>
                  </a:lnTo>
                  <a:lnTo>
                    <a:pt x="318" y="42"/>
                  </a:lnTo>
                  <a:lnTo>
                    <a:pt x="319" y="42"/>
                  </a:lnTo>
                  <a:lnTo>
                    <a:pt x="319" y="43"/>
                  </a:lnTo>
                  <a:lnTo>
                    <a:pt x="321" y="43"/>
                  </a:lnTo>
                  <a:lnTo>
                    <a:pt x="321" y="43"/>
                  </a:lnTo>
                  <a:lnTo>
                    <a:pt x="321" y="43"/>
                  </a:lnTo>
                  <a:lnTo>
                    <a:pt x="322" y="44"/>
                  </a:lnTo>
                  <a:lnTo>
                    <a:pt x="322" y="44"/>
                  </a:lnTo>
                  <a:lnTo>
                    <a:pt x="323" y="44"/>
                  </a:lnTo>
                  <a:lnTo>
                    <a:pt x="323" y="44"/>
                  </a:lnTo>
                  <a:lnTo>
                    <a:pt x="324" y="44"/>
                  </a:lnTo>
                  <a:lnTo>
                    <a:pt x="324" y="44"/>
                  </a:lnTo>
                  <a:lnTo>
                    <a:pt x="324" y="44"/>
                  </a:lnTo>
                  <a:lnTo>
                    <a:pt x="325" y="44"/>
                  </a:lnTo>
                  <a:lnTo>
                    <a:pt x="325" y="44"/>
                  </a:lnTo>
                  <a:lnTo>
                    <a:pt x="325" y="44"/>
                  </a:lnTo>
                  <a:lnTo>
                    <a:pt x="325" y="43"/>
                  </a:lnTo>
                  <a:lnTo>
                    <a:pt x="326" y="43"/>
                  </a:lnTo>
                  <a:lnTo>
                    <a:pt x="326" y="43"/>
                  </a:lnTo>
                  <a:lnTo>
                    <a:pt x="326" y="43"/>
                  </a:lnTo>
                  <a:lnTo>
                    <a:pt x="326" y="43"/>
                  </a:lnTo>
                  <a:lnTo>
                    <a:pt x="326" y="42"/>
                  </a:lnTo>
                  <a:lnTo>
                    <a:pt x="326" y="42"/>
                  </a:lnTo>
                  <a:lnTo>
                    <a:pt x="326" y="42"/>
                  </a:lnTo>
                  <a:lnTo>
                    <a:pt x="326" y="41"/>
                  </a:lnTo>
                  <a:lnTo>
                    <a:pt x="326" y="41"/>
                  </a:lnTo>
                  <a:lnTo>
                    <a:pt x="326" y="41"/>
                  </a:lnTo>
                  <a:lnTo>
                    <a:pt x="326" y="40"/>
                  </a:lnTo>
                  <a:lnTo>
                    <a:pt x="326" y="40"/>
                  </a:lnTo>
                  <a:lnTo>
                    <a:pt x="326" y="39"/>
                  </a:lnTo>
                  <a:lnTo>
                    <a:pt x="326" y="39"/>
                  </a:lnTo>
                  <a:lnTo>
                    <a:pt x="325" y="39"/>
                  </a:lnTo>
                  <a:lnTo>
                    <a:pt x="325" y="39"/>
                  </a:lnTo>
                  <a:lnTo>
                    <a:pt x="325" y="38"/>
                  </a:lnTo>
                  <a:lnTo>
                    <a:pt x="325" y="38"/>
                  </a:lnTo>
                  <a:lnTo>
                    <a:pt x="325" y="38"/>
                  </a:lnTo>
                  <a:lnTo>
                    <a:pt x="324" y="38"/>
                  </a:lnTo>
                  <a:lnTo>
                    <a:pt x="324" y="37"/>
                  </a:lnTo>
                  <a:lnTo>
                    <a:pt x="324" y="37"/>
                  </a:lnTo>
                  <a:lnTo>
                    <a:pt x="323" y="37"/>
                  </a:lnTo>
                  <a:lnTo>
                    <a:pt x="323" y="36"/>
                  </a:lnTo>
                  <a:lnTo>
                    <a:pt x="323" y="36"/>
                  </a:lnTo>
                  <a:lnTo>
                    <a:pt x="322" y="35"/>
                  </a:lnTo>
                  <a:lnTo>
                    <a:pt x="322" y="35"/>
                  </a:lnTo>
                  <a:lnTo>
                    <a:pt x="322" y="33"/>
                  </a:lnTo>
                  <a:lnTo>
                    <a:pt x="322" y="33"/>
                  </a:lnTo>
                  <a:lnTo>
                    <a:pt x="322" y="32"/>
                  </a:lnTo>
                  <a:lnTo>
                    <a:pt x="321" y="32"/>
                  </a:lnTo>
                  <a:lnTo>
                    <a:pt x="321" y="31"/>
                  </a:lnTo>
                  <a:lnTo>
                    <a:pt x="321" y="30"/>
                  </a:lnTo>
                  <a:lnTo>
                    <a:pt x="321" y="30"/>
                  </a:lnTo>
                  <a:lnTo>
                    <a:pt x="322" y="29"/>
                  </a:lnTo>
                  <a:lnTo>
                    <a:pt x="322" y="28"/>
                  </a:lnTo>
                  <a:lnTo>
                    <a:pt x="322" y="27"/>
                  </a:lnTo>
                  <a:lnTo>
                    <a:pt x="322" y="27"/>
                  </a:lnTo>
                  <a:lnTo>
                    <a:pt x="322" y="26"/>
                  </a:lnTo>
                  <a:lnTo>
                    <a:pt x="322" y="25"/>
                  </a:lnTo>
                  <a:lnTo>
                    <a:pt x="322" y="25"/>
                  </a:lnTo>
                  <a:lnTo>
                    <a:pt x="322" y="24"/>
                  </a:lnTo>
                  <a:lnTo>
                    <a:pt x="322" y="24"/>
                  </a:lnTo>
                  <a:lnTo>
                    <a:pt x="322" y="23"/>
                  </a:lnTo>
                  <a:lnTo>
                    <a:pt x="321" y="23"/>
                  </a:lnTo>
                  <a:lnTo>
                    <a:pt x="321" y="23"/>
                  </a:lnTo>
                  <a:lnTo>
                    <a:pt x="321" y="23"/>
                  </a:lnTo>
                  <a:lnTo>
                    <a:pt x="321" y="23"/>
                  </a:lnTo>
                  <a:lnTo>
                    <a:pt x="319" y="23"/>
                  </a:lnTo>
                  <a:lnTo>
                    <a:pt x="319" y="23"/>
                  </a:lnTo>
                  <a:lnTo>
                    <a:pt x="319" y="23"/>
                  </a:lnTo>
                  <a:lnTo>
                    <a:pt x="318" y="23"/>
                  </a:lnTo>
                  <a:lnTo>
                    <a:pt x="317" y="23"/>
                  </a:lnTo>
                  <a:lnTo>
                    <a:pt x="317" y="23"/>
                  </a:lnTo>
                  <a:lnTo>
                    <a:pt x="316" y="24"/>
                  </a:lnTo>
                  <a:lnTo>
                    <a:pt x="316" y="24"/>
                  </a:lnTo>
                  <a:lnTo>
                    <a:pt x="315" y="23"/>
                  </a:lnTo>
                  <a:lnTo>
                    <a:pt x="315" y="23"/>
                  </a:lnTo>
                  <a:lnTo>
                    <a:pt x="314" y="23"/>
                  </a:lnTo>
                  <a:lnTo>
                    <a:pt x="314" y="23"/>
                  </a:lnTo>
                  <a:lnTo>
                    <a:pt x="313" y="23"/>
                  </a:lnTo>
                  <a:lnTo>
                    <a:pt x="313" y="23"/>
                  </a:lnTo>
                  <a:lnTo>
                    <a:pt x="313" y="23"/>
                  </a:lnTo>
                  <a:lnTo>
                    <a:pt x="313" y="22"/>
                  </a:lnTo>
                  <a:lnTo>
                    <a:pt x="313" y="22"/>
                  </a:lnTo>
                  <a:lnTo>
                    <a:pt x="313" y="21"/>
                  </a:lnTo>
                  <a:lnTo>
                    <a:pt x="313" y="21"/>
                  </a:lnTo>
                  <a:lnTo>
                    <a:pt x="313" y="20"/>
                  </a:lnTo>
                  <a:lnTo>
                    <a:pt x="313" y="20"/>
                  </a:lnTo>
                  <a:lnTo>
                    <a:pt x="313" y="19"/>
                  </a:lnTo>
                  <a:lnTo>
                    <a:pt x="313" y="18"/>
                  </a:lnTo>
                  <a:lnTo>
                    <a:pt x="313" y="18"/>
                  </a:lnTo>
                  <a:lnTo>
                    <a:pt x="313" y="17"/>
                  </a:lnTo>
                  <a:lnTo>
                    <a:pt x="313" y="15"/>
                  </a:lnTo>
                  <a:lnTo>
                    <a:pt x="313" y="15"/>
                  </a:lnTo>
                  <a:lnTo>
                    <a:pt x="313" y="14"/>
                  </a:lnTo>
                  <a:lnTo>
                    <a:pt x="313" y="13"/>
                  </a:lnTo>
                  <a:lnTo>
                    <a:pt x="313" y="13"/>
                  </a:lnTo>
                  <a:lnTo>
                    <a:pt x="314" y="12"/>
                  </a:lnTo>
                  <a:lnTo>
                    <a:pt x="314" y="12"/>
                  </a:lnTo>
                  <a:lnTo>
                    <a:pt x="314" y="11"/>
                  </a:lnTo>
                  <a:lnTo>
                    <a:pt x="315" y="11"/>
                  </a:lnTo>
                  <a:lnTo>
                    <a:pt x="315" y="11"/>
                  </a:lnTo>
                  <a:lnTo>
                    <a:pt x="315" y="10"/>
                  </a:lnTo>
                  <a:lnTo>
                    <a:pt x="316" y="10"/>
                  </a:lnTo>
                  <a:lnTo>
                    <a:pt x="316" y="10"/>
                  </a:lnTo>
                  <a:lnTo>
                    <a:pt x="317" y="10"/>
                  </a:lnTo>
                  <a:lnTo>
                    <a:pt x="317" y="9"/>
                  </a:lnTo>
                  <a:lnTo>
                    <a:pt x="317" y="9"/>
                  </a:lnTo>
                  <a:lnTo>
                    <a:pt x="318" y="9"/>
                  </a:lnTo>
                  <a:lnTo>
                    <a:pt x="318" y="9"/>
                  </a:lnTo>
                  <a:lnTo>
                    <a:pt x="319" y="9"/>
                  </a:lnTo>
                  <a:lnTo>
                    <a:pt x="319" y="9"/>
                  </a:lnTo>
                  <a:lnTo>
                    <a:pt x="321" y="9"/>
                  </a:lnTo>
                  <a:lnTo>
                    <a:pt x="321" y="9"/>
                  </a:lnTo>
                  <a:lnTo>
                    <a:pt x="322" y="9"/>
                  </a:lnTo>
                  <a:lnTo>
                    <a:pt x="322" y="9"/>
                  </a:lnTo>
                  <a:lnTo>
                    <a:pt x="322" y="9"/>
                  </a:lnTo>
                  <a:lnTo>
                    <a:pt x="323" y="9"/>
                  </a:lnTo>
                  <a:lnTo>
                    <a:pt x="323" y="9"/>
                  </a:lnTo>
                  <a:lnTo>
                    <a:pt x="324" y="9"/>
                  </a:lnTo>
                  <a:lnTo>
                    <a:pt x="324" y="9"/>
                  </a:lnTo>
                  <a:lnTo>
                    <a:pt x="325" y="9"/>
                  </a:lnTo>
                  <a:lnTo>
                    <a:pt x="325" y="9"/>
                  </a:lnTo>
                  <a:lnTo>
                    <a:pt x="326" y="9"/>
                  </a:lnTo>
                  <a:lnTo>
                    <a:pt x="326" y="9"/>
                  </a:lnTo>
                  <a:lnTo>
                    <a:pt x="327" y="9"/>
                  </a:lnTo>
                  <a:lnTo>
                    <a:pt x="327" y="8"/>
                  </a:lnTo>
                  <a:lnTo>
                    <a:pt x="327" y="8"/>
                  </a:lnTo>
                  <a:lnTo>
                    <a:pt x="328" y="8"/>
                  </a:lnTo>
                  <a:lnTo>
                    <a:pt x="328" y="8"/>
                  </a:lnTo>
                  <a:lnTo>
                    <a:pt x="328" y="7"/>
                  </a:lnTo>
                  <a:lnTo>
                    <a:pt x="329" y="7"/>
                  </a:lnTo>
                  <a:lnTo>
                    <a:pt x="329" y="7"/>
                  </a:lnTo>
                  <a:lnTo>
                    <a:pt x="329" y="6"/>
                  </a:lnTo>
                  <a:lnTo>
                    <a:pt x="330" y="6"/>
                  </a:lnTo>
                  <a:lnTo>
                    <a:pt x="330" y="6"/>
                  </a:lnTo>
                  <a:lnTo>
                    <a:pt x="330" y="5"/>
                  </a:lnTo>
                  <a:lnTo>
                    <a:pt x="330" y="5"/>
                  </a:lnTo>
                  <a:lnTo>
                    <a:pt x="330" y="4"/>
                  </a:lnTo>
                  <a:lnTo>
                    <a:pt x="330" y="4"/>
                  </a:lnTo>
                  <a:lnTo>
                    <a:pt x="330" y="4"/>
                  </a:lnTo>
                  <a:lnTo>
                    <a:pt x="330" y="3"/>
                  </a:lnTo>
                  <a:lnTo>
                    <a:pt x="330" y="3"/>
                  </a:lnTo>
                  <a:lnTo>
                    <a:pt x="330" y="2"/>
                  </a:lnTo>
                  <a:lnTo>
                    <a:pt x="330" y="2"/>
                  </a:lnTo>
                  <a:lnTo>
                    <a:pt x="331" y="2"/>
                  </a:lnTo>
                  <a:lnTo>
                    <a:pt x="331" y="1"/>
                  </a:lnTo>
                  <a:lnTo>
                    <a:pt x="331" y="1"/>
                  </a:lnTo>
                  <a:lnTo>
                    <a:pt x="331" y="1"/>
                  </a:lnTo>
                  <a:lnTo>
                    <a:pt x="331" y="1"/>
                  </a:lnTo>
                  <a:lnTo>
                    <a:pt x="331" y="0"/>
                  </a:lnTo>
                  <a:lnTo>
                    <a:pt x="331" y="0"/>
                  </a:lnTo>
                  <a:lnTo>
                    <a:pt x="332" y="0"/>
                  </a:lnTo>
                  <a:lnTo>
                    <a:pt x="332" y="0"/>
                  </a:lnTo>
                  <a:lnTo>
                    <a:pt x="332" y="0"/>
                  </a:lnTo>
                  <a:lnTo>
                    <a:pt x="332" y="0"/>
                  </a:lnTo>
                  <a:lnTo>
                    <a:pt x="332" y="0"/>
                  </a:lnTo>
                  <a:lnTo>
                    <a:pt x="332" y="0"/>
                  </a:lnTo>
                  <a:lnTo>
                    <a:pt x="333" y="0"/>
                  </a:lnTo>
                  <a:lnTo>
                    <a:pt x="333" y="1"/>
                  </a:lnTo>
                  <a:lnTo>
                    <a:pt x="333" y="1"/>
                  </a:lnTo>
                  <a:lnTo>
                    <a:pt x="333" y="1"/>
                  </a:lnTo>
                  <a:lnTo>
                    <a:pt x="333" y="2"/>
                  </a:lnTo>
                  <a:lnTo>
                    <a:pt x="333" y="2"/>
                  </a:lnTo>
                  <a:lnTo>
                    <a:pt x="334" y="3"/>
                  </a:lnTo>
                  <a:lnTo>
                    <a:pt x="334" y="4"/>
                  </a:lnTo>
                  <a:lnTo>
                    <a:pt x="334" y="5"/>
                  </a:lnTo>
                  <a:lnTo>
                    <a:pt x="334" y="6"/>
                  </a:lnTo>
                  <a:lnTo>
                    <a:pt x="335" y="7"/>
                  </a:lnTo>
                  <a:lnTo>
                    <a:pt x="335" y="8"/>
                  </a:lnTo>
                  <a:lnTo>
                    <a:pt x="335" y="9"/>
                  </a:lnTo>
                  <a:lnTo>
                    <a:pt x="336" y="11"/>
                  </a:lnTo>
                  <a:lnTo>
                    <a:pt x="336" y="12"/>
                  </a:lnTo>
                  <a:lnTo>
                    <a:pt x="336" y="13"/>
                  </a:lnTo>
                  <a:lnTo>
                    <a:pt x="337" y="14"/>
                  </a:lnTo>
                  <a:lnTo>
                    <a:pt x="337" y="15"/>
                  </a:lnTo>
                  <a:lnTo>
                    <a:pt x="337" y="17"/>
                  </a:lnTo>
                  <a:lnTo>
                    <a:pt x="337" y="18"/>
                  </a:lnTo>
                  <a:lnTo>
                    <a:pt x="339" y="18"/>
                  </a:lnTo>
                  <a:lnTo>
                    <a:pt x="339" y="19"/>
                  </a:lnTo>
                  <a:lnTo>
                    <a:pt x="339" y="19"/>
                  </a:lnTo>
                  <a:lnTo>
                    <a:pt x="340" y="19"/>
                  </a:lnTo>
                  <a:lnTo>
                    <a:pt x="340" y="19"/>
                  </a:lnTo>
                  <a:lnTo>
                    <a:pt x="340" y="19"/>
                  </a:lnTo>
                  <a:lnTo>
                    <a:pt x="341" y="19"/>
                  </a:lnTo>
                  <a:lnTo>
                    <a:pt x="341" y="19"/>
                  </a:lnTo>
                  <a:lnTo>
                    <a:pt x="342" y="19"/>
                  </a:lnTo>
                  <a:lnTo>
                    <a:pt x="342" y="19"/>
                  </a:lnTo>
                  <a:lnTo>
                    <a:pt x="343" y="19"/>
                  </a:lnTo>
                  <a:lnTo>
                    <a:pt x="343" y="19"/>
                  </a:lnTo>
                  <a:lnTo>
                    <a:pt x="343" y="19"/>
                  </a:lnTo>
                  <a:lnTo>
                    <a:pt x="344" y="19"/>
                  </a:lnTo>
                  <a:lnTo>
                    <a:pt x="344" y="19"/>
                  </a:lnTo>
                  <a:lnTo>
                    <a:pt x="345" y="19"/>
                  </a:lnTo>
                  <a:lnTo>
                    <a:pt x="345" y="20"/>
                  </a:lnTo>
                  <a:lnTo>
                    <a:pt x="345" y="20"/>
                  </a:lnTo>
                  <a:lnTo>
                    <a:pt x="346" y="21"/>
                  </a:lnTo>
                  <a:lnTo>
                    <a:pt x="347" y="22"/>
                  </a:lnTo>
                  <a:lnTo>
                    <a:pt x="348" y="23"/>
                  </a:lnTo>
                  <a:lnTo>
                    <a:pt x="350" y="23"/>
                  </a:lnTo>
                  <a:lnTo>
                    <a:pt x="351" y="24"/>
                  </a:lnTo>
                  <a:lnTo>
                    <a:pt x="353" y="25"/>
                  </a:lnTo>
                  <a:lnTo>
                    <a:pt x="354" y="26"/>
                  </a:lnTo>
                  <a:lnTo>
                    <a:pt x="357" y="26"/>
                  </a:lnTo>
                  <a:lnTo>
                    <a:pt x="358" y="27"/>
                  </a:lnTo>
                  <a:lnTo>
                    <a:pt x="360" y="27"/>
                  </a:lnTo>
                  <a:lnTo>
                    <a:pt x="361" y="27"/>
                  </a:lnTo>
                  <a:lnTo>
                    <a:pt x="363" y="28"/>
                  </a:lnTo>
                  <a:lnTo>
                    <a:pt x="364" y="28"/>
                  </a:lnTo>
                  <a:lnTo>
                    <a:pt x="365" y="28"/>
                  </a:lnTo>
                  <a:lnTo>
                    <a:pt x="366" y="28"/>
                  </a:lnTo>
                  <a:lnTo>
                    <a:pt x="366" y="28"/>
                  </a:lnTo>
                  <a:lnTo>
                    <a:pt x="367" y="28"/>
                  </a:lnTo>
                  <a:lnTo>
                    <a:pt x="367" y="28"/>
                  </a:lnTo>
                  <a:lnTo>
                    <a:pt x="368" y="27"/>
                  </a:lnTo>
                  <a:lnTo>
                    <a:pt x="368" y="27"/>
                  </a:lnTo>
                  <a:lnTo>
                    <a:pt x="368" y="27"/>
                  </a:lnTo>
                  <a:lnTo>
                    <a:pt x="369" y="27"/>
                  </a:lnTo>
                  <a:lnTo>
                    <a:pt x="369" y="26"/>
                  </a:lnTo>
                  <a:lnTo>
                    <a:pt x="369" y="26"/>
                  </a:lnTo>
                  <a:lnTo>
                    <a:pt x="370" y="26"/>
                  </a:lnTo>
                  <a:lnTo>
                    <a:pt x="370" y="26"/>
                  </a:lnTo>
                  <a:lnTo>
                    <a:pt x="370" y="25"/>
                  </a:lnTo>
                  <a:lnTo>
                    <a:pt x="371" y="25"/>
                  </a:lnTo>
                  <a:lnTo>
                    <a:pt x="371" y="25"/>
                  </a:lnTo>
                  <a:lnTo>
                    <a:pt x="371" y="25"/>
                  </a:lnTo>
                  <a:lnTo>
                    <a:pt x="372" y="26"/>
                  </a:lnTo>
                  <a:lnTo>
                    <a:pt x="372" y="26"/>
                  </a:lnTo>
                  <a:lnTo>
                    <a:pt x="372" y="27"/>
                  </a:lnTo>
                  <a:lnTo>
                    <a:pt x="373" y="28"/>
                  </a:lnTo>
                  <a:lnTo>
                    <a:pt x="373" y="29"/>
                  </a:lnTo>
                  <a:lnTo>
                    <a:pt x="375" y="30"/>
                  </a:lnTo>
                  <a:lnTo>
                    <a:pt x="376" y="32"/>
                  </a:lnTo>
                  <a:lnTo>
                    <a:pt x="376" y="35"/>
                  </a:lnTo>
                  <a:lnTo>
                    <a:pt x="377" y="37"/>
                  </a:lnTo>
                  <a:lnTo>
                    <a:pt x="378" y="39"/>
                  </a:lnTo>
                  <a:lnTo>
                    <a:pt x="379" y="41"/>
                  </a:lnTo>
                  <a:lnTo>
                    <a:pt x="379" y="43"/>
                  </a:lnTo>
                  <a:lnTo>
                    <a:pt x="380" y="45"/>
                  </a:lnTo>
                  <a:lnTo>
                    <a:pt x="381" y="47"/>
                  </a:lnTo>
                  <a:lnTo>
                    <a:pt x="381" y="49"/>
                  </a:lnTo>
                  <a:lnTo>
                    <a:pt x="382" y="51"/>
                  </a:lnTo>
                  <a:lnTo>
                    <a:pt x="382" y="54"/>
                  </a:lnTo>
                  <a:lnTo>
                    <a:pt x="382" y="55"/>
                  </a:lnTo>
                  <a:lnTo>
                    <a:pt x="383" y="57"/>
                  </a:lnTo>
                  <a:lnTo>
                    <a:pt x="383" y="59"/>
                  </a:lnTo>
                  <a:lnTo>
                    <a:pt x="383" y="61"/>
                  </a:lnTo>
                  <a:lnTo>
                    <a:pt x="383" y="63"/>
                  </a:lnTo>
                  <a:lnTo>
                    <a:pt x="384" y="65"/>
                  </a:lnTo>
                  <a:lnTo>
                    <a:pt x="384" y="66"/>
                  </a:lnTo>
                  <a:lnTo>
                    <a:pt x="384" y="68"/>
                  </a:lnTo>
                  <a:lnTo>
                    <a:pt x="384" y="69"/>
                  </a:lnTo>
                  <a:lnTo>
                    <a:pt x="384" y="71"/>
                  </a:lnTo>
                  <a:lnTo>
                    <a:pt x="385" y="72"/>
                  </a:lnTo>
                  <a:lnTo>
                    <a:pt x="385" y="74"/>
                  </a:lnTo>
                  <a:lnTo>
                    <a:pt x="385" y="75"/>
                  </a:lnTo>
                  <a:lnTo>
                    <a:pt x="385" y="76"/>
                  </a:lnTo>
                  <a:lnTo>
                    <a:pt x="386" y="77"/>
                  </a:lnTo>
                  <a:lnTo>
                    <a:pt x="386" y="78"/>
                  </a:lnTo>
                  <a:lnTo>
                    <a:pt x="387" y="79"/>
                  </a:lnTo>
                  <a:lnTo>
                    <a:pt x="387" y="80"/>
                  </a:lnTo>
                  <a:lnTo>
                    <a:pt x="387" y="80"/>
                  </a:lnTo>
                  <a:lnTo>
                    <a:pt x="388" y="81"/>
                  </a:lnTo>
                  <a:lnTo>
                    <a:pt x="388" y="81"/>
                  </a:lnTo>
                  <a:lnTo>
                    <a:pt x="388" y="82"/>
                  </a:lnTo>
                  <a:lnTo>
                    <a:pt x="388" y="83"/>
                  </a:lnTo>
                  <a:lnTo>
                    <a:pt x="388" y="83"/>
                  </a:lnTo>
                  <a:lnTo>
                    <a:pt x="388" y="84"/>
                  </a:lnTo>
                  <a:lnTo>
                    <a:pt x="389" y="84"/>
                  </a:lnTo>
                  <a:lnTo>
                    <a:pt x="389" y="84"/>
                  </a:lnTo>
                  <a:lnTo>
                    <a:pt x="389" y="85"/>
                  </a:lnTo>
                  <a:lnTo>
                    <a:pt x="389" y="85"/>
                  </a:lnTo>
                  <a:lnTo>
                    <a:pt x="388" y="85"/>
                  </a:lnTo>
                  <a:lnTo>
                    <a:pt x="388" y="85"/>
                  </a:lnTo>
                  <a:lnTo>
                    <a:pt x="388" y="85"/>
                  </a:lnTo>
                  <a:lnTo>
                    <a:pt x="388" y="85"/>
                  </a:lnTo>
                  <a:lnTo>
                    <a:pt x="387" y="85"/>
                  </a:lnTo>
                  <a:lnTo>
                    <a:pt x="387" y="85"/>
                  </a:lnTo>
                  <a:lnTo>
                    <a:pt x="386" y="85"/>
                  </a:lnTo>
                  <a:lnTo>
                    <a:pt x="386" y="85"/>
                  </a:lnTo>
                  <a:lnTo>
                    <a:pt x="385" y="85"/>
                  </a:lnTo>
                  <a:lnTo>
                    <a:pt x="385" y="85"/>
                  </a:lnTo>
                  <a:lnTo>
                    <a:pt x="384" y="85"/>
                  </a:lnTo>
                  <a:lnTo>
                    <a:pt x="384" y="85"/>
                  </a:lnTo>
                  <a:lnTo>
                    <a:pt x="383" y="85"/>
                  </a:lnTo>
                  <a:lnTo>
                    <a:pt x="383" y="85"/>
                  </a:lnTo>
                  <a:lnTo>
                    <a:pt x="382" y="85"/>
                  </a:lnTo>
                  <a:lnTo>
                    <a:pt x="382" y="85"/>
                  </a:lnTo>
                  <a:lnTo>
                    <a:pt x="381" y="85"/>
                  </a:lnTo>
                  <a:lnTo>
                    <a:pt x="381" y="86"/>
                  </a:lnTo>
                  <a:lnTo>
                    <a:pt x="381" y="86"/>
                  </a:lnTo>
                  <a:lnTo>
                    <a:pt x="380" y="86"/>
                  </a:lnTo>
                  <a:lnTo>
                    <a:pt x="380" y="87"/>
                  </a:lnTo>
                  <a:lnTo>
                    <a:pt x="379" y="89"/>
                  </a:lnTo>
                  <a:lnTo>
                    <a:pt x="378" y="90"/>
                  </a:lnTo>
                  <a:lnTo>
                    <a:pt x="377" y="91"/>
                  </a:lnTo>
                  <a:lnTo>
                    <a:pt x="376" y="93"/>
                  </a:lnTo>
                  <a:lnTo>
                    <a:pt x="375" y="94"/>
                  </a:lnTo>
                  <a:lnTo>
                    <a:pt x="372" y="96"/>
                  </a:lnTo>
                  <a:lnTo>
                    <a:pt x="371" y="97"/>
                  </a:lnTo>
                  <a:lnTo>
                    <a:pt x="369" y="99"/>
                  </a:lnTo>
                  <a:lnTo>
                    <a:pt x="368" y="100"/>
                  </a:lnTo>
                  <a:lnTo>
                    <a:pt x="366" y="101"/>
                  </a:lnTo>
                  <a:lnTo>
                    <a:pt x="365" y="102"/>
                  </a:lnTo>
                  <a:lnTo>
                    <a:pt x="364" y="103"/>
                  </a:lnTo>
                  <a:lnTo>
                    <a:pt x="363" y="104"/>
                  </a:lnTo>
                  <a:lnTo>
                    <a:pt x="362" y="104"/>
                  </a:lnTo>
                  <a:lnTo>
                    <a:pt x="361" y="104"/>
                  </a:lnTo>
                  <a:lnTo>
                    <a:pt x="361" y="104"/>
                  </a:lnTo>
                  <a:lnTo>
                    <a:pt x="361" y="104"/>
                  </a:lnTo>
                  <a:lnTo>
                    <a:pt x="360" y="104"/>
                  </a:lnTo>
                  <a:lnTo>
                    <a:pt x="360" y="103"/>
                  </a:lnTo>
                  <a:lnTo>
                    <a:pt x="360" y="103"/>
                  </a:lnTo>
                  <a:lnTo>
                    <a:pt x="360" y="103"/>
                  </a:lnTo>
                  <a:lnTo>
                    <a:pt x="360" y="103"/>
                  </a:lnTo>
                  <a:lnTo>
                    <a:pt x="360" y="103"/>
                  </a:lnTo>
                  <a:lnTo>
                    <a:pt x="359" y="103"/>
                  </a:lnTo>
                  <a:lnTo>
                    <a:pt x="359" y="103"/>
                  </a:lnTo>
                  <a:lnTo>
                    <a:pt x="359" y="102"/>
                  </a:lnTo>
                  <a:lnTo>
                    <a:pt x="359" y="102"/>
                  </a:lnTo>
                  <a:lnTo>
                    <a:pt x="359" y="102"/>
                  </a:lnTo>
                  <a:lnTo>
                    <a:pt x="359" y="102"/>
                  </a:lnTo>
                  <a:lnTo>
                    <a:pt x="359" y="102"/>
                  </a:lnTo>
                  <a:lnTo>
                    <a:pt x="359" y="101"/>
                  </a:lnTo>
                  <a:lnTo>
                    <a:pt x="359" y="101"/>
                  </a:lnTo>
                  <a:lnTo>
                    <a:pt x="359" y="101"/>
                  </a:lnTo>
                  <a:lnTo>
                    <a:pt x="359" y="101"/>
                  </a:lnTo>
                  <a:lnTo>
                    <a:pt x="359" y="100"/>
                  </a:lnTo>
                  <a:lnTo>
                    <a:pt x="359" y="100"/>
                  </a:lnTo>
                  <a:lnTo>
                    <a:pt x="358" y="100"/>
                  </a:lnTo>
                  <a:lnTo>
                    <a:pt x="358" y="100"/>
                  </a:lnTo>
                  <a:lnTo>
                    <a:pt x="358" y="100"/>
                  </a:lnTo>
                  <a:lnTo>
                    <a:pt x="358" y="100"/>
                  </a:lnTo>
                  <a:lnTo>
                    <a:pt x="358" y="100"/>
                  </a:lnTo>
                  <a:lnTo>
                    <a:pt x="357" y="100"/>
                  </a:lnTo>
                  <a:lnTo>
                    <a:pt x="357" y="100"/>
                  </a:lnTo>
                  <a:lnTo>
                    <a:pt x="357" y="100"/>
                  </a:lnTo>
                  <a:lnTo>
                    <a:pt x="355" y="100"/>
                  </a:lnTo>
                  <a:lnTo>
                    <a:pt x="355" y="101"/>
                  </a:lnTo>
                  <a:lnTo>
                    <a:pt x="355" y="101"/>
                  </a:lnTo>
                  <a:lnTo>
                    <a:pt x="354" y="102"/>
                  </a:lnTo>
                  <a:lnTo>
                    <a:pt x="354" y="102"/>
                  </a:lnTo>
                  <a:lnTo>
                    <a:pt x="354" y="102"/>
                  </a:lnTo>
                  <a:lnTo>
                    <a:pt x="353" y="103"/>
                  </a:lnTo>
                  <a:lnTo>
                    <a:pt x="353" y="103"/>
                  </a:lnTo>
                  <a:lnTo>
                    <a:pt x="353" y="103"/>
                  </a:lnTo>
                  <a:lnTo>
                    <a:pt x="352" y="104"/>
                  </a:lnTo>
                  <a:lnTo>
                    <a:pt x="352" y="104"/>
                  </a:lnTo>
                  <a:lnTo>
                    <a:pt x="352" y="104"/>
                  </a:lnTo>
                  <a:lnTo>
                    <a:pt x="352" y="104"/>
                  </a:lnTo>
                  <a:lnTo>
                    <a:pt x="352" y="105"/>
                  </a:lnTo>
                  <a:lnTo>
                    <a:pt x="352" y="105"/>
                  </a:lnTo>
                  <a:lnTo>
                    <a:pt x="352" y="105"/>
                  </a:lnTo>
                  <a:lnTo>
                    <a:pt x="352" y="107"/>
                  </a:lnTo>
                  <a:lnTo>
                    <a:pt x="352" y="107"/>
                  </a:lnTo>
                  <a:lnTo>
                    <a:pt x="352" y="108"/>
                  </a:lnTo>
                  <a:lnTo>
                    <a:pt x="352" y="108"/>
                  </a:lnTo>
                  <a:lnTo>
                    <a:pt x="352" y="108"/>
                  </a:lnTo>
                  <a:lnTo>
                    <a:pt x="352" y="109"/>
                  </a:lnTo>
                  <a:lnTo>
                    <a:pt x="352" y="109"/>
                  </a:lnTo>
                  <a:lnTo>
                    <a:pt x="352" y="110"/>
                  </a:lnTo>
                  <a:lnTo>
                    <a:pt x="352" y="110"/>
                  </a:lnTo>
                  <a:lnTo>
                    <a:pt x="351" y="110"/>
                  </a:lnTo>
                  <a:lnTo>
                    <a:pt x="351" y="111"/>
                  </a:lnTo>
                  <a:lnTo>
                    <a:pt x="351" y="111"/>
                  </a:lnTo>
                  <a:lnTo>
                    <a:pt x="351" y="111"/>
                  </a:lnTo>
                  <a:lnTo>
                    <a:pt x="351" y="111"/>
                  </a:lnTo>
                  <a:lnTo>
                    <a:pt x="350" y="112"/>
                  </a:lnTo>
                  <a:lnTo>
                    <a:pt x="350" y="112"/>
                  </a:lnTo>
                  <a:lnTo>
                    <a:pt x="349" y="113"/>
                  </a:lnTo>
                  <a:lnTo>
                    <a:pt x="349" y="113"/>
                  </a:lnTo>
                  <a:lnTo>
                    <a:pt x="348" y="114"/>
                  </a:lnTo>
                  <a:lnTo>
                    <a:pt x="348" y="114"/>
                  </a:lnTo>
                  <a:lnTo>
                    <a:pt x="347" y="115"/>
                  </a:lnTo>
                  <a:lnTo>
                    <a:pt x="347" y="115"/>
                  </a:lnTo>
                  <a:lnTo>
                    <a:pt x="347" y="116"/>
                  </a:lnTo>
                  <a:lnTo>
                    <a:pt x="346" y="116"/>
                  </a:lnTo>
                  <a:lnTo>
                    <a:pt x="346" y="117"/>
                  </a:lnTo>
                  <a:lnTo>
                    <a:pt x="345" y="117"/>
                  </a:lnTo>
                  <a:lnTo>
                    <a:pt x="345" y="118"/>
                  </a:lnTo>
                  <a:lnTo>
                    <a:pt x="345" y="118"/>
                  </a:lnTo>
                  <a:lnTo>
                    <a:pt x="344" y="119"/>
                  </a:lnTo>
                  <a:lnTo>
                    <a:pt x="344" y="119"/>
                  </a:lnTo>
                  <a:lnTo>
                    <a:pt x="343" y="120"/>
                  </a:lnTo>
                  <a:lnTo>
                    <a:pt x="343" y="120"/>
                  </a:lnTo>
                  <a:lnTo>
                    <a:pt x="342" y="120"/>
                  </a:lnTo>
                  <a:lnTo>
                    <a:pt x="341" y="121"/>
                  </a:lnTo>
                  <a:lnTo>
                    <a:pt x="341" y="121"/>
                  </a:lnTo>
                  <a:lnTo>
                    <a:pt x="340" y="121"/>
                  </a:lnTo>
                  <a:lnTo>
                    <a:pt x="339" y="121"/>
                  </a:lnTo>
                  <a:lnTo>
                    <a:pt x="339" y="122"/>
                  </a:lnTo>
                  <a:lnTo>
                    <a:pt x="337" y="122"/>
                  </a:lnTo>
                  <a:lnTo>
                    <a:pt x="336" y="122"/>
                  </a:lnTo>
                  <a:lnTo>
                    <a:pt x="336" y="123"/>
                  </a:lnTo>
                  <a:lnTo>
                    <a:pt x="335" y="123"/>
                  </a:lnTo>
                  <a:lnTo>
                    <a:pt x="334" y="125"/>
                  </a:lnTo>
                  <a:lnTo>
                    <a:pt x="334" y="125"/>
                  </a:lnTo>
                  <a:lnTo>
                    <a:pt x="333" y="125"/>
                  </a:lnTo>
                  <a:lnTo>
                    <a:pt x="332" y="126"/>
                  </a:lnTo>
                  <a:lnTo>
                    <a:pt x="332" y="126"/>
                  </a:lnTo>
                  <a:lnTo>
                    <a:pt x="331" y="127"/>
                  </a:lnTo>
                  <a:lnTo>
                    <a:pt x="331" y="127"/>
                  </a:lnTo>
                  <a:lnTo>
                    <a:pt x="331" y="128"/>
                  </a:lnTo>
                  <a:lnTo>
                    <a:pt x="331" y="128"/>
                  </a:lnTo>
                  <a:lnTo>
                    <a:pt x="330" y="129"/>
                  </a:lnTo>
                  <a:lnTo>
                    <a:pt x="330" y="129"/>
                  </a:lnTo>
                  <a:lnTo>
                    <a:pt x="330" y="130"/>
                  </a:lnTo>
                  <a:lnTo>
                    <a:pt x="330" y="130"/>
                  </a:lnTo>
                  <a:lnTo>
                    <a:pt x="330" y="130"/>
                  </a:lnTo>
                  <a:lnTo>
                    <a:pt x="330" y="131"/>
                  </a:lnTo>
                  <a:lnTo>
                    <a:pt x="330" y="131"/>
                  </a:lnTo>
                  <a:lnTo>
                    <a:pt x="330" y="131"/>
                  </a:lnTo>
                  <a:lnTo>
                    <a:pt x="330" y="131"/>
                  </a:lnTo>
                  <a:lnTo>
                    <a:pt x="330" y="132"/>
                  </a:lnTo>
                  <a:lnTo>
                    <a:pt x="330" y="132"/>
                  </a:lnTo>
                  <a:lnTo>
                    <a:pt x="330" y="132"/>
                  </a:lnTo>
                  <a:lnTo>
                    <a:pt x="330" y="133"/>
                  </a:lnTo>
                  <a:lnTo>
                    <a:pt x="330" y="133"/>
                  </a:lnTo>
                  <a:lnTo>
                    <a:pt x="331" y="134"/>
                  </a:lnTo>
                  <a:lnTo>
                    <a:pt x="331" y="134"/>
                  </a:lnTo>
                  <a:lnTo>
                    <a:pt x="331" y="135"/>
                  </a:lnTo>
                  <a:lnTo>
                    <a:pt x="331" y="135"/>
                  </a:lnTo>
                  <a:lnTo>
                    <a:pt x="331" y="135"/>
                  </a:lnTo>
                  <a:lnTo>
                    <a:pt x="331" y="136"/>
                  </a:lnTo>
                  <a:lnTo>
                    <a:pt x="331" y="136"/>
                  </a:lnTo>
                  <a:lnTo>
                    <a:pt x="331" y="136"/>
                  </a:lnTo>
                  <a:lnTo>
                    <a:pt x="331" y="137"/>
                  </a:lnTo>
                  <a:lnTo>
                    <a:pt x="332" y="137"/>
                  </a:lnTo>
                  <a:lnTo>
                    <a:pt x="332" y="137"/>
                  </a:lnTo>
                  <a:lnTo>
                    <a:pt x="332" y="137"/>
                  </a:lnTo>
                  <a:lnTo>
                    <a:pt x="332" y="137"/>
                  </a:lnTo>
                  <a:lnTo>
                    <a:pt x="331" y="138"/>
                  </a:lnTo>
                  <a:lnTo>
                    <a:pt x="331" y="138"/>
                  </a:lnTo>
                  <a:lnTo>
                    <a:pt x="331" y="138"/>
                  </a:lnTo>
                  <a:lnTo>
                    <a:pt x="331" y="139"/>
                  </a:lnTo>
                  <a:lnTo>
                    <a:pt x="330" y="139"/>
                  </a:lnTo>
                  <a:lnTo>
                    <a:pt x="330" y="139"/>
                  </a:lnTo>
                  <a:lnTo>
                    <a:pt x="329" y="140"/>
                  </a:lnTo>
                  <a:lnTo>
                    <a:pt x="329" y="140"/>
                  </a:lnTo>
                  <a:lnTo>
                    <a:pt x="329" y="141"/>
                  </a:lnTo>
                  <a:lnTo>
                    <a:pt x="329" y="141"/>
                  </a:lnTo>
                  <a:lnTo>
                    <a:pt x="328" y="143"/>
                  </a:lnTo>
                  <a:lnTo>
                    <a:pt x="328" y="143"/>
                  </a:lnTo>
                  <a:lnTo>
                    <a:pt x="328" y="144"/>
                  </a:lnTo>
                  <a:lnTo>
                    <a:pt x="328" y="145"/>
                  </a:lnTo>
                  <a:lnTo>
                    <a:pt x="328" y="145"/>
                  </a:lnTo>
                  <a:lnTo>
                    <a:pt x="327" y="146"/>
                  </a:lnTo>
                  <a:lnTo>
                    <a:pt x="327" y="146"/>
                  </a:lnTo>
                  <a:lnTo>
                    <a:pt x="327" y="147"/>
                  </a:lnTo>
                  <a:lnTo>
                    <a:pt x="327" y="147"/>
                  </a:lnTo>
                  <a:lnTo>
                    <a:pt x="326" y="147"/>
                  </a:lnTo>
                  <a:lnTo>
                    <a:pt x="326" y="148"/>
                  </a:lnTo>
                  <a:lnTo>
                    <a:pt x="325" y="148"/>
                  </a:lnTo>
                  <a:lnTo>
                    <a:pt x="325" y="149"/>
                  </a:lnTo>
                  <a:lnTo>
                    <a:pt x="325" y="150"/>
                  </a:lnTo>
                  <a:lnTo>
                    <a:pt x="324" y="150"/>
                  </a:lnTo>
                  <a:lnTo>
                    <a:pt x="324" y="151"/>
                  </a:lnTo>
                  <a:lnTo>
                    <a:pt x="323" y="152"/>
                  </a:lnTo>
                  <a:lnTo>
                    <a:pt x="323" y="153"/>
                  </a:lnTo>
                  <a:lnTo>
                    <a:pt x="322" y="154"/>
                  </a:lnTo>
                  <a:lnTo>
                    <a:pt x="322" y="154"/>
                  </a:lnTo>
                  <a:lnTo>
                    <a:pt x="322" y="155"/>
                  </a:lnTo>
                  <a:lnTo>
                    <a:pt x="321" y="156"/>
                  </a:lnTo>
                  <a:lnTo>
                    <a:pt x="321" y="157"/>
                  </a:lnTo>
                  <a:lnTo>
                    <a:pt x="319" y="158"/>
                  </a:lnTo>
                  <a:lnTo>
                    <a:pt x="319" y="159"/>
                  </a:lnTo>
                  <a:lnTo>
                    <a:pt x="318" y="161"/>
                  </a:lnTo>
                  <a:lnTo>
                    <a:pt x="317" y="162"/>
                  </a:lnTo>
                  <a:lnTo>
                    <a:pt x="317" y="163"/>
                  </a:lnTo>
                  <a:lnTo>
                    <a:pt x="317" y="163"/>
                  </a:lnTo>
                  <a:lnTo>
                    <a:pt x="317" y="164"/>
                  </a:lnTo>
                  <a:lnTo>
                    <a:pt x="316" y="164"/>
                  </a:lnTo>
                  <a:lnTo>
                    <a:pt x="316" y="164"/>
                  </a:lnTo>
                  <a:lnTo>
                    <a:pt x="316" y="165"/>
                  </a:lnTo>
                  <a:lnTo>
                    <a:pt x="316" y="165"/>
                  </a:lnTo>
                  <a:lnTo>
                    <a:pt x="316" y="166"/>
                  </a:lnTo>
                  <a:lnTo>
                    <a:pt x="315" y="166"/>
                  </a:lnTo>
                  <a:lnTo>
                    <a:pt x="315" y="166"/>
                  </a:lnTo>
                  <a:lnTo>
                    <a:pt x="315" y="167"/>
                  </a:lnTo>
                  <a:lnTo>
                    <a:pt x="315" y="167"/>
                  </a:lnTo>
                  <a:lnTo>
                    <a:pt x="315" y="168"/>
                  </a:lnTo>
                  <a:lnTo>
                    <a:pt x="315" y="168"/>
                  </a:lnTo>
                  <a:lnTo>
                    <a:pt x="315" y="169"/>
                  </a:lnTo>
                  <a:lnTo>
                    <a:pt x="315" y="169"/>
                  </a:lnTo>
                  <a:lnTo>
                    <a:pt x="315" y="170"/>
                  </a:lnTo>
                  <a:lnTo>
                    <a:pt x="315" y="171"/>
                  </a:lnTo>
                  <a:lnTo>
                    <a:pt x="315" y="171"/>
                  </a:lnTo>
                  <a:lnTo>
                    <a:pt x="315" y="172"/>
                  </a:lnTo>
                  <a:lnTo>
                    <a:pt x="315" y="173"/>
                  </a:lnTo>
                  <a:lnTo>
                    <a:pt x="315" y="174"/>
                  </a:lnTo>
                  <a:lnTo>
                    <a:pt x="315" y="175"/>
                  </a:lnTo>
                  <a:lnTo>
                    <a:pt x="315" y="176"/>
                  </a:lnTo>
                  <a:lnTo>
                    <a:pt x="315" y="177"/>
                  </a:lnTo>
                  <a:lnTo>
                    <a:pt x="315" y="177"/>
                  </a:lnTo>
                  <a:lnTo>
                    <a:pt x="315" y="179"/>
                  </a:lnTo>
                  <a:lnTo>
                    <a:pt x="315" y="180"/>
                  </a:lnTo>
                  <a:lnTo>
                    <a:pt x="315" y="180"/>
                  </a:lnTo>
                  <a:lnTo>
                    <a:pt x="315" y="181"/>
                  </a:lnTo>
                  <a:lnTo>
                    <a:pt x="314" y="181"/>
                  </a:lnTo>
                  <a:lnTo>
                    <a:pt x="314" y="182"/>
                  </a:lnTo>
                  <a:lnTo>
                    <a:pt x="313" y="182"/>
                  </a:lnTo>
                  <a:lnTo>
                    <a:pt x="313" y="182"/>
                  </a:lnTo>
                  <a:lnTo>
                    <a:pt x="312" y="182"/>
                  </a:lnTo>
                  <a:lnTo>
                    <a:pt x="312" y="183"/>
                  </a:lnTo>
                  <a:lnTo>
                    <a:pt x="312" y="183"/>
                  </a:lnTo>
                  <a:lnTo>
                    <a:pt x="311" y="183"/>
                  </a:lnTo>
                  <a:lnTo>
                    <a:pt x="311" y="184"/>
                  </a:lnTo>
                  <a:lnTo>
                    <a:pt x="310" y="184"/>
                  </a:lnTo>
                  <a:lnTo>
                    <a:pt x="310" y="184"/>
                  </a:lnTo>
                  <a:lnTo>
                    <a:pt x="309" y="185"/>
                  </a:lnTo>
                  <a:lnTo>
                    <a:pt x="309" y="185"/>
                  </a:lnTo>
                  <a:lnTo>
                    <a:pt x="309" y="186"/>
                  </a:lnTo>
                  <a:lnTo>
                    <a:pt x="308" y="186"/>
                  </a:lnTo>
                  <a:lnTo>
                    <a:pt x="308" y="186"/>
                  </a:lnTo>
                  <a:lnTo>
                    <a:pt x="308" y="187"/>
                  </a:lnTo>
                  <a:lnTo>
                    <a:pt x="307" y="187"/>
                  </a:lnTo>
                  <a:lnTo>
                    <a:pt x="307" y="188"/>
                  </a:lnTo>
                  <a:lnTo>
                    <a:pt x="307" y="189"/>
                  </a:lnTo>
                  <a:lnTo>
                    <a:pt x="307" y="190"/>
                  </a:lnTo>
                  <a:lnTo>
                    <a:pt x="306" y="190"/>
                  </a:lnTo>
                  <a:lnTo>
                    <a:pt x="306" y="191"/>
                  </a:lnTo>
                  <a:lnTo>
                    <a:pt x="306" y="192"/>
                  </a:lnTo>
                  <a:lnTo>
                    <a:pt x="306" y="193"/>
                  </a:lnTo>
                  <a:lnTo>
                    <a:pt x="306" y="194"/>
                  </a:lnTo>
                  <a:lnTo>
                    <a:pt x="306" y="195"/>
                  </a:lnTo>
                  <a:lnTo>
                    <a:pt x="306" y="197"/>
                  </a:lnTo>
                  <a:lnTo>
                    <a:pt x="305" y="198"/>
                  </a:lnTo>
                  <a:lnTo>
                    <a:pt x="305" y="199"/>
                  </a:lnTo>
                  <a:lnTo>
                    <a:pt x="305" y="200"/>
                  </a:lnTo>
                  <a:lnTo>
                    <a:pt x="305" y="201"/>
                  </a:lnTo>
                  <a:lnTo>
                    <a:pt x="305" y="201"/>
                  </a:lnTo>
                  <a:lnTo>
                    <a:pt x="305" y="202"/>
                  </a:lnTo>
                  <a:lnTo>
                    <a:pt x="305" y="203"/>
                  </a:lnTo>
                  <a:lnTo>
                    <a:pt x="305" y="203"/>
                  </a:lnTo>
                  <a:lnTo>
                    <a:pt x="306" y="204"/>
                  </a:lnTo>
                  <a:lnTo>
                    <a:pt x="306" y="204"/>
                  </a:lnTo>
                  <a:lnTo>
                    <a:pt x="306" y="204"/>
                  </a:lnTo>
                  <a:lnTo>
                    <a:pt x="306" y="205"/>
                  </a:lnTo>
                  <a:lnTo>
                    <a:pt x="306" y="205"/>
                  </a:lnTo>
                  <a:lnTo>
                    <a:pt x="306" y="205"/>
                  </a:lnTo>
                  <a:lnTo>
                    <a:pt x="306" y="205"/>
                  </a:lnTo>
                  <a:lnTo>
                    <a:pt x="306" y="206"/>
                  </a:lnTo>
                  <a:lnTo>
                    <a:pt x="306" y="206"/>
                  </a:lnTo>
                  <a:lnTo>
                    <a:pt x="306" y="206"/>
                  </a:lnTo>
                  <a:lnTo>
                    <a:pt x="305" y="206"/>
                  </a:lnTo>
                  <a:lnTo>
                    <a:pt x="305" y="206"/>
                  </a:lnTo>
                  <a:lnTo>
                    <a:pt x="305" y="206"/>
                  </a:lnTo>
                  <a:lnTo>
                    <a:pt x="305" y="207"/>
                  </a:lnTo>
                  <a:lnTo>
                    <a:pt x="305" y="207"/>
                  </a:lnTo>
                  <a:lnTo>
                    <a:pt x="304" y="207"/>
                  </a:lnTo>
                  <a:lnTo>
                    <a:pt x="304" y="207"/>
                  </a:lnTo>
                  <a:lnTo>
                    <a:pt x="304" y="207"/>
                  </a:lnTo>
                  <a:lnTo>
                    <a:pt x="304" y="207"/>
                  </a:lnTo>
                  <a:lnTo>
                    <a:pt x="303" y="207"/>
                  </a:lnTo>
                  <a:lnTo>
                    <a:pt x="303" y="207"/>
                  </a:lnTo>
                  <a:lnTo>
                    <a:pt x="303" y="207"/>
                  </a:lnTo>
                  <a:lnTo>
                    <a:pt x="303" y="207"/>
                  </a:lnTo>
                  <a:lnTo>
                    <a:pt x="301" y="207"/>
                  </a:lnTo>
                  <a:lnTo>
                    <a:pt x="301" y="207"/>
                  </a:lnTo>
                  <a:lnTo>
                    <a:pt x="301" y="208"/>
                  </a:lnTo>
                  <a:lnTo>
                    <a:pt x="300" y="208"/>
                  </a:lnTo>
                  <a:lnTo>
                    <a:pt x="300" y="208"/>
                  </a:lnTo>
                  <a:lnTo>
                    <a:pt x="299" y="209"/>
                  </a:lnTo>
                  <a:lnTo>
                    <a:pt x="299" y="209"/>
                  </a:lnTo>
                  <a:lnTo>
                    <a:pt x="298" y="210"/>
                  </a:lnTo>
                  <a:lnTo>
                    <a:pt x="297" y="210"/>
                  </a:lnTo>
                  <a:lnTo>
                    <a:pt x="297" y="211"/>
                  </a:lnTo>
                  <a:lnTo>
                    <a:pt x="296" y="212"/>
                  </a:lnTo>
                  <a:lnTo>
                    <a:pt x="296" y="212"/>
                  </a:lnTo>
                  <a:lnTo>
                    <a:pt x="295" y="213"/>
                  </a:lnTo>
                  <a:lnTo>
                    <a:pt x="295" y="213"/>
                  </a:lnTo>
                  <a:lnTo>
                    <a:pt x="294" y="215"/>
                  </a:lnTo>
                  <a:lnTo>
                    <a:pt x="294" y="216"/>
                  </a:lnTo>
                  <a:lnTo>
                    <a:pt x="294" y="216"/>
                  </a:lnTo>
                  <a:lnTo>
                    <a:pt x="293" y="217"/>
                  </a:lnTo>
                  <a:lnTo>
                    <a:pt x="293" y="217"/>
                  </a:lnTo>
                  <a:lnTo>
                    <a:pt x="293" y="218"/>
                  </a:lnTo>
                  <a:lnTo>
                    <a:pt x="293" y="218"/>
                  </a:lnTo>
                  <a:lnTo>
                    <a:pt x="293" y="219"/>
                  </a:lnTo>
                  <a:lnTo>
                    <a:pt x="293" y="219"/>
                  </a:lnTo>
                  <a:lnTo>
                    <a:pt x="293" y="220"/>
                  </a:lnTo>
                  <a:lnTo>
                    <a:pt x="294" y="220"/>
                  </a:lnTo>
                  <a:lnTo>
                    <a:pt x="294" y="220"/>
                  </a:lnTo>
                  <a:lnTo>
                    <a:pt x="294" y="221"/>
                  </a:lnTo>
                  <a:lnTo>
                    <a:pt x="294" y="221"/>
                  </a:lnTo>
                  <a:lnTo>
                    <a:pt x="295" y="221"/>
                  </a:lnTo>
                  <a:lnTo>
                    <a:pt x="295" y="221"/>
                  </a:lnTo>
                  <a:lnTo>
                    <a:pt x="296" y="222"/>
                  </a:lnTo>
                  <a:lnTo>
                    <a:pt x="296" y="222"/>
                  </a:lnTo>
                  <a:lnTo>
                    <a:pt x="296" y="222"/>
                  </a:lnTo>
                  <a:lnTo>
                    <a:pt x="297" y="222"/>
                  </a:lnTo>
                  <a:lnTo>
                    <a:pt x="297" y="222"/>
                  </a:lnTo>
                  <a:lnTo>
                    <a:pt x="298" y="222"/>
                  </a:lnTo>
                  <a:lnTo>
                    <a:pt x="299" y="222"/>
                  </a:lnTo>
                  <a:lnTo>
                    <a:pt x="299" y="222"/>
                  </a:lnTo>
                  <a:lnTo>
                    <a:pt x="300" y="222"/>
                  </a:lnTo>
                  <a:lnTo>
                    <a:pt x="301" y="222"/>
                  </a:lnTo>
                  <a:lnTo>
                    <a:pt x="301" y="222"/>
                  </a:lnTo>
                  <a:lnTo>
                    <a:pt x="303" y="222"/>
                  </a:lnTo>
                  <a:lnTo>
                    <a:pt x="304" y="222"/>
                  </a:lnTo>
                  <a:lnTo>
                    <a:pt x="304" y="222"/>
                  </a:lnTo>
                  <a:lnTo>
                    <a:pt x="305" y="222"/>
                  </a:lnTo>
                  <a:lnTo>
                    <a:pt x="305" y="222"/>
                  </a:lnTo>
                  <a:lnTo>
                    <a:pt x="305" y="221"/>
                  </a:lnTo>
                  <a:lnTo>
                    <a:pt x="306" y="221"/>
                  </a:lnTo>
                  <a:lnTo>
                    <a:pt x="306" y="221"/>
                  </a:lnTo>
                  <a:lnTo>
                    <a:pt x="306" y="221"/>
                  </a:lnTo>
                  <a:lnTo>
                    <a:pt x="306" y="220"/>
                  </a:lnTo>
                  <a:lnTo>
                    <a:pt x="306" y="220"/>
                  </a:lnTo>
                  <a:lnTo>
                    <a:pt x="306" y="219"/>
                  </a:lnTo>
                  <a:lnTo>
                    <a:pt x="306" y="219"/>
                  </a:lnTo>
                  <a:lnTo>
                    <a:pt x="305" y="218"/>
                  </a:lnTo>
                  <a:lnTo>
                    <a:pt x="305" y="217"/>
                  </a:lnTo>
                  <a:lnTo>
                    <a:pt x="305" y="217"/>
                  </a:lnTo>
                  <a:lnTo>
                    <a:pt x="305" y="216"/>
                  </a:lnTo>
                  <a:lnTo>
                    <a:pt x="304" y="215"/>
                  </a:lnTo>
                  <a:lnTo>
                    <a:pt x="304" y="215"/>
                  </a:lnTo>
                  <a:lnTo>
                    <a:pt x="304" y="213"/>
                  </a:lnTo>
                  <a:lnTo>
                    <a:pt x="304" y="213"/>
                  </a:lnTo>
                  <a:lnTo>
                    <a:pt x="304" y="213"/>
                  </a:lnTo>
                  <a:lnTo>
                    <a:pt x="304" y="212"/>
                  </a:lnTo>
                  <a:lnTo>
                    <a:pt x="304" y="212"/>
                  </a:lnTo>
                  <a:lnTo>
                    <a:pt x="304" y="211"/>
                  </a:lnTo>
                  <a:lnTo>
                    <a:pt x="304" y="211"/>
                  </a:lnTo>
                  <a:lnTo>
                    <a:pt x="304" y="211"/>
                  </a:lnTo>
                  <a:lnTo>
                    <a:pt x="304" y="211"/>
                  </a:lnTo>
                  <a:lnTo>
                    <a:pt x="304" y="210"/>
                  </a:lnTo>
                  <a:lnTo>
                    <a:pt x="304" y="210"/>
                  </a:lnTo>
                  <a:lnTo>
                    <a:pt x="305" y="210"/>
                  </a:lnTo>
                  <a:lnTo>
                    <a:pt x="305" y="210"/>
                  </a:lnTo>
                  <a:lnTo>
                    <a:pt x="305" y="210"/>
                  </a:lnTo>
                  <a:lnTo>
                    <a:pt x="305" y="210"/>
                  </a:lnTo>
                  <a:lnTo>
                    <a:pt x="305" y="210"/>
                  </a:lnTo>
                  <a:lnTo>
                    <a:pt x="305" y="211"/>
                  </a:lnTo>
                  <a:lnTo>
                    <a:pt x="306" y="211"/>
                  </a:lnTo>
                  <a:lnTo>
                    <a:pt x="306" y="211"/>
                  </a:lnTo>
                  <a:lnTo>
                    <a:pt x="306" y="212"/>
                  </a:lnTo>
                  <a:lnTo>
                    <a:pt x="306" y="212"/>
                  </a:lnTo>
                  <a:lnTo>
                    <a:pt x="306" y="212"/>
                  </a:lnTo>
                  <a:lnTo>
                    <a:pt x="306" y="213"/>
                  </a:lnTo>
                  <a:lnTo>
                    <a:pt x="306" y="213"/>
                  </a:lnTo>
                  <a:lnTo>
                    <a:pt x="306" y="215"/>
                  </a:lnTo>
                  <a:lnTo>
                    <a:pt x="306" y="215"/>
                  </a:lnTo>
                  <a:lnTo>
                    <a:pt x="306" y="215"/>
                  </a:lnTo>
                  <a:lnTo>
                    <a:pt x="306" y="216"/>
                  </a:lnTo>
                  <a:lnTo>
                    <a:pt x="307" y="216"/>
                  </a:lnTo>
                  <a:lnTo>
                    <a:pt x="307" y="217"/>
                  </a:lnTo>
                  <a:lnTo>
                    <a:pt x="307" y="217"/>
                  </a:lnTo>
                  <a:lnTo>
                    <a:pt x="307" y="217"/>
                  </a:lnTo>
                  <a:lnTo>
                    <a:pt x="307" y="218"/>
                  </a:lnTo>
                  <a:lnTo>
                    <a:pt x="307" y="218"/>
                  </a:lnTo>
                  <a:lnTo>
                    <a:pt x="308" y="219"/>
                  </a:lnTo>
                  <a:lnTo>
                    <a:pt x="308" y="219"/>
                  </a:lnTo>
                  <a:lnTo>
                    <a:pt x="308" y="220"/>
                  </a:lnTo>
                  <a:lnTo>
                    <a:pt x="309" y="220"/>
                  </a:lnTo>
                  <a:lnTo>
                    <a:pt x="309" y="221"/>
                  </a:lnTo>
                  <a:lnTo>
                    <a:pt x="309" y="221"/>
                  </a:lnTo>
                  <a:lnTo>
                    <a:pt x="309" y="222"/>
                  </a:lnTo>
                  <a:lnTo>
                    <a:pt x="310" y="222"/>
                  </a:lnTo>
                  <a:lnTo>
                    <a:pt x="310" y="222"/>
                  </a:lnTo>
                  <a:lnTo>
                    <a:pt x="310" y="223"/>
                  </a:lnTo>
                  <a:lnTo>
                    <a:pt x="310" y="223"/>
                  </a:lnTo>
                  <a:lnTo>
                    <a:pt x="310" y="223"/>
                  </a:lnTo>
                  <a:lnTo>
                    <a:pt x="310" y="223"/>
                  </a:lnTo>
                  <a:lnTo>
                    <a:pt x="311" y="223"/>
                  </a:lnTo>
                  <a:lnTo>
                    <a:pt x="311" y="223"/>
                  </a:lnTo>
                  <a:lnTo>
                    <a:pt x="311" y="224"/>
                  </a:lnTo>
                  <a:lnTo>
                    <a:pt x="311" y="224"/>
                  </a:lnTo>
                  <a:lnTo>
                    <a:pt x="311" y="224"/>
                  </a:lnTo>
                  <a:lnTo>
                    <a:pt x="311" y="224"/>
                  </a:lnTo>
                  <a:lnTo>
                    <a:pt x="311" y="224"/>
                  </a:lnTo>
                  <a:lnTo>
                    <a:pt x="311" y="224"/>
                  </a:lnTo>
                  <a:lnTo>
                    <a:pt x="311" y="224"/>
                  </a:lnTo>
                  <a:lnTo>
                    <a:pt x="311" y="224"/>
                  </a:lnTo>
                  <a:lnTo>
                    <a:pt x="311" y="225"/>
                  </a:lnTo>
                  <a:lnTo>
                    <a:pt x="310" y="225"/>
                  </a:lnTo>
                  <a:lnTo>
                    <a:pt x="310" y="225"/>
                  </a:lnTo>
                  <a:lnTo>
                    <a:pt x="310" y="225"/>
                  </a:lnTo>
                  <a:lnTo>
                    <a:pt x="309" y="225"/>
                  </a:lnTo>
                  <a:lnTo>
                    <a:pt x="309" y="226"/>
                  </a:lnTo>
                  <a:lnTo>
                    <a:pt x="308" y="226"/>
                  </a:lnTo>
                  <a:lnTo>
                    <a:pt x="308" y="226"/>
                  </a:lnTo>
                  <a:lnTo>
                    <a:pt x="307" y="226"/>
                  </a:lnTo>
                  <a:lnTo>
                    <a:pt x="307" y="226"/>
                  </a:lnTo>
                  <a:lnTo>
                    <a:pt x="306" y="226"/>
                  </a:lnTo>
                  <a:lnTo>
                    <a:pt x="305" y="227"/>
                  </a:lnTo>
                  <a:lnTo>
                    <a:pt x="305" y="227"/>
                  </a:lnTo>
                  <a:lnTo>
                    <a:pt x="304" y="227"/>
                  </a:lnTo>
                  <a:lnTo>
                    <a:pt x="304" y="227"/>
                  </a:lnTo>
                  <a:lnTo>
                    <a:pt x="303" y="227"/>
                  </a:lnTo>
                  <a:lnTo>
                    <a:pt x="303" y="227"/>
                  </a:lnTo>
                  <a:lnTo>
                    <a:pt x="301" y="227"/>
                  </a:lnTo>
                  <a:lnTo>
                    <a:pt x="301" y="227"/>
                  </a:lnTo>
                  <a:lnTo>
                    <a:pt x="301" y="227"/>
                  </a:lnTo>
                  <a:lnTo>
                    <a:pt x="300" y="227"/>
                  </a:lnTo>
                  <a:lnTo>
                    <a:pt x="300" y="227"/>
                  </a:lnTo>
                  <a:lnTo>
                    <a:pt x="299" y="227"/>
                  </a:lnTo>
                  <a:lnTo>
                    <a:pt x="299" y="227"/>
                  </a:lnTo>
                  <a:lnTo>
                    <a:pt x="299" y="227"/>
                  </a:lnTo>
                  <a:lnTo>
                    <a:pt x="299" y="226"/>
                  </a:lnTo>
                  <a:lnTo>
                    <a:pt x="298" y="226"/>
                  </a:lnTo>
                  <a:lnTo>
                    <a:pt x="298" y="227"/>
                  </a:lnTo>
                  <a:lnTo>
                    <a:pt x="298" y="227"/>
                  </a:lnTo>
                  <a:lnTo>
                    <a:pt x="297" y="227"/>
                  </a:lnTo>
                  <a:lnTo>
                    <a:pt x="297" y="227"/>
                  </a:lnTo>
                  <a:lnTo>
                    <a:pt x="297" y="227"/>
                  </a:lnTo>
                  <a:lnTo>
                    <a:pt x="297" y="228"/>
                  </a:lnTo>
                  <a:lnTo>
                    <a:pt x="297" y="228"/>
                  </a:lnTo>
                  <a:lnTo>
                    <a:pt x="297" y="229"/>
                  </a:lnTo>
                  <a:lnTo>
                    <a:pt x="296" y="229"/>
                  </a:lnTo>
                  <a:lnTo>
                    <a:pt x="296" y="230"/>
                  </a:lnTo>
                  <a:lnTo>
                    <a:pt x="296" y="231"/>
                  </a:lnTo>
                  <a:lnTo>
                    <a:pt x="296" y="231"/>
                  </a:lnTo>
                  <a:lnTo>
                    <a:pt x="295" y="233"/>
                  </a:lnTo>
                  <a:lnTo>
                    <a:pt x="295" y="234"/>
                  </a:lnTo>
                  <a:lnTo>
                    <a:pt x="295" y="235"/>
                  </a:lnTo>
                  <a:lnTo>
                    <a:pt x="294" y="236"/>
                  </a:lnTo>
                  <a:lnTo>
                    <a:pt x="294" y="237"/>
                  </a:lnTo>
                  <a:lnTo>
                    <a:pt x="294" y="237"/>
                  </a:lnTo>
                  <a:lnTo>
                    <a:pt x="293" y="238"/>
                  </a:lnTo>
                  <a:lnTo>
                    <a:pt x="293" y="239"/>
                  </a:lnTo>
                  <a:lnTo>
                    <a:pt x="293" y="240"/>
                  </a:lnTo>
                  <a:lnTo>
                    <a:pt x="292" y="241"/>
                  </a:lnTo>
                  <a:lnTo>
                    <a:pt x="292" y="241"/>
                  </a:lnTo>
                  <a:lnTo>
                    <a:pt x="292" y="242"/>
                  </a:lnTo>
                  <a:lnTo>
                    <a:pt x="292" y="243"/>
                  </a:lnTo>
                  <a:lnTo>
                    <a:pt x="292" y="243"/>
                  </a:lnTo>
                  <a:lnTo>
                    <a:pt x="291" y="243"/>
                  </a:lnTo>
                  <a:lnTo>
                    <a:pt x="291" y="244"/>
                  </a:lnTo>
                  <a:lnTo>
                    <a:pt x="291" y="244"/>
                  </a:lnTo>
                  <a:lnTo>
                    <a:pt x="291" y="244"/>
                  </a:lnTo>
                  <a:lnTo>
                    <a:pt x="291" y="244"/>
                  </a:lnTo>
                  <a:lnTo>
                    <a:pt x="291" y="245"/>
                  </a:lnTo>
                  <a:lnTo>
                    <a:pt x="291" y="245"/>
                  </a:lnTo>
                  <a:lnTo>
                    <a:pt x="290" y="245"/>
                  </a:lnTo>
                  <a:lnTo>
                    <a:pt x="290" y="245"/>
                  </a:lnTo>
                  <a:lnTo>
                    <a:pt x="290" y="245"/>
                  </a:lnTo>
                  <a:lnTo>
                    <a:pt x="290" y="245"/>
                  </a:lnTo>
                  <a:lnTo>
                    <a:pt x="289" y="245"/>
                  </a:lnTo>
                  <a:lnTo>
                    <a:pt x="289" y="245"/>
                  </a:lnTo>
                  <a:lnTo>
                    <a:pt x="289" y="245"/>
                  </a:lnTo>
                  <a:lnTo>
                    <a:pt x="288" y="245"/>
                  </a:lnTo>
                  <a:lnTo>
                    <a:pt x="288" y="245"/>
                  </a:lnTo>
                  <a:lnTo>
                    <a:pt x="287" y="245"/>
                  </a:lnTo>
                  <a:lnTo>
                    <a:pt x="287" y="245"/>
                  </a:lnTo>
                  <a:lnTo>
                    <a:pt x="286" y="245"/>
                  </a:lnTo>
                  <a:lnTo>
                    <a:pt x="286" y="245"/>
                  </a:lnTo>
                  <a:lnTo>
                    <a:pt x="285" y="245"/>
                  </a:lnTo>
                  <a:lnTo>
                    <a:pt x="283" y="245"/>
                  </a:lnTo>
                  <a:lnTo>
                    <a:pt x="283" y="245"/>
                  </a:lnTo>
                  <a:lnTo>
                    <a:pt x="282" y="245"/>
                  </a:lnTo>
                  <a:lnTo>
                    <a:pt x="281" y="245"/>
                  </a:lnTo>
                  <a:lnTo>
                    <a:pt x="281" y="245"/>
                  </a:lnTo>
                  <a:lnTo>
                    <a:pt x="280" y="245"/>
                  </a:lnTo>
                  <a:lnTo>
                    <a:pt x="279" y="245"/>
                  </a:lnTo>
                  <a:lnTo>
                    <a:pt x="279" y="245"/>
                  </a:lnTo>
                  <a:lnTo>
                    <a:pt x="278" y="245"/>
                  </a:lnTo>
                  <a:lnTo>
                    <a:pt x="278" y="245"/>
                  </a:lnTo>
                  <a:lnTo>
                    <a:pt x="278" y="244"/>
                  </a:lnTo>
                  <a:lnTo>
                    <a:pt x="277" y="244"/>
                  </a:lnTo>
                  <a:lnTo>
                    <a:pt x="277" y="244"/>
                  </a:lnTo>
                  <a:lnTo>
                    <a:pt x="276" y="244"/>
                  </a:lnTo>
                  <a:lnTo>
                    <a:pt x="276" y="244"/>
                  </a:lnTo>
                  <a:lnTo>
                    <a:pt x="276" y="244"/>
                  </a:lnTo>
                  <a:lnTo>
                    <a:pt x="275" y="244"/>
                  </a:lnTo>
                  <a:lnTo>
                    <a:pt x="275" y="244"/>
                  </a:lnTo>
                  <a:lnTo>
                    <a:pt x="275" y="244"/>
                  </a:lnTo>
                  <a:lnTo>
                    <a:pt x="275" y="244"/>
                  </a:lnTo>
                  <a:lnTo>
                    <a:pt x="274" y="244"/>
                  </a:lnTo>
                  <a:lnTo>
                    <a:pt x="274" y="245"/>
                  </a:lnTo>
                  <a:lnTo>
                    <a:pt x="274" y="245"/>
                  </a:lnTo>
                  <a:lnTo>
                    <a:pt x="274" y="245"/>
                  </a:lnTo>
                  <a:lnTo>
                    <a:pt x="273" y="245"/>
                  </a:lnTo>
                  <a:lnTo>
                    <a:pt x="273" y="245"/>
                  </a:lnTo>
                  <a:lnTo>
                    <a:pt x="272" y="245"/>
                  </a:lnTo>
                  <a:lnTo>
                    <a:pt x="272" y="245"/>
                  </a:lnTo>
                  <a:lnTo>
                    <a:pt x="271" y="245"/>
                  </a:lnTo>
                  <a:lnTo>
                    <a:pt x="270" y="245"/>
                  </a:lnTo>
                  <a:lnTo>
                    <a:pt x="270" y="245"/>
                  </a:lnTo>
                  <a:lnTo>
                    <a:pt x="269" y="245"/>
                  </a:lnTo>
                  <a:lnTo>
                    <a:pt x="268" y="246"/>
                  </a:lnTo>
                  <a:lnTo>
                    <a:pt x="267" y="246"/>
                  </a:lnTo>
                  <a:lnTo>
                    <a:pt x="265" y="246"/>
                  </a:lnTo>
                  <a:lnTo>
                    <a:pt x="265" y="246"/>
                  </a:lnTo>
                  <a:lnTo>
                    <a:pt x="264" y="247"/>
                  </a:lnTo>
                  <a:lnTo>
                    <a:pt x="263" y="247"/>
                  </a:lnTo>
                  <a:lnTo>
                    <a:pt x="263" y="247"/>
                  </a:lnTo>
                  <a:lnTo>
                    <a:pt x="262" y="247"/>
                  </a:lnTo>
                  <a:lnTo>
                    <a:pt x="261" y="248"/>
                  </a:lnTo>
                  <a:lnTo>
                    <a:pt x="261" y="248"/>
                  </a:lnTo>
                  <a:lnTo>
                    <a:pt x="260" y="248"/>
                  </a:lnTo>
                  <a:lnTo>
                    <a:pt x="260" y="250"/>
                  </a:lnTo>
                  <a:lnTo>
                    <a:pt x="259" y="250"/>
                  </a:lnTo>
                  <a:lnTo>
                    <a:pt x="258" y="251"/>
                  </a:lnTo>
                  <a:lnTo>
                    <a:pt x="258" y="251"/>
                  </a:lnTo>
                  <a:lnTo>
                    <a:pt x="257" y="252"/>
                  </a:lnTo>
                  <a:lnTo>
                    <a:pt x="256" y="252"/>
                  </a:lnTo>
                  <a:lnTo>
                    <a:pt x="256" y="253"/>
                  </a:lnTo>
                  <a:lnTo>
                    <a:pt x="255" y="253"/>
                  </a:lnTo>
                  <a:lnTo>
                    <a:pt x="255" y="254"/>
                  </a:lnTo>
                  <a:lnTo>
                    <a:pt x="254" y="254"/>
                  </a:lnTo>
                  <a:lnTo>
                    <a:pt x="254" y="255"/>
                  </a:lnTo>
                  <a:lnTo>
                    <a:pt x="253" y="255"/>
                  </a:lnTo>
                  <a:lnTo>
                    <a:pt x="253" y="256"/>
                  </a:lnTo>
                  <a:lnTo>
                    <a:pt x="252" y="256"/>
                  </a:lnTo>
                  <a:lnTo>
                    <a:pt x="252" y="257"/>
                  </a:lnTo>
                  <a:lnTo>
                    <a:pt x="251" y="257"/>
                  </a:lnTo>
                  <a:lnTo>
                    <a:pt x="251" y="258"/>
                  </a:lnTo>
                  <a:lnTo>
                    <a:pt x="250" y="258"/>
                  </a:lnTo>
                  <a:lnTo>
                    <a:pt x="250" y="259"/>
                  </a:lnTo>
                  <a:lnTo>
                    <a:pt x="249" y="259"/>
                  </a:lnTo>
                  <a:lnTo>
                    <a:pt x="249" y="260"/>
                  </a:lnTo>
                  <a:lnTo>
                    <a:pt x="247" y="260"/>
                  </a:lnTo>
                  <a:lnTo>
                    <a:pt x="247" y="261"/>
                  </a:lnTo>
                  <a:lnTo>
                    <a:pt x="246" y="261"/>
                  </a:lnTo>
                  <a:lnTo>
                    <a:pt x="246" y="262"/>
                  </a:lnTo>
                  <a:lnTo>
                    <a:pt x="245" y="262"/>
                  </a:lnTo>
                  <a:lnTo>
                    <a:pt x="245" y="263"/>
                  </a:lnTo>
                  <a:lnTo>
                    <a:pt x="244" y="263"/>
                  </a:lnTo>
                  <a:lnTo>
                    <a:pt x="244" y="263"/>
                  </a:lnTo>
                  <a:lnTo>
                    <a:pt x="243" y="264"/>
                  </a:lnTo>
                  <a:lnTo>
                    <a:pt x="243" y="264"/>
                  </a:lnTo>
                  <a:lnTo>
                    <a:pt x="242" y="265"/>
                  </a:lnTo>
                  <a:lnTo>
                    <a:pt x="242" y="266"/>
                  </a:lnTo>
                  <a:lnTo>
                    <a:pt x="241" y="266"/>
                  </a:lnTo>
                  <a:lnTo>
                    <a:pt x="240" y="268"/>
                  </a:lnTo>
                  <a:lnTo>
                    <a:pt x="240" y="269"/>
                  </a:lnTo>
                  <a:lnTo>
                    <a:pt x="239" y="269"/>
                  </a:lnTo>
                  <a:lnTo>
                    <a:pt x="239" y="270"/>
                  </a:lnTo>
                  <a:lnTo>
                    <a:pt x="238" y="271"/>
                  </a:lnTo>
                  <a:lnTo>
                    <a:pt x="238" y="271"/>
                  </a:lnTo>
                  <a:lnTo>
                    <a:pt x="237" y="272"/>
                  </a:lnTo>
                  <a:lnTo>
                    <a:pt x="237" y="273"/>
                  </a:lnTo>
                  <a:lnTo>
                    <a:pt x="236" y="273"/>
                  </a:lnTo>
                  <a:lnTo>
                    <a:pt x="236" y="274"/>
                  </a:lnTo>
                  <a:lnTo>
                    <a:pt x="236" y="274"/>
                  </a:lnTo>
                  <a:lnTo>
                    <a:pt x="236" y="275"/>
                  </a:lnTo>
                  <a:lnTo>
                    <a:pt x="236" y="275"/>
                  </a:lnTo>
                  <a:lnTo>
                    <a:pt x="236" y="276"/>
                  </a:lnTo>
                  <a:lnTo>
                    <a:pt x="236" y="276"/>
                  </a:lnTo>
                  <a:lnTo>
                    <a:pt x="236" y="277"/>
                  </a:lnTo>
                  <a:lnTo>
                    <a:pt x="236" y="277"/>
                  </a:lnTo>
                  <a:lnTo>
                    <a:pt x="236" y="278"/>
                  </a:lnTo>
                  <a:lnTo>
                    <a:pt x="236" y="278"/>
                  </a:lnTo>
                  <a:lnTo>
                    <a:pt x="236" y="279"/>
                  </a:lnTo>
                  <a:lnTo>
                    <a:pt x="236" y="280"/>
                  </a:lnTo>
                  <a:lnTo>
                    <a:pt x="236" y="280"/>
                  </a:lnTo>
                  <a:lnTo>
                    <a:pt x="236" y="281"/>
                  </a:lnTo>
                  <a:lnTo>
                    <a:pt x="236" y="281"/>
                  </a:lnTo>
                  <a:lnTo>
                    <a:pt x="236" y="282"/>
                  </a:lnTo>
                  <a:lnTo>
                    <a:pt x="236" y="282"/>
                  </a:lnTo>
                  <a:lnTo>
                    <a:pt x="236" y="283"/>
                  </a:lnTo>
                  <a:lnTo>
                    <a:pt x="235" y="283"/>
                  </a:lnTo>
                  <a:lnTo>
                    <a:pt x="235" y="284"/>
                  </a:lnTo>
                  <a:lnTo>
                    <a:pt x="235" y="286"/>
                  </a:lnTo>
                  <a:lnTo>
                    <a:pt x="234" y="286"/>
                  </a:lnTo>
                  <a:lnTo>
                    <a:pt x="234" y="287"/>
                  </a:lnTo>
                  <a:lnTo>
                    <a:pt x="234" y="287"/>
                  </a:lnTo>
                  <a:lnTo>
                    <a:pt x="234" y="288"/>
                  </a:lnTo>
                  <a:lnTo>
                    <a:pt x="233" y="288"/>
                  </a:lnTo>
                  <a:lnTo>
                    <a:pt x="233" y="289"/>
                  </a:lnTo>
                  <a:lnTo>
                    <a:pt x="233" y="289"/>
                  </a:lnTo>
                  <a:lnTo>
                    <a:pt x="232" y="290"/>
                  </a:lnTo>
                  <a:lnTo>
                    <a:pt x="232" y="290"/>
                  </a:lnTo>
                  <a:lnTo>
                    <a:pt x="232" y="290"/>
                  </a:lnTo>
                  <a:lnTo>
                    <a:pt x="231" y="291"/>
                  </a:lnTo>
                  <a:lnTo>
                    <a:pt x="231" y="291"/>
                  </a:lnTo>
                  <a:lnTo>
                    <a:pt x="229" y="291"/>
                  </a:lnTo>
                  <a:lnTo>
                    <a:pt x="229" y="291"/>
                  </a:lnTo>
                  <a:lnTo>
                    <a:pt x="229" y="292"/>
                  </a:lnTo>
                  <a:lnTo>
                    <a:pt x="228" y="292"/>
                  </a:lnTo>
                  <a:lnTo>
                    <a:pt x="228" y="292"/>
                  </a:lnTo>
                  <a:lnTo>
                    <a:pt x="227" y="292"/>
                  </a:lnTo>
                  <a:lnTo>
                    <a:pt x="227" y="292"/>
                  </a:lnTo>
                  <a:lnTo>
                    <a:pt x="226" y="292"/>
                  </a:lnTo>
                  <a:lnTo>
                    <a:pt x="226" y="292"/>
                  </a:lnTo>
                  <a:lnTo>
                    <a:pt x="225" y="292"/>
                  </a:lnTo>
                  <a:lnTo>
                    <a:pt x="224" y="292"/>
                  </a:lnTo>
                  <a:lnTo>
                    <a:pt x="224" y="292"/>
                  </a:lnTo>
                  <a:lnTo>
                    <a:pt x="223" y="291"/>
                  </a:lnTo>
                  <a:lnTo>
                    <a:pt x="222" y="291"/>
                  </a:lnTo>
                  <a:lnTo>
                    <a:pt x="222" y="291"/>
                  </a:lnTo>
                  <a:lnTo>
                    <a:pt x="221" y="291"/>
                  </a:lnTo>
                  <a:lnTo>
                    <a:pt x="220" y="291"/>
                  </a:lnTo>
                  <a:lnTo>
                    <a:pt x="220" y="291"/>
                  </a:lnTo>
                  <a:lnTo>
                    <a:pt x="219" y="290"/>
                  </a:lnTo>
                  <a:lnTo>
                    <a:pt x="219" y="290"/>
                  </a:lnTo>
                  <a:lnTo>
                    <a:pt x="218" y="290"/>
                  </a:lnTo>
                  <a:lnTo>
                    <a:pt x="218" y="289"/>
                  </a:lnTo>
                  <a:lnTo>
                    <a:pt x="218" y="289"/>
                  </a:lnTo>
                  <a:lnTo>
                    <a:pt x="217" y="289"/>
                  </a:lnTo>
                  <a:lnTo>
                    <a:pt x="217" y="288"/>
                  </a:lnTo>
                  <a:lnTo>
                    <a:pt x="217" y="288"/>
                  </a:lnTo>
                  <a:lnTo>
                    <a:pt x="217" y="288"/>
                  </a:lnTo>
                  <a:lnTo>
                    <a:pt x="217" y="288"/>
                  </a:lnTo>
                  <a:lnTo>
                    <a:pt x="217" y="287"/>
                  </a:lnTo>
                  <a:lnTo>
                    <a:pt x="217" y="287"/>
                  </a:lnTo>
                  <a:lnTo>
                    <a:pt x="217" y="287"/>
                  </a:lnTo>
                  <a:lnTo>
                    <a:pt x="218" y="287"/>
                  </a:lnTo>
                  <a:lnTo>
                    <a:pt x="218" y="287"/>
                  </a:lnTo>
                  <a:lnTo>
                    <a:pt x="219" y="288"/>
                  </a:lnTo>
                  <a:lnTo>
                    <a:pt x="219" y="288"/>
                  </a:lnTo>
                  <a:lnTo>
                    <a:pt x="220" y="288"/>
                  </a:lnTo>
                  <a:lnTo>
                    <a:pt x="220" y="288"/>
                  </a:lnTo>
                  <a:lnTo>
                    <a:pt x="221" y="288"/>
                  </a:lnTo>
                  <a:lnTo>
                    <a:pt x="221" y="288"/>
                  </a:lnTo>
                  <a:lnTo>
                    <a:pt x="222" y="288"/>
                  </a:lnTo>
                  <a:lnTo>
                    <a:pt x="222" y="288"/>
                  </a:lnTo>
                  <a:lnTo>
                    <a:pt x="223" y="288"/>
                  </a:lnTo>
                  <a:lnTo>
                    <a:pt x="223" y="288"/>
                  </a:lnTo>
                  <a:lnTo>
                    <a:pt x="223" y="288"/>
                  </a:lnTo>
                  <a:lnTo>
                    <a:pt x="224" y="288"/>
                  </a:lnTo>
                  <a:lnTo>
                    <a:pt x="224" y="288"/>
                  </a:lnTo>
                  <a:lnTo>
                    <a:pt x="225" y="288"/>
                  </a:lnTo>
                  <a:lnTo>
                    <a:pt x="225" y="288"/>
                  </a:lnTo>
                  <a:lnTo>
                    <a:pt x="225" y="288"/>
                  </a:lnTo>
                  <a:lnTo>
                    <a:pt x="225" y="288"/>
                  </a:lnTo>
                  <a:lnTo>
                    <a:pt x="226" y="287"/>
                  </a:lnTo>
                  <a:lnTo>
                    <a:pt x="226" y="287"/>
                  </a:lnTo>
                  <a:lnTo>
                    <a:pt x="226" y="287"/>
                  </a:lnTo>
                  <a:lnTo>
                    <a:pt x="226" y="286"/>
                  </a:lnTo>
                  <a:lnTo>
                    <a:pt x="227" y="286"/>
                  </a:lnTo>
                  <a:lnTo>
                    <a:pt x="227" y="284"/>
                  </a:lnTo>
                  <a:lnTo>
                    <a:pt x="227" y="284"/>
                  </a:lnTo>
                  <a:lnTo>
                    <a:pt x="227" y="284"/>
                  </a:lnTo>
                  <a:lnTo>
                    <a:pt x="227" y="283"/>
                  </a:lnTo>
                  <a:lnTo>
                    <a:pt x="227" y="283"/>
                  </a:lnTo>
                  <a:lnTo>
                    <a:pt x="227" y="282"/>
                  </a:lnTo>
                  <a:lnTo>
                    <a:pt x="227" y="282"/>
                  </a:lnTo>
                  <a:lnTo>
                    <a:pt x="227" y="281"/>
                  </a:lnTo>
                  <a:lnTo>
                    <a:pt x="227" y="281"/>
                  </a:lnTo>
                  <a:lnTo>
                    <a:pt x="227" y="281"/>
                  </a:lnTo>
                  <a:lnTo>
                    <a:pt x="227" y="281"/>
                  </a:lnTo>
                  <a:lnTo>
                    <a:pt x="227" y="280"/>
                  </a:lnTo>
                  <a:lnTo>
                    <a:pt x="226" y="280"/>
                  </a:lnTo>
                  <a:lnTo>
                    <a:pt x="226" y="280"/>
                  </a:lnTo>
                  <a:lnTo>
                    <a:pt x="226" y="280"/>
                  </a:lnTo>
                  <a:lnTo>
                    <a:pt x="226" y="279"/>
                  </a:lnTo>
                  <a:lnTo>
                    <a:pt x="226" y="279"/>
                  </a:lnTo>
                  <a:lnTo>
                    <a:pt x="226" y="279"/>
                  </a:lnTo>
                  <a:lnTo>
                    <a:pt x="226" y="279"/>
                  </a:lnTo>
                  <a:lnTo>
                    <a:pt x="226" y="279"/>
                  </a:lnTo>
                  <a:lnTo>
                    <a:pt x="225" y="279"/>
                  </a:lnTo>
                  <a:lnTo>
                    <a:pt x="225" y="279"/>
                  </a:lnTo>
                  <a:lnTo>
                    <a:pt x="225" y="279"/>
                  </a:lnTo>
                  <a:lnTo>
                    <a:pt x="225" y="279"/>
                  </a:lnTo>
                  <a:lnTo>
                    <a:pt x="224" y="280"/>
                  </a:lnTo>
                  <a:lnTo>
                    <a:pt x="224" y="280"/>
                  </a:lnTo>
                  <a:lnTo>
                    <a:pt x="223" y="280"/>
                  </a:lnTo>
                  <a:lnTo>
                    <a:pt x="223" y="280"/>
                  </a:lnTo>
                  <a:lnTo>
                    <a:pt x="223" y="281"/>
                  </a:lnTo>
                  <a:lnTo>
                    <a:pt x="222" y="281"/>
                  </a:lnTo>
                  <a:lnTo>
                    <a:pt x="222" y="281"/>
                  </a:lnTo>
                  <a:lnTo>
                    <a:pt x="221" y="282"/>
                  </a:lnTo>
                  <a:lnTo>
                    <a:pt x="221" y="282"/>
                  </a:lnTo>
                  <a:lnTo>
                    <a:pt x="220" y="282"/>
                  </a:lnTo>
                  <a:lnTo>
                    <a:pt x="220" y="283"/>
                  </a:lnTo>
                  <a:lnTo>
                    <a:pt x="219" y="283"/>
                  </a:lnTo>
                  <a:lnTo>
                    <a:pt x="219" y="283"/>
                  </a:lnTo>
                  <a:lnTo>
                    <a:pt x="219" y="284"/>
                  </a:lnTo>
                  <a:lnTo>
                    <a:pt x="218" y="284"/>
                  </a:lnTo>
                  <a:lnTo>
                    <a:pt x="218" y="284"/>
                  </a:lnTo>
                  <a:lnTo>
                    <a:pt x="217" y="284"/>
                  </a:lnTo>
                  <a:lnTo>
                    <a:pt x="217" y="284"/>
                  </a:lnTo>
                  <a:lnTo>
                    <a:pt x="215" y="286"/>
                  </a:lnTo>
                  <a:lnTo>
                    <a:pt x="213" y="287"/>
                  </a:lnTo>
                  <a:lnTo>
                    <a:pt x="210" y="287"/>
                  </a:lnTo>
                  <a:lnTo>
                    <a:pt x="209" y="288"/>
                  </a:lnTo>
                  <a:lnTo>
                    <a:pt x="207" y="288"/>
                  </a:lnTo>
                  <a:lnTo>
                    <a:pt x="206" y="289"/>
                  </a:lnTo>
                  <a:lnTo>
                    <a:pt x="204" y="289"/>
                  </a:lnTo>
                  <a:lnTo>
                    <a:pt x="203" y="289"/>
                  </a:lnTo>
                  <a:lnTo>
                    <a:pt x="201" y="290"/>
                  </a:lnTo>
                  <a:lnTo>
                    <a:pt x="200" y="290"/>
                  </a:lnTo>
                  <a:lnTo>
                    <a:pt x="199" y="290"/>
                  </a:lnTo>
                  <a:lnTo>
                    <a:pt x="197" y="290"/>
                  </a:lnTo>
                  <a:lnTo>
                    <a:pt x="196" y="290"/>
                  </a:lnTo>
                  <a:lnTo>
                    <a:pt x="195" y="290"/>
                  </a:lnTo>
                  <a:lnTo>
                    <a:pt x="195" y="290"/>
                  </a:lnTo>
                  <a:lnTo>
                    <a:pt x="193" y="290"/>
                  </a:lnTo>
                  <a:lnTo>
                    <a:pt x="193" y="290"/>
                  </a:lnTo>
                  <a:lnTo>
                    <a:pt x="192" y="290"/>
                  </a:lnTo>
                  <a:lnTo>
                    <a:pt x="192" y="289"/>
                  </a:lnTo>
                  <a:lnTo>
                    <a:pt x="192" y="289"/>
                  </a:lnTo>
                  <a:lnTo>
                    <a:pt x="191" y="289"/>
                  </a:lnTo>
                  <a:lnTo>
                    <a:pt x="191" y="289"/>
                  </a:lnTo>
                  <a:lnTo>
                    <a:pt x="191" y="288"/>
                  </a:lnTo>
                  <a:lnTo>
                    <a:pt x="190" y="288"/>
                  </a:lnTo>
                  <a:lnTo>
                    <a:pt x="190" y="288"/>
                  </a:lnTo>
                  <a:lnTo>
                    <a:pt x="190" y="288"/>
                  </a:lnTo>
                  <a:lnTo>
                    <a:pt x="189" y="288"/>
                  </a:lnTo>
                  <a:lnTo>
                    <a:pt x="189" y="288"/>
                  </a:lnTo>
                  <a:lnTo>
                    <a:pt x="189" y="288"/>
                  </a:lnTo>
                  <a:lnTo>
                    <a:pt x="188" y="288"/>
                  </a:lnTo>
                  <a:lnTo>
                    <a:pt x="188" y="288"/>
                  </a:lnTo>
                  <a:lnTo>
                    <a:pt x="187" y="288"/>
                  </a:lnTo>
                  <a:lnTo>
                    <a:pt x="187" y="289"/>
                  </a:lnTo>
                  <a:lnTo>
                    <a:pt x="186" y="289"/>
                  </a:lnTo>
                  <a:lnTo>
                    <a:pt x="186" y="289"/>
                  </a:lnTo>
                  <a:lnTo>
                    <a:pt x="185" y="290"/>
                  </a:lnTo>
                  <a:lnTo>
                    <a:pt x="185" y="290"/>
                  </a:lnTo>
                  <a:lnTo>
                    <a:pt x="185" y="290"/>
                  </a:lnTo>
                  <a:lnTo>
                    <a:pt x="184" y="291"/>
                  </a:lnTo>
                  <a:lnTo>
                    <a:pt x="184" y="291"/>
                  </a:lnTo>
                  <a:lnTo>
                    <a:pt x="183" y="292"/>
                  </a:lnTo>
                  <a:lnTo>
                    <a:pt x="183" y="292"/>
                  </a:lnTo>
                  <a:lnTo>
                    <a:pt x="183" y="293"/>
                  </a:lnTo>
                  <a:lnTo>
                    <a:pt x="182" y="294"/>
                  </a:lnTo>
                  <a:lnTo>
                    <a:pt x="182" y="294"/>
                  </a:lnTo>
                  <a:lnTo>
                    <a:pt x="181" y="295"/>
                  </a:lnTo>
                  <a:lnTo>
                    <a:pt x="181" y="296"/>
                  </a:lnTo>
                  <a:lnTo>
                    <a:pt x="181" y="296"/>
                  </a:lnTo>
                  <a:lnTo>
                    <a:pt x="180" y="297"/>
                  </a:lnTo>
                  <a:lnTo>
                    <a:pt x="180" y="298"/>
                  </a:lnTo>
                  <a:lnTo>
                    <a:pt x="180" y="298"/>
                  </a:lnTo>
                  <a:lnTo>
                    <a:pt x="180" y="299"/>
                  </a:lnTo>
                  <a:lnTo>
                    <a:pt x="179" y="300"/>
                  </a:lnTo>
                  <a:lnTo>
                    <a:pt x="179" y="300"/>
                  </a:lnTo>
                  <a:lnTo>
                    <a:pt x="179" y="301"/>
                  </a:lnTo>
                  <a:lnTo>
                    <a:pt x="179" y="301"/>
                  </a:lnTo>
                  <a:lnTo>
                    <a:pt x="179" y="302"/>
                  </a:lnTo>
                  <a:lnTo>
                    <a:pt x="179" y="302"/>
                  </a:lnTo>
                  <a:lnTo>
                    <a:pt x="179" y="304"/>
                  </a:lnTo>
                  <a:lnTo>
                    <a:pt x="179" y="304"/>
                  </a:lnTo>
                  <a:lnTo>
                    <a:pt x="179" y="304"/>
                  </a:lnTo>
                  <a:lnTo>
                    <a:pt x="179" y="305"/>
                  </a:lnTo>
                  <a:lnTo>
                    <a:pt x="179" y="305"/>
                  </a:lnTo>
                  <a:lnTo>
                    <a:pt x="179" y="305"/>
                  </a:lnTo>
                  <a:lnTo>
                    <a:pt x="179" y="306"/>
                  </a:lnTo>
                  <a:lnTo>
                    <a:pt x="179" y="306"/>
                  </a:lnTo>
                  <a:lnTo>
                    <a:pt x="180" y="306"/>
                  </a:lnTo>
                  <a:lnTo>
                    <a:pt x="180" y="307"/>
                  </a:lnTo>
                  <a:lnTo>
                    <a:pt x="180" y="307"/>
                  </a:lnTo>
                  <a:lnTo>
                    <a:pt x="181" y="307"/>
                  </a:lnTo>
                  <a:lnTo>
                    <a:pt x="181" y="307"/>
                  </a:lnTo>
                  <a:lnTo>
                    <a:pt x="181" y="307"/>
                  </a:lnTo>
                  <a:lnTo>
                    <a:pt x="182" y="308"/>
                  </a:lnTo>
                  <a:lnTo>
                    <a:pt x="182" y="308"/>
                  </a:lnTo>
                  <a:lnTo>
                    <a:pt x="182" y="309"/>
                  </a:lnTo>
                  <a:lnTo>
                    <a:pt x="182" y="309"/>
                  </a:lnTo>
                  <a:lnTo>
                    <a:pt x="182" y="310"/>
                  </a:lnTo>
                  <a:lnTo>
                    <a:pt x="182" y="311"/>
                  </a:lnTo>
                  <a:lnTo>
                    <a:pt x="182" y="312"/>
                  </a:lnTo>
                  <a:lnTo>
                    <a:pt x="181" y="313"/>
                  </a:lnTo>
                  <a:lnTo>
                    <a:pt x="181" y="314"/>
                  </a:lnTo>
                  <a:lnTo>
                    <a:pt x="181" y="314"/>
                  </a:lnTo>
                  <a:lnTo>
                    <a:pt x="181" y="315"/>
                  </a:lnTo>
                  <a:lnTo>
                    <a:pt x="180" y="315"/>
                  </a:lnTo>
                  <a:lnTo>
                    <a:pt x="180" y="316"/>
                  </a:lnTo>
                  <a:lnTo>
                    <a:pt x="180" y="316"/>
                  </a:lnTo>
                  <a:lnTo>
                    <a:pt x="179" y="317"/>
                  </a:lnTo>
                  <a:lnTo>
                    <a:pt x="179" y="317"/>
                  </a:lnTo>
                  <a:lnTo>
                    <a:pt x="179" y="318"/>
                  </a:lnTo>
                  <a:lnTo>
                    <a:pt x="178" y="318"/>
                  </a:lnTo>
                  <a:lnTo>
                    <a:pt x="178" y="319"/>
                  </a:lnTo>
                  <a:lnTo>
                    <a:pt x="177" y="319"/>
                  </a:lnTo>
                  <a:lnTo>
                    <a:pt x="177" y="319"/>
                  </a:lnTo>
                  <a:lnTo>
                    <a:pt x="175" y="319"/>
                  </a:lnTo>
                  <a:lnTo>
                    <a:pt x="175" y="320"/>
                  </a:lnTo>
                  <a:lnTo>
                    <a:pt x="175" y="320"/>
                  </a:lnTo>
                  <a:lnTo>
                    <a:pt x="174" y="320"/>
                  </a:lnTo>
                  <a:lnTo>
                    <a:pt x="174" y="320"/>
                  </a:lnTo>
                  <a:lnTo>
                    <a:pt x="174" y="320"/>
                  </a:lnTo>
                  <a:lnTo>
                    <a:pt x="173" y="320"/>
                  </a:lnTo>
                  <a:lnTo>
                    <a:pt x="173" y="320"/>
                  </a:lnTo>
                  <a:lnTo>
                    <a:pt x="173" y="320"/>
                  </a:lnTo>
                  <a:lnTo>
                    <a:pt x="172" y="320"/>
                  </a:lnTo>
                  <a:lnTo>
                    <a:pt x="172" y="320"/>
                  </a:lnTo>
                  <a:lnTo>
                    <a:pt x="172" y="319"/>
                  </a:lnTo>
                  <a:lnTo>
                    <a:pt x="172" y="319"/>
                  </a:lnTo>
                  <a:lnTo>
                    <a:pt x="172" y="319"/>
                  </a:lnTo>
                  <a:lnTo>
                    <a:pt x="172" y="319"/>
                  </a:lnTo>
                  <a:lnTo>
                    <a:pt x="172" y="319"/>
                  </a:lnTo>
                  <a:lnTo>
                    <a:pt x="172" y="318"/>
                  </a:lnTo>
                  <a:lnTo>
                    <a:pt x="172" y="318"/>
                  </a:lnTo>
                  <a:lnTo>
                    <a:pt x="172" y="318"/>
                  </a:lnTo>
                  <a:lnTo>
                    <a:pt x="172" y="318"/>
                  </a:lnTo>
                  <a:lnTo>
                    <a:pt x="172" y="317"/>
                  </a:lnTo>
                  <a:lnTo>
                    <a:pt x="172" y="317"/>
                  </a:lnTo>
                  <a:lnTo>
                    <a:pt x="172" y="316"/>
                  </a:lnTo>
                  <a:lnTo>
                    <a:pt x="172" y="316"/>
                  </a:lnTo>
                  <a:lnTo>
                    <a:pt x="172" y="316"/>
                  </a:lnTo>
                  <a:lnTo>
                    <a:pt x="172" y="316"/>
                  </a:lnTo>
                  <a:lnTo>
                    <a:pt x="172" y="315"/>
                  </a:lnTo>
                  <a:lnTo>
                    <a:pt x="172" y="315"/>
                  </a:lnTo>
                  <a:lnTo>
                    <a:pt x="172" y="315"/>
                  </a:lnTo>
                  <a:lnTo>
                    <a:pt x="171" y="315"/>
                  </a:lnTo>
                  <a:lnTo>
                    <a:pt x="171" y="314"/>
                  </a:lnTo>
                  <a:lnTo>
                    <a:pt x="171" y="314"/>
                  </a:lnTo>
                  <a:lnTo>
                    <a:pt x="171" y="314"/>
                  </a:lnTo>
                  <a:lnTo>
                    <a:pt x="170" y="314"/>
                  </a:lnTo>
                  <a:lnTo>
                    <a:pt x="170" y="314"/>
                  </a:lnTo>
                  <a:lnTo>
                    <a:pt x="169" y="314"/>
                  </a:lnTo>
                  <a:lnTo>
                    <a:pt x="169" y="314"/>
                  </a:lnTo>
                  <a:lnTo>
                    <a:pt x="169" y="314"/>
                  </a:lnTo>
                  <a:lnTo>
                    <a:pt x="168" y="315"/>
                  </a:lnTo>
                  <a:lnTo>
                    <a:pt x="168" y="315"/>
                  </a:lnTo>
                  <a:lnTo>
                    <a:pt x="167" y="315"/>
                  </a:lnTo>
                  <a:lnTo>
                    <a:pt x="167" y="315"/>
                  </a:lnTo>
                  <a:lnTo>
                    <a:pt x="166" y="315"/>
                  </a:lnTo>
                  <a:lnTo>
                    <a:pt x="166" y="315"/>
                  </a:lnTo>
                  <a:lnTo>
                    <a:pt x="165" y="315"/>
                  </a:lnTo>
                  <a:lnTo>
                    <a:pt x="165" y="315"/>
                  </a:lnTo>
                  <a:lnTo>
                    <a:pt x="164" y="315"/>
                  </a:lnTo>
                  <a:lnTo>
                    <a:pt x="164" y="315"/>
                  </a:lnTo>
                  <a:lnTo>
                    <a:pt x="163" y="316"/>
                  </a:lnTo>
                  <a:lnTo>
                    <a:pt x="163" y="316"/>
                  </a:lnTo>
                  <a:lnTo>
                    <a:pt x="162" y="316"/>
                  </a:lnTo>
                  <a:lnTo>
                    <a:pt x="162" y="316"/>
                  </a:lnTo>
                  <a:lnTo>
                    <a:pt x="162" y="316"/>
                  </a:lnTo>
                  <a:lnTo>
                    <a:pt x="161" y="316"/>
                  </a:lnTo>
                  <a:lnTo>
                    <a:pt x="161" y="317"/>
                  </a:lnTo>
                  <a:lnTo>
                    <a:pt x="161" y="317"/>
                  </a:lnTo>
                  <a:lnTo>
                    <a:pt x="160" y="317"/>
                  </a:lnTo>
                  <a:lnTo>
                    <a:pt x="160" y="317"/>
                  </a:lnTo>
                  <a:lnTo>
                    <a:pt x="160" y="317"/>
                  </a:lnTo>
                  <a:lnTo>
                    <a:pt x="160" y="318"/>
                  </a:lnTo>
                  <a:lnTo>
                    <a:pt x="160" y="318"/>
                  </a:lnTo>
                  <a:lnTo>
                    <a:pt x="160" y="318"/>
                  </a:lnTo>
                  <a:lnTo>
                    <a:pt x="160" y="318"/>
                  </a:lnTo>
                  <a:lnTo>
                    <a:pt x="160" y="319"/>
                  </a:lnTo>
                  <a:lnTo>
                    <a:pt x="160" y="319"/>
                  </a:lnTo>
                  <a:lnTo>
                    <a:pt x="160" y="319"/>
                  </a:lnTo>
                  <a:lnTo>
                    <a:pt x="160" y="320"/>
                  </a:lnTo>
                  <a:lnTo>
                    <a:pt x="160" y="320"/>
                  </a:lnTo>
                  <a:lnTo>
                    <a:pt x="160" y="320"/>
                  </a:lnTo>
                  <a:lnTo>
                    <a:pt x="160" y="322"/>
                  </a:lnTo>
                  <a:lnTo>
                    <a:pt x="161" y="322"/>
                  </a:lnTo>
                  <a:lnTo>
                    <a:pt x="161" y="323"/>
                  </a:lnTo>
                  <a:lnTo>
                    <a:pt x="161" y="323"/>
                  </a:lnTo>
                  <a:lnTo>
                    <a:pt x="161" y="323"/>
                  </a:lnTo>
                  <a:lnTo>
                    <a:pt x="161" y="324"/>
                  </a:lnTo>
                  <a:lnTo>
                    <a:pt x="161" y="324"/>
                  </a:lnTo>
                  <a:lnTo>
                    <a:pt x="161" y="324"/>
                  </a:lnTo>
                  <a:lnTo>
                    <a:pt x="161" y="324"/>
                  </a:lnTo>
                  <a:lnTo>
                    <a:pt x="161" y="324"/>
                  </a:lnTo>
                  <a:lnTo>
                    <a:pt x="161" y="325"/>
                  </a:lnTo>
                  <a:lnTo>
                    <a:pt x="161" y="325"/>
                  </a:lnTo>
                  <a:lnTo>
                    <a:pt x="161" y="325"/>
                  </a:lnTo>
                  <a:lnTo>
                    <a:pt x="160" y="325"/>
                  </a:lnTo>
                  <a:lnTo>
                    <a:pt x="160" y="325"/>
                  </a:lnTo>
                  <a:lnTo>
                    <a:pt x="160" y="325"/>
                  </a:lnTo>
                  <a:lnTo>
                    <a:pt x="159" y="325"/>
                  </a:lnTo>
                  <a:lnTo>
                    <a:pt x="159" y="325"/>
                  </a:lnTo>
                  <a:lnTo>
                    <a:pt x="157" y="325"/>
                  </a:lnTo>
                  <a:lnTo>
                    <a:pt x="157" y="325"/>
                  </a:lnTo>
                  <a:lnTo>
                    <a:pt x="156" y="325"/>
                  </a:lnTo>
                  <a:lnTo>
                    <a:pt x="156" y="325"/>
                  </a:lnTo>
                  <a:lnTo>
                    <a:pt x="155" y="326"/>
                  </a:lnTo>
                  <a:lnTo>
                    <a:pt x="155" y="326"/>
                  </a:lnTo>
                  <a:lnTo>
                    <a:pt x="154" y="326"/>
                  </a:lnTo>
                  <a:lnTo>
                    <a:pt x="154" y="326"/>
                  </a:lnTo>
                  <a:lnTo>
                    <a:pt x="154" y="326"/>
                  </a:lnTo>
                  <a:lnTo>
                    <a:pt x="153" y="326"/>
                  </a:lnTo>
                  <a:lnTo>
                    <a:pt x="153" y="326"/>
                  </a:lnTo>
                  <a:lnTo>
                    <a:pt x="152" y="326"/>
                  </a:lnTo>
                  <a:lnTo>
                    <a:pt x="152" y="326"/>
                  </a:lnTo>
                  <a:lnTo>
                    <a:pt x="152" y="326"/>
                  </a:lnTo>
                  <a:lnTo>
                    <a:pt x="152" y="326"/>
                  </a:lnTo>
                  <a:lnTo>
                    <a:pt x="151" y="326"/>
                  </a:lnTo>
                  <a:lnTo>
                    <a:pt x="151" y="326"/>
                  </a:lnTo>
                  <a:lnTo>
                    <a:pt x="151" y="326"/>
                  </a:lnTo>
                  <a:lnTo>
                    <a:pt x="151" y="325"/>
                  </a:lnTo>
                  <a:lnTo>
                    <a:pt x="151" y="325"/>
                  </a:lnTo>
                  <a:lnTo>
                    <a:pt x="151" y="325"/>
                  </a:lnTo>
                  <a:lnTo>
                    <a:pt x="151" y="325"/>
                  </a:lnTo>
                  <a:lnTo>
                    <a:pt x="151" y="325"/>
                  </a:lnTo>
                  <a:lnTo>
                    <a:pt x="151" y="324"/>
                  </a:lnTo>
                  <a:lnTo>
                    <a:pt x="151" y="324"/>
                  </a:lnTo>
                  <a:lnTo>
                    <a:pt x="151" y="324"/>
                  </a:lnTo>
                  <a:lnTo>
                    <a:pt x="151" y="324"/>
                  </a:lnTo>
                  <a:lnTo>
                    <a:pt x="152" y="323"/>
                  </a:lnTo>
                  <a:lnTo>
                    <a:pt x="152" y="323"/>
                  </a:lnTo>
                  <a:lnTo>
                    <a:pt x="152" y="322"/>
                  </a:lnTo>
                  <a:lnTo>
                    <a:pt x="152" y="322"/>
                  </a:lnTo>
                  <a:lnTo>
                    <a:pt x="152" y="322"/>
                  </a:lnTo>
                  <a:lnTo>
                    <a:pt x="152" y="320"/>
                  </a:lnTo>
                  <a:lnTo>
                    <a:pt x="152" y="320"/>
                  </a:lnTo>
                  <a:lnTo>
                    <a:pt x="152" y="320"/>
                  </a:lnTo>
                  <a:lnTo>
                    <a:pt x="151" y="319"/>
                  </a:lnTo>
                  <a:lnTo>
                    <a:pt x="151" y="319"/>
                  </a:lnTo>
                  <a:lnTo>
                    <a:pt x="151" y="319"/>
                  </a:lnTo>
                  <a:lnTo>
                    <a:pt x="151" y="319"/>
                  </a:lnTo>
                  <a:lnTo>
                    <a:pt x="150" y="318"/>
                  </a:lnTo>
                  <a:lnTo>
                    <a:pt x="150" y="318"/>
                  </a:lnTo>
                  <a:lnTo>
                    <a:pt x="150" y="318"/>
                  </a:lnTo>
                  <a:lnTo>
                    <a:pt x="150" y="318"/>
                  </a:lnTo>
                  <a:lnTo>
                    <a:pt x="150" y="318"/>
                  </a:lnTo>
                  <a:lnTo>
                    <a:pt x="150" y="318"/>
                  </a:lnTo>
                  <a:lnTo>
                    <a:pt x="150" y="318"/>
                  </a:lnTo>
                  <a:lnTo>
                    <a:pt x="150" y="318"/>
                  </a:lnTo>
                  <a:lnTo>
                    <a:pt x="150" y="318"/>
                  </a:lnTo>
                  <a:lnTo>
                    <a:pt x="150" y="318"/>
                  </a:lnTo>
                  <a:lnTo>
                    <a:pt x="150" y="318"/>
                  </a:lnTo>
                  <a:lnTo>
                    <a:pt x="149" y="318"/>
                  </a:lnTo>
                  <a:lnTo>
                    <a:pt x="149" y="318"/>
                  </a:lnTo>
                  <a:lnTo>
                    <a:pt x="149" y="318"/>
                  </a:lnTo>
                  <a:lnTo>
                    <a:pt x="149" y="318"/>
                  </a:lnTo>
                  <a:lnTo>
                    <a:pt x="149" y="318"/>
                  </a:lnTo>
                  <a:lnTo>
                    <a:pt x="148" y="317"/>
                  </a:lnTo>
                  <a:lnTo>
                    <a:pt x="148" y="317"/>
                  </a:lnTo>
                  <a:lnTo>
                    <a:pt x="148" y="317"/>
                  </a:lnTo>
                  <a:lnTo>
                    <a:pt x="148" y="317"/>
                  </a:lnTo>
                  <a:lnTo>
                    <a:pt x="147" y="317"/>
                  </a:lnTo>
                  <a:lnTo>
                    <a:pt x="147" y="317"/>
                  </a:lnTo>
                  <a:lnTo>
                    <a:pt x="147" y="317"/>
                  </a:lnTo>
                  <a:lnTo>
                    <a:pt x="146" y="317"/>
                  </a:lnTo>
                  <a:lnTo>
                    <a:pt x="146" y="317"/>
                  </a:lnTo>
                  <a:lnTo>
                    <a:pt x="146" y="317"/>
                  </a:lnTo>
                  <a:lnTo>
                    <a:pt x="145" y="317"/>
                  </a:lnTo>
                  <a:lnTo>
                    <a:pt x="145" y="317"/>
                  </a:lnTo>
                  <a:lnTo>
                    <a:pt x="145" y="317"/>
                  </a:lnTo>
                  <a:lnTo>
                    <a:pt x="144" y="317"/>
                  </a:lnTo>
                  <a:lnTo>
                    <a:pt x="144" y="317"/>
                  </a:lnTo>
                  <a:lnTo>
                    <a:pt x="144" y="317"/>
                  </a:lnTo>
                  <a:lnTo>
                    <a:pt x="143" y="317"/>
                  </a:lnTo>
                  <a:lnTo>
                    <a:pt x="143" y="318"/>
                  </a:lnTo>
                  <a:lnTo>
                    <a:pt x="142" y="318"/>
                  </a:lnTo>
                  <a:lnTo>
                    <a:pt x="142" y="318"/>
                  </a:lnTo>
                  <a:lnTo>
                    <a:pt x="142" y="319"/>
                  </a:lnTo>
                  <a:lnTo>
                    <a:pt x="141" y="319"/>
                  </a:lnTo>
                  <a:lnTo>
                    <a:pt x="141" y="320"/>
                  </a:lnTo>
                  <a:lnTo>
                    <a:pt x="139" y="320"/>
                  </a:lnTo>
                  <a:lnTo>
                    <a:pt x="139" y="320"/>
                  </a:lnTo>
                  <a:lnTo>
                    <a:pt x="138" y="322"/>
                  </a:lnTo>
                  <a:lnTo>
                    <a:pt x="138" y="322"/>
                  </a:lnTo>
                  <a:lnTo>
                    <a:pt x="137" y="322"/>
                  </a:lnTo>
                  <a:lnTo>
                    <a:pt x="137" y="322"/>
                  </a:lnTo>
                  <a:lnTo>
                    <a:pt x="137" y="322"/>
                  </a:lnTo>
                  <a:lnTo>
                    <a:pt x="136" y="322"/>
                  </a:lnTo>
                  <a:lnTo>
                    <a:pt x="136" y="322"/>
                  </a:lnTo>
                  <a:lnTo>
                    <a:pt x="136" y="322"/>
                  </a:lnTo>
                  <a:lnTo>
                    <a:pt x="136" y="322"/>
                  </a:lnTo>
                  <a:lnTo>
                    <a:pt x="136" y="320"/>
                  </a:lnTo>
                  <a:lnTo>
                    <a:pt x="136" y="320"/>
                  </a:lnTo>
                  <a:lnTo>
                    <a:pt x="136" y="320"/>
                  </a:lnTo>
                  <a:lnTo>
                    <a:pt x="136" y="319"/>
                  </a:lnTo>
                  <a:lnTo>
                    <a:pt x="136" y="319"/>
                  </a:lnTo>
                  <a:lnTo>
                    <a:pt x="136" y="318"/>
                  </a:lnTo>
                  <a:lnTo>
                    <a:pt x="136" y="318"/>
                  </a:lnTo>
                  <a:lnTo>
                    <a:pt x="136" y="318"/>
                  </a:lnTo>
                  <a:lnTo>
                    <a:pt x="136" y="317"/>
                  </a:lnTo>
                  <a:lnTo>
                    <a:pt x="137" y="317"/>
                  </a:lnTo>
                  <a:lnTo>
                    <a:pt x="137" y="317"/>
                  </a:lnTo>
                  <a:lnTo>
                    <a:pt x="137" y="316"/>
                  </a:lnTo>
                  <a:lnTo>
                    <a:pt x="137" y="316"/>
                  </a:lnTo>
                  <a:lnTo>
                    <a:pt x="137" y="316"/>
                  </a:lnTo>
                  <a:lnTo>
                    <a:pt x="138" y="315"/>
                  </a:lnTo>
                  <a:lnTo>
                    <a:pt x="138" y="315"/>
                  </a:lnTo>
                  <a:lnTo>
                    <a:pt x="138" y="315"/>
                  </a:lnTo>
                  <a:lnTo>
                    <a:pt x="138" y="315"/>
                  </a:lnTo>
                  <a:lnTo>
                    <a:pt x="139" y="314"/>
                  </a:lnTo>
                  <a:lnTo>
                    <a:pt x="139" y="314"/>
                  </a:lnTo>
                  <a:lnTo>
                    <a:pt x="139" y="314"/>
                  </a:lnTo>
                  <a:lnTo>
                    <a:pt x="139" y="313"/>
                  </a:lnTo>
                  <a:lnTo>
                    <a:pt x="139" y="313"/>
                  </a:lnTo>
                  <a:lnTo>
                    <a:pt x="141" y="313"/>
                  </a:lnTo>
                  <a:lnTo>
                    <a:pt x="141" y="313"/>
                  </a:lnTo>
                  <a:lnTo>
                    <a:pt x="141" y="312"/>
                  </a:lnTo>
                  <a:lnTo>
                    <a:pt x="141" y="312"/>
                  </a:lnTo>
                  <a:lnTo>
                    <a:pt x="141" y="312"/>
                  </a:lnTo>
                  <a:lnTo>
                    <a:pt x="141" y="312"/>
                  </a:lnTo>
                  <a:lnTo>
                    <a:pt x="141" y="311"/>
                  </a:lnTo>
                  <a:lnTo>
                    <a:pt x="141" y="311"/>
                  </a:lnTo>
                  <a:lnTo>
                    <a:pt x="141" y="311"/>
                  </a:lnTo>
                  <a:lnTo>
                    <a:pt x="141" y="311"/>
                  </a:lnTo>
                  <a:lnTo>
                    <a:pt x="139" y="310"/>
                  </a:lnTo>
                  <a:lnTo>
                    <a:pt x="139" y="310"/>
                  </a:lnTo>
                  <a:lnTo>
                    <a:pt x="139" y="310"/>
                  </a:lnTo>
                  <a:lnTo>
                    <a:pt x="138" y="310"/>
                  </a:lnTo>
                  <a:lnTo>
                    <a:pt x="138" y="309"/>
                  </a:lnTo>
                  <a:lnTo>
                    <a:pt x="137" y="309"/>
                  </a:lnTo>
                  <a:lnTo>
                    <a:pt x="137" y="308"/>
                  </a:lnTo>
                  <a:lnTo>
                    <a:pt x="136" y="308"/>
                  </a:lnTo>
                  <a:lnTo>
                    <a:pt x="135" y="307"/>
                  </a:lnTo>
                  <a:lnTo>
                    <a:pt x="134" y="307"/>
                  </a:lnTo>
                  <a:lnTo>
                    <a:pt x="134" y="306"/>
                  </a:lnTo>
                  <a:lnTo>
                    <a:pt x="133" y="306"/>
                  </a:lnTo>
                  <a:lnTo>
                    <a:pt x="132" y="306"/>
                  </a:lnTo>
                  <a:lnTo>
                    <a:pt x="131" y="305"/>
                  </a:lnTo>
                  <a:lnTo>
                    <a:pt x="130" y="305"/>
                  </a:lnTo>
                  <a:lnTo>
                    <a:pt x="129" y="305"/>
                  </a:lnTo>
                  <a:lnTo>
                    <a:pt x="128" y="305"/>
                  </a:lnTo>
                  <a:lnTo>
                    <a:pt x="128" y="305"/>
                  </a:lnTo>
                  <a:lnTo>
                    <a:pt x="126" y="305"/>
                  </a:lnTo>
                  <a:lnTo>
                    <a:pt x="125" y="305"/>
                  </a:lnTo>
                  <a:lnTo>
                    <a:pt x="123" y="305"/>
                  </a:lnTo>
                  <a:lnTo>
                    <a:pt x="120" y="306"/>
                  </a:lnTo>
                  <a:lnTo>
                    <a:pt x="118" y="306"/>
                  </a:lnTo>
                  <a:lnTo>
                    <a:pt x="116" y="306"/>
                  </a:lnTo>
                  <a:lnTo>
                    <a:pt x="114" y="306"/>
                  </a:lnTo>
                  <a:lnTo>
                    <a:pt x="112" y="306"/>
                  </a:lnTo>
                  <a:lnTo>
                    <a:pt x="109" y="305"/>
                  </a:lnTo>
                  <a:lnTo>
                    <a:pt x="107" y="305"/>
                  </a:lnTo>
                  <a:lnTo>
                    <a:pt x="105" y="305"/>
                  </a:lnTo>
                  <a:lnTo>
                    <a:pt x="102" y="305"/>
                  </a:lnTo>
                  <a:lnTo>
                    <a:pt x="100" y="305"/>
                  </a:lnTo>
                  <a:lnTo>
                    <a:pt x="99" y="305"/>
                  </a:lnTo>
                  <a:lnTo>
                    <a:pt x="97" y="305"/>
                  </a:lnTo>
                  <a:lnTo>
                    <a:pt x="96" y="305"/>
                  </a:lnTo>
                  <a:lnTo>
                    <a:pt x="95" y="305"/>
                  </a:lnTo>
                  <a:lnTo>
                    <a:pt x="94" y="306"/>
                  </a:lnTo>
                  <a:lnTo>
                    <a:pt x="94" y="306"/>
                  </a:lnTo>
                  <a:lnTo>
                    <a:pt x="93" y="306"/>
                  </a:lnTo>
                  <a:lnTo>
                    <a:pt x="92" y="306"/>
                  </a:lnTo>
                  <a:lnTo>
                    <a:pt x="92" y="305"/>
                  </a:lnTo>
                  <a:lnTo>
                    <a:pt x="91" y="305"/>
                  </a:lnTo>
                  <a:lnTo>
                    <a:pt x="90" y="305"/>
                  </a:lnTo>
                  <a:lnTo>
                    <a:pt x="90" y="305"/>
                  </a:lnTo>
                  <a:lnTo>
                    <a:pt x="89" y="305"/>
                  </a:lnTo>
                  <a:lnTo>
                    <a:pt x="88" y="305"/>
                  </a:lnTo>
                  <a:lnTo>
                    <a:pt x="88" y="305"/>
                  </a:lnTo>
                  <a:lnTo>
                    <a:pt x="87" y="305"/>
                  </a:lnTo>
                  <a:lnTo>
                    <a:pt x="87" y="305"/>
                  </a:lnTo>
                  <a:lnTo>
                    <a:pt x="85" y="305"/>
                  </a:lnTo>
                  <a:lnTo>
                    <a:pt x="85" y="304"/>
                  </a:lnTo>
                  <a:lnTo>
                    <a:pt x="85" y="304"/>
                  </a:lnTo>
                  <a:lnTo>
                    <a:pt x="84" y="304"/>
                  </a:lnTo>
                  <a:lnTo>
                    <a:pt x="84" y="304"/>
                  </a:lnTo>
                  <a:lnTo>
                    <a:pt x="84" y="302"/>
                  </a:lnTo>
                  <a:lnTo>
                    <a:pt x="84" y="302"/>
                  </a:lnTo>
                  <a:lnTo>
                    <a:pt x="83" y="301"/>
                  </a:lnTo>
                  <a:lnTo>
                    <a:pt x="83" y="301"/>
                  </a:lnTo>
                  <a:lnTo>
                    <a:pt x="83" y="301"/>
                  </a:lnTo>
                  <a:lnTo>
                    <a:pt x="83" y="300"/>
                  </a:lnTo>
                  <a:lnTo>
                    <a:pt x="82" y="300"/>
                  </a:lnTo>
                  <a:lnTo>
                    <a:pt x="82" y="299"/>
                  </a:lnTo>
                  <a:lnTo>
                    <a:pt x="82" y="298"/>
                  </a:lnTo>
                  <a:lnTo>
                    <a:pt x="82" y="298"/>
                  </a:lnTo>
                  <a:lnTo>
                    <a:pt x="81" y="298"/>
                  </a:lnTo>
                  <a:lnTo>
                    <a:pt x="81" y="297"/>
                  </a:lnTo>
                  <a:lnTo>
                    <a:pt x="81" y="297"/>
                  </a:lnTo>
                  <a:lnTo>
                    <a:pt x="81" y="296"/>
                  </a:lnTo>
                  <a:lnTo>
                    <a:pt x="81" y="296"/>
                  </a:lnTo>
                  <a:lnTo>
                    <a:pt x="81" y="296"/>
                  </a:lnTo>
                  <a:lnTo>
                    <a:pt x="81" y="295"/>
                  </a:lnTo>
                  <a:lnTo>
                    <a:pt x="81" y="295"/>
                  </a:lnTo>
                  <a:lnTo>
                    <a:pt x="80" y="295"/>
                  </a:lnTo>
                  <a:lnTo>
                    <a:pt x="80" y="294"/>
                  </a:lnTo>
                  <a:lnTo>
                    <a:pt x="80" y="294"/>
                  </a:lnTo>
                  <a:lnTo>
                    <a:pt x="80" y="294"/>
                  </a:lnTo>
                  <a:lnTo>
                    <a:pt x="80" y="294"/>
                  </a:lnTo>
                  <a:lnTo>
                    <a:pt x="80" y="293"/>
                  </a:lnTo>
                  <a:lnTo>
                    <a:pt x="79" y="293"/>
                  </a:lnTo>
                  <a:lnTo>
                    <a:pt x="79" y="293"/>
                  </a:lnTo>
                  <a:lnTo>
                    <a:pt x="78" y="293"/>
                  </a:lnTo>
                  <a:lnTo>
                    <a:pt x="78" y="293"/>
                  </a:lnTo>
                  <a:lnTo>
                    <a:pt x="77" y="292"/>
                  </a:lnTo>
                  <a:lnTo>
                    <a:pt x="77" y="292"/>
                  </a:lnTo>
                  <a:lnTo>
                    <a:pt x="76" y="292"/>
                  </a:lnTo>
                  <a:lnTo>
                    <a:pt x="75" y="292"/>
                  </a:lnTo>
                  <a:lnTo>
                    <a:pt x="75" y="292"/>
                  </a:lnTo>
                  <a:lnTo>
                    <a:pt x="74" y="292"/>
                  </a:lnTo>
                  <a:lnTo>
                    <a:pt x="74" y="292"/>
                  </a:lnTo>
                  <a:lnTo>
                    <a:pt x="73" y="292"/>
                  </a:lnTo>
                  <a:lnTo>
                    <a:pt x="73" y="292"/>
                  </a:lnTo>
                  <a:lnTo>
                    <a:pt x="72" y="292"/>
                  </a:lnTo>
                  <a:lnTo>
                    <a:pt x="71" y="292"/>
                  </a:lnTo>
                  <a:lnTo>
                    <a:pt x="71" y="292"/>
                  </a:lnTo>
                  <a:lnTo>
                    <a:pt x="70" y="292"/>
                  </a:lnTo>
                  <a:lnTo>
                    <a:pt x="69" y="292"/>
                  </a:lnTo>
                  <a:lnTo>
                    <a:pt x="69" y="292"/>
                  </a:lnTo>
                  <a:lnTo>
                    <a:pt x="67" y="293"/>
                  </a:lnTo>
                  <a:lnTo>
                    <a:pt x="66" y="293"/>
                  </a:lnTo>
                  <a:lnTo>
                    <a:pt x="65" y="293"/>
                  </a:lnTo>
                  <a:lnTo>
                    <a:pt x="64" y="293"/>
                  </a:lnTo>
                  <a:lnTo>
                    <a:pt x="63" y="293"/>
                  </a:lnTo>
                  <a:lnTo>
                    <a:pt x="63" y="294"/>
                  </a:lnTo>
                  <a:lnTo>
                    <a:pt x="62" y="294"/>
                  </a:lnTo>
                  <a:lnTo>
                    <a:pt x="62" y="294"/>
                  </a:lnTo>
                  <a:lnTo>
                    <a:pt x="61" y="294"/>
                  </a:lnTo>
                  <a:lnTo>
                    <a:pt x="60" y="294"/>
                  </a:lnTo>
                  <a:lnTo>
                    <a:pt x="60" y="294"/>
                  </a:lnTo>
                  <a:lnTo>
                    <a:pt x="60" y="294"/>
                  </a:lnTo>
                  <a:lnTo>
                    <a:pt x="59" y="293"/>
                  </a:lnTo>
                  <a:lnTo>
                    <a:pt x="59" y="293"/>
                  </a:lnTo>
                  <a:lnTo>
                    <a:pt x="59" y="293"/>
                  </a:lnTo>
                  <a:lnTo>
                    <a:pt x="58" y="293"/>
                  </a:lnTo>
                  <a:lnTo>
                    <a:pt x="58" y="293"/>
                  </a:lnTo>
                  <a:lnTo>
                    <a:pt x="58" y="293"/>
                  </a:lnTo>
                  <a:lnTo>
                    <a:pt x="57" y="292"/>
                  </a:lnTo>
                  <a:lnTo>
                    <a:pt x="56" y="291"/>
                  </a:lnTo>
                  <a:lnTo>
                    <a:pt x="55" y="290"/>
                  </a:lnTo>
                  <a:lnTo>
                    <a:pt x="54" y="290"/>
                  </a:lnTo>
                  <a:lnTo>
                    <a:pt x="52" y="289"/>
                  </a:lnTo>
                  <a:lnTo>
                    <a:pt x="49" y="288"/>
                  </a:lnTo>
                  <a:lnTo>
                    <a:pt x="48" y="287"/>
                  </a:lnTo>
                  <a:lnTo>
                    <a:pt x="46" y="286"/>
                  </a:lnTo>
                  <a:lnTo>
                    <a:pt x="44" y="284"/>
                  </a:lnTo>
                  <a:lnTo>
                    <a:pt x="42" y="283"/>
                  </a:lnTo>
                  <a:lnTo>
                    <a:pt x="40" y="282"/>
                  </a:lnTo>
                  <a:lnTo>
                    <a:pt x="39" y="281"/>
                  </a:lnTo>
                  <a:lnTo>
                    <a:pt x="37" y="280"/>
                  </a:lnTo>
                  <a:lnTo>
                    <a:pt x="36" y="279"/>
                  </a:lnTo>
                  <a:lnTo>
                    <a:pt x="35" y="278"/>
                  </a:lnTo>
                  <a:lnTo>
                    <a:pt x="35" y="277"/>
                  </a:lnTo>
                  <a:lnTo>
                    <a:pt x="34" y="277"/>
                  </a:lnTo>
                  <a:lnTo>
                    <a:pt x="34" y="276"/>
                  </a:lnTo>
                  <a:lnTo>
                    <a:pt x="34" y="276"/>
                  </a:lnTo>
                  <a:lnTo>
                    <a:pt x="34" y="276"/>
                  </a:lnTo>
                  <a:lnTo>
                    <a:pt x="33" y="275"/>
                  </a:lnTo>
                  <a:lnTo>
                    <a:pt x="33" y="275"/>
                  </a:lnTo>
                  <a:lnTo>
                    <a:pt x="33" y="275"/>
                  </a:lnTo>
                  <a:lnTo>
                    <a:pt x="31" y="274"/>
                  </a:lnTo>
                  <a:lnTo>
                    <a:pt x="31" y="274"/>
                  </a:lnTo>
                  <a:lnTo>
                    <a:pt x="31" y="274"/>
                  </a:lnTo>
                  <a:lnTo>
                    <a:pt x="30" y="274"/>
                  </a:lnTo>
                  <a:lnTo>
                    <a:pt x="30" y="273"/>
                  </a:lnTo>
                  <a:lnTo>
                    <a:pt x="29" y="273"/>
                  </a:lnTo>
                  <a:lnTo>
                    <a:pt x="29" y="273"/>
                  </a:lnTo>
                  <a:lnTo>
                    <a:pt x="28" y="273"/>
                  </a:lnTo>
                  <a:lnTo>
                    <a:pt x="27" y="273"/>
                  </a:lnTo>
                  <a:lnTo>
                    <a:pt x="27" y="273"/>
                  </a:lnTo>
                  <a:lnTo>
                    <a:pt x="26" y="273"/>
                  </a:lnTo>
                  <a:lnTo>
                    <a:pt x="25" y="272"/>
                  </a:lnTo>
                  <a:lnTo>
                    <a:pt x="24" y="272"/>
                  </a:lnTo>
                  <a:lnTo>
                    <a:pt x="23" y="272"/>
                  </a:lnTo>
                  <a:lnTo>
                    <a:pt x="22" y="272"/>
                  </a:lnTo>
                  <a:lnTo>
                    <a:pt x="21" y="272"/>
                  </a:lnTo>
                  <a:lnTo>
                    <a:pt x="20" y="272"/>
                  </a:lnTo>
                  <a:lnTo>
                    <a:pt x="19" y="272"/>
                  </a:lnTo>
                  <a:lnTo>
                    <a:pt x="18" y="272"/>
                  </a:lnTo>
                  <a:lnTo>
                    <a:pt x="17" y="272"/>
                  </a:lnTo>
                  <a:lnTo>
                    <a:pt x="17" y="272"/>
                  </a:lnTo>
                  <a:lnTo>
                    <a:pt x="16" y="272"/>
                  </a:lnTo>
                  <a:lnTo>
                    <a:pt x="15" y="272"/>
                  </a:lnTo>
                  <a:lnTo>
                    <a:pt x="13" y="271"/>
                  </a:lnTo>
                  <a:lnTo>
                    <a:pt x="13" y="271"/>
                  </a:lnTo>
                  <a:lnTo>
                    <a:pt x="12" y="271"/>
                  </a:lnTo>
                  <a:lnTo>
                    <a:pt x="12" y="271"/>
                  </a:lnTo>
                  <a:lnTo>
                    <a:pt x="11" y="271"/>
                  </a:lnTo>
                  <a:lnTo>
                    <a:pt x="11" y="270"/>
                  </a:lnTo>
                  <a:lnTo>
                    <a:pt x="10" y="269"/>
                  </a:lnTo>
                  <a:lnTo>
                    <a:pt x="10" y="269"/>
                  </a:lnTo>
                  <a:lnTo>
                    <a:pt x="9" y="268"/>
                  </a:lnTo>
                  <a:lnTo>
                    <a:pt x="9" y="266"/>
                  </a:lnTo>
                  <a:lnTo>
                    <a:pt x="8" y="265"/>
                  </a:lnTo>
                  <a:lnTo>
                    <a:pt x="8" y="265"/>
                  </a:lnTo>
                  <a:lnTo>
                    <a:pt x="8" y="264"/>
                  </a:lnTo>
                  <a:lnTo>
                    <a:pt x="7" y="263"/>
                  </a:lnTo>
                  <a:lnTo>
                    <a:pt x="7" y="262"/>
                  </a:lnTo>
                  <a:lnTo>
                    <a:pt x="7" y="261"/>
                  </a:lnTo>
                  <a:lnTo>
                    <a:pt x="8" y="261"/>
                  </a:lnTo>
                  <a:lnTo>
                    <a:pt x="8" y="260"/>
                  </a:lnTo>
                  <a:lnTo>
                    <a:pt x="8" y="260"/>
                  </a:lnTo>
                  <a:lnTo>
                    <a:pt x="8" y="259"/>
                  </a:lnTo>
                  <a:lnTo>
                    <a:pt x="9" y="258"/>
                  </a:lnTo>
                  <a:lnTo>
                    <a:pt x="9" y="258"/>
                  </a:lnTo>
                  <a:lnTo>
                    <a:pt x="10" y="257"/>
                  </a:lnTo>
                  <a:lnTo>
                    <a:pt x="10" y="256"/>
                  </a:lnTo>
                  <a:lnTo>
                    <a:pt x="10" y="255"/>
                  </a:lnTo>
                  <a:lnTo>
                    <a:pt x="11" y="255"/>
                  </a:lnTo>
                  <a:lnTo>
                    <a:pt x="11" y="254"/>
                  </a:lnTo>
                  <a:lnTo>
                    <a:pt x="11" y="253"/>
                  </a:lnTo>
                  <a:lnTo>
                    <a:pt x="11" y="252"/>
                  </a:lnTo>
                  <a:lnTo>
                    <a:pt x="12" y="252"/>
                  </a:lnTo>
                  <a:lnTo>
                    <a:pt x="12" y="251"/>
                  </a:lnTo>
                  <a:lnTo>
                    <a:pt x="12" y="250"/>
                  </a:lnTo>
                  <a:lnTo>
                    <a:pt x="12" y="250"/>
                  </a:lnTo>
                  <a:lnTo>
                    <a:pt x="12" y="248"/>
                  </a:lnTo>
                  <a:lnTo>
                    <a:pt x="12" y="248"/>
                  </a:lnTo>
                  <a:lnTo>
                    <a:pt x="11" y="247"/>
                  </a:lnTo>
                  <a:lnTo>
                    <a:pt x="11" y="246"/>
                  </a:lnTo>
                  <a:lnTo>
                    <a:pt x="11" y="245"/>
                  </a:lnTo>
                  <a:lnTo>
                    <a:pt x="11" y="244"/>
                  </a:lnTo>
                  <a:lnTo>
                    <a:pt x="12" y="243"/>
                  </a:lnTo>
                  <a:lnTo>
                    <a:pt x="12" y="242"/>
                  </a:lnTo>
                  <a:lnTo>
                    <a:pt x="12" y="241"/>
                  </a:lnTo>
                  <a:lnTo>
                    <a:pt x="12" y="239"/>
                  </a:lnTo>
                  <a:lnTo>
                    <a:pt x="12" y="238"/>
                  </a:lnTo>
                  <a:lnTo>
                    <a:pt x="12" y="237"/>
                  </a:lnTo>
                  <a:lnTo>
                    <a:pt x="12" y="236"/>
                  </a:lnTo>
                  <a:lnTo>
                    <a:pt x="12" y="235"/>
                  </a:lnTo>
                  <a:lnTo>
                    <a:pt x="11" y="234"/>
                  </a:lnTo>
                  <a:lnTo>
                    <a:pt x="11" y="233"/>
                  </a:lnTo>
                  <a:lnTo>
                    <a:pt x="11" y="231"/>
                  </a:lnTo>
                  <a:lnTo>
                    <a:pt x="11" y="230"/>
                  </a:lnTo>
                  <a:lnTo>
                    <a:pt x="10" y="229"/>
                  </a:lnTo>
                  <a:lnTo>
                    <a:pt x="10" y="229"/>
                  </a:lnTo>
                  <a:lnTo>
                    <a:pt x="10" y="228"/>
                  </a:lnTo>
                  <a:lnTo>
                    <a:pt x="10" y="227"/>
                  </a:lnTo>
                  <a:lnTo>
                    <a:pt x="9" y="226"/>
                  </a:lnTo>
                  <a:lnTo>
                    <a:pt x="9" y="225"/>
                  </a:lnTo>
                  <a:lnTo>
                    <a:pt x="9" y="224"/>
                  </a:lnTo>
                  <a:lnTo>
                    <a:pt x="8" y="224"/>
                  </a:lnTo>
                  <a:lnTo>
                    <a:pt x="8" y="223"/>
                  </a:lnTo>
                  <a:lnTo>
                    <a:pt x="7" y="222"/>
                  </a:lnTo>
                  <a:lnTo>
                    <a:pt x="7" y="222"/>
                  </a:lnTo>
                  <a:lnTo>
                    <a:pt x="6" y="221"/>
                  </a:lnTo>
                  <a:lnTo>
                    <a:pt x="6" y="220"/>
                  </a:lnTo>
                  <a:lnTo>
                    <a:pt x="5" y="220"/>
                  </a:lnTo>
                  <a:lnTo>
                    <a:pt x="5" y="220"/>
                  </a:lnTo>
                  <a:lnTo>
                    <a:pt x="4" y="219"/>
                  </a:lnTo>
                  <a:lnTo>
                    <a:pt x="3" y="219"/>
                  </a:lnTo>
                  <a:lnTo>
                    <a:pt x="3" y="218"/>
                  </a:lnTo>
                  <a:lnTo>
                    <a:pt x="2" y="218"/>
                  </a:lnTo>
                  <a:lnTo>
                    <a:pt x="2" y="218"/>
                  </a:lnTo>
                  <a:lnTo>
                    <a:pt x="1" y="217"/>
                  </a:lnTo>
                  <a:lnTo>
                    <a:pt x="1" y="217"/>
                  </a:lnTo>
                  <a:lnTo>
                    <a:pt x="1" y="216"/>
                  </a:lnTo>
                  <a:lnTo>
                    <a:pt x="1" y="216"/>
                  </a:lnTo>
                  <a:lnTo>
                    <a:pt x="0" y="215"/>
                  </a:lnTo>
                  <a:lnTo>
                    <a:pt x="0" y="215"/>
                  </a:lnTo>
                  <a:lnTo>
                    <a:pt x="0" y="213"/>
                  </a:lnTo>
                  <a:lnTo>
                    <a:pt x="1" y="213"/>
                  </a:lnTo>
                  <a:lnTo>
                    <a:pt x="1" y="212"/>
                  </a:lnTo>
                  <a:lnTo>
                    <a:pt x="1" y="211"/>
                  </a:lnTo>
                  <a:lnTo>
                    <a:pt x="2" y="211"/>
                  </a:lnTo>
                  <a:lnTo>
                    <a:pt x="2" y="210"/>
                  </a:lnTo>
                  <a:lnTo>
                    <a:pt x="3" y="209"/>
                  </a:lnTo>
                  <a:lnTo>
                    <a:pt x="3" y="209"/>
                  </a:lnTo>
                  <a:lnTo>
                    <a:pt x="3" y="208"/>
                  </a:lnTo>
                  <a:lnTo>
                    <a:pt x="4" y="207"/>
                  </a:lnTo>
                  <a:lnTo>
                    <a:pt x="4" y="207"/>
                  </a:lnTo>
                  <a:lnTo>
                    <a:pt x="5" y="206"/>
                  </a:lnTo>
                  <a:lnTo>
                    <a:pt x="5" y="205"/>
                  </a:lnTo>
                  <a:lnTo>
                    <a:pt x="5" y="205"/>
                  </a:lnTo>
                  <a:lnTo>
                    <a:pt x="6" y="204"/>
                  </a:lnTo>
                  <a:lnTo>
                    <a:pt x="6" y="203"/>
                  </a:lnTo>
                  <a:lnTo>
                    <a:pt x="6" y="203"/>
                  </a:lnTo>
                  <a:lnTo>
                    <a:pt x="6" y="202"/>
                  </a:lnTo>
                  <a:lnTo>
                    <a:pt x="6" y="202"/>
                  </a:lnTo>
                  <a:lnTo>
                    <a:pt x="6" y="201"/>
                  </a:lnTo>
                  <a:lnTo>
                    <a:pt x="6" y="201"/>
                  </a:lnTo>
                  <a:lnTo>
                    <a:pt x="6" y="200"/>
                  </a:lnTo>
                  <a:lnTo>
                    <a:pt x="6" y="199"/>
                  </a:lnTo>
                  <a:lnTo>
                    <a:pt x="6" y="199"/>
                  </a:lnTo>
                  <a:lnTo>
                    <a:pt x="6" y="198"/>
                  </a:lnTo>
                  <a:lnTo>
                    <a:pt x="5" y="197"/>
                  </a:lnTo>
                  <a:lnTo>
                    <a:pt x="5" y="195"/>
                  </a:lnTo>
                  <a:lnTo>
                    <a:pt x="5" y="195"/>
                  </a:lnTo>
                  <a:lnTo>
                    <a:pt x="5" y="194"/>
                  </a:lnTo>
                  <a:lnTo>
                    <a:pt x="5" y="193"/>
                  </a:lnTo>
                  <a:lnTo>
                    <a:pt x="5" y="192"/>
                  </a:lnTo>
                  <a:lnTo>
                    <a:pt x="5" y="191"/>
                  </a:lnTo>
                  <a:lnTo>
                    <a:pt x="4" y="190"/>
                  </a:lnTo>
                  <a:lnTo>
                    <a:pt x="4" y="189"/>
                  </a:lnTo>
                  <a:lnTo>
                    <a:pt x="4" y="189"/>
                  </a:lnTo>
                  <a:lnTo>
                    <a:pt x="4" y="188"/>
                  </a:lnTo>
                  <a:lnTo>
                    <a:pt x="3" y="187"/>
                  </a:lnTo>
                  <a:lnTo>
                    <a:pt x="3" y="186"/>
                  </a:lnTo>
                  <a:lnTo>
                    <a:pt x="3" y="185"/>
                  </a:lnTo>
                  <a:lnTo>
                    <a:pt x="2" y="184"/>
                  </a:lnTo>
                  <a:lnTo>
                    <a:pt x="2" y="183"/>
                  </a:lnTo>
                  <a:lnTo>
                    <a:pt x="2" y="182"/>
                  </a:lnTo>
                  <a:lnTo>
                    <a:pt x="1" y="181"/>
                  </a:lnTo>
                  <a:lnTo>
                    <a:pt x="1" y="179"/>
                  </a:lnTo>
                  <a:lnTo>
                    <a:pt x="1" y="177"/>
                  </a:lnTo>
                  <a:lnTo>
                    <a:pt x="0" y="176"/>
                  </a:lnTo>
                  <a:lnTo>
                    <a:pt x="0" y="175"/>
                  </a:lnTo>
                  <a:lnTo>
                    <a:pt x="0" y="174"/>
                  </a:lnTo>
                  <a:lnTo>
                    <a:pt x="0" y="173"/>
                  </a:lnTo>
                  <a:lnTo>
                    <a:pt x="0" y="173"/>
                  </a:lnTo>
                  <a:lnTo>
                    <a:pt x="0" y="172"/>
                  </a:lnTo>
                  <a:lnTo>
                    <a:pt x="1" y="172"/>
                  </a:lnTo>
                  <a:lnTo>
                    <a:pt x="1" y="171"/>
                  </a:lnTo>
                  <a:lnTo>
                    <a:pt x="2" y="171"/>
                  </a:lnTo>
                  <a:lnTo>
                    <a:pt x="3" y="171"/>
                  </a:lnTo>
                  <a:lnTo>
                    <a:pt x="3" y="170"/>
                  </a:lnTo>
                  <a:lnTo>
                    <a:pt x="4" y="170"/>
                  </a:lnTo>
                  <a:lnTo>
                    <a:pt x="4" y="169"/>
                  </a:lnTo>
                  <a:lnTo>
                    <a:pt x="5" y="169"/>
                  </a:lnTo>
                  <a:lnTo>
                    <a:pt x="6" y="168"/>
                  </a:lnTo>
                  <a:lnTo>
                    <a:pt x="6" y="168"/>
                  </a:lnTo>
                  <a:lnTo>
                    <a:pt x="7" y="167"/>
                  </a:lnTo>
                  <a:lnTo>
                    <a:pt x="7" y="167"/>
                  </a:lnTo>
                  <a:lnTo>
                    <a:pt x="8" y="166"/>
                  </a:lnTo>
                  <a:lnTo>
                    <a:pt x="8" y="165"/>
                  </a:lnTo>
                  <a:lnTo>
                    <a:pt x="8" y="165"/>
                  </a:lnTo>
                  <a:lnTo>
                    <a:pt x="9" y="164"/>
                  </a:lnTo>
                  <a:lnTo>
                    <a:pt x="9" y="163"/>
                  </a:lnTo>
                  <a:lnTo>
                    <a:pt x="9" y="162"/>
                  </a:lnTo>
                  <a:lnTo>
                    <a:pt x="9" y="162"/>
                  </a:lnTo>
                  <a:lnTo>
                    <a:pt x="9" y="161"/>
                  </a:lnTo>
                  <a:lnTo>
                    <a:pt x="9" y="159"/>
                  </a:lnTo>
                  <a:lnTo>
                    <a:pt x="9" y="159"/>
                  </a:lnTo>
                  <a:lnTo>
                    <a:pt x="9" y="158"/>
                  </a:lnTo>
                  <a:lnTo>
                    <a:pt x="8" y="157"/>
                  </a:lnTo>
                  <a:lnTo>
                    <a:pt x="8" y="157"/>
                  </a:lnTo>
                  <a:lnTo>
                    <a:pt x="8" y="156"/>
                  </a:lnTo>
                  <a:lnTo>
                    <a:pt x="8" y="156"/>
                  </a:lnTo>
                  <a:lnTo>
                    <a:pt x="7" y="155"/>
                  </a:lnTo>
                  <a:lnTo>
                    <a:pt x="7" y="155"/>
                  </a:lnTo>
                  <a:lnTo>
                    <a:pt x="7" y="155"/>
                  </a:lnTo>
                  <a:lnTo>
                    <a:pt x="6" y="154"/>
                  </a:lnTo>
                  <a:lnTo>
                    <a:pt x="6" y="154"/>
                  </a:lnTo>
                  <a:lnTo>
                    <a:pt x="5" y="154"/>
                  </a:lnTo>
                  <a:lnTo>
                    <a:pt x="5" y="154"/>
                  </a:lnTo>
                  <a:lnTo>
                    <a:pt x="4" y="154"/>
                  </a:lnTo>
                  <a:lnTo>
                    <a:pt x="4" y="154"/>
                  </a:lnTo>
                  <a:lnTo>
                    <a:pt x="3" y="154"/>
                  </a:lnTo>
                  <a:lnTo>
                    <a:pt x="3" y="154"/>
                  </a:lnTo>
                  <a:lnTo>
                    <a:pt x="2" y="154"/>
                  </a:lnTo>
                  <a:lnTo>
                    <a:pt x="2" y="154"/>
                  </a:lnTo>
                  <a:lnTo>
                    <a:pt x="2" y="154"/>
                  </a:lnTo>
                  <a:lnTo>
                    <a:pt x="2" y="154"/>
                  </a:lnTo>
                  <a:lnTo>
                    <a:pt x="1" y="154"/>
                  </a:lnTo>
                  <a:lnTo>
                    <a:pt x="1" y="154"/>
                  </a:lnTo>
                  <a:lnTo>
                    <a:pt x="1" y="154"/>
                  </a:lnTo>
                  <a:lnTo>
                    <a:pt x="1" y="153"/>
                  </a:lnTo>
                  <a:lnTo>
                    <a:pt x="1" y="153"/>
                  </a:lnTo>
                  <a:lnTo>
                    <a:pt x="1" y="153"/>
                  </a:lnTo>
                  <a:lnTo>
                    <a:pt x="1" y="152"/>
                  </a:lnTo>
                  <a:lnTo>
                    <a:pt x="1" y="152"/>
                  </a:lnTo>
                  <a:lnTo>
                    <a:pt x="1" y="152"/>
                  </a:lnTo>
                  <a:lnTo>
                    <a:pt x="1" y="151"/>
                  </a:lnTo>
                  <a:lnTo>
                    <a:pt x="1" y="150"/>
                  </a:lnTo>
                  <a:lnTo>
                    <a:pt x="1" y="149"/>
                  </a:lnTo>
                  <a:lnTo>
                    <a:pt x="1" y="149"/>
                  </a:lnTo>
                  <a:lnTo>
                    <a:pt x="2" y="148"/>
                  </a:lnTo>
                  <a:lnTo>
                    <a:pt x="2" y="147"/>
                  </a:lnTo>
                  <a:lnTo>
                    <a:pt x="2" y="146"/>
                  </a:lnTo>
                  <a:lnTo>
                    <a:pt x="2" y="145"/>
                  </a:lnTo>
                  <a:lnTo>
                    <a:pt x="2" y="144"/>
                  </a:lnTo>
                  <a:lnTo>
                    <a:pt x="2" y="144"/>
                  </a:lnTo>
                  <a:lnTo>
                    <a:pt x="3" y="143"/>
                  </a:lnTo>
                  <a:lnTo>
                    <a:pt x="3" y="143"/>
                  </a:lnTo>
                  <a:lnTo>
                    <a:pt x="3" y="141"/>
                  </a:lnTo>
                  <a:lnTo>
                    <a:pt x="3" y="141"/>
                  </a:lnTo>
                  <a:lnTo>
                    <a:pt x="4" y="141"/>
                  </a:lnTo>
                  <a:lnTo>
                    <a:pt x="4" y="141"/>
                  </a:lnTo>
                  <a:lnTo>
                    <a:pt x="5" y="141"/>
                  </a:lnTo>
                  <a:lnTo>
                    <a:pt x="5" y="141"/>
                  </a:lnTo>
                  <a:lnTo>
                    <a:pt x="5" y="141"/>
                  </a:lnTo>
                  <a:lnTo>
                    <a:pt x="6" y="143"/>
                  </a:lnTo>
                  <a:lnTo>
                    <a:pt x="6" y="143"/>
                  </a:lnTo>
                  <a:lnTo>
                    <a:pt x="6" y="143"/>
                  </a:lnTo>
                  <a:lnTo>
                    <a:pt x="7" y="143"/>
                  </a:lnTo>
                  <a:lnTo>
                    <a:pt x="7" y="143"/>
                  </a:lnTo>
                  <a:lnTo>
                    <a:pt x="7" y="143"/>
                  </a:lnTo>
                  <a:lnTo>
                    <a:pt x="8" y="143"/>
                  </a:lnTo>
                  <a:lnTo>
                    <a:pt x="8" y="143"/>
                  </a:lnTo>
                  <a:lnTo>
                    <a:pt x="8" y="143"/>
                  </a:lnTo>
                  <a:lnTo>
                    <a:pt x="9" y="143"/>
                  </a:lnTo>
                  <a:lnTo>
                    <a:pt x="9" y="143"/>
                  </a:lnTo>
                  <a:lnTo>
                    <a:pt x="9" y="143"/>
                  </a:lnTo>
                  <a:lnTo>
                    <a:pt x="9" y="143"/>
                  </a:lnTo>
                  <a:lnTo>
                    <a:pt x="10" y="143"/>
                  </a:lnTo>
                  <a:lnTo>
                    <a:pt x="10" y="143"/>
                  </a:lnTo>
                  <a:lnTo>
                    <a:pt x="10" y="141"/>
                  </a:lnTo>
                  <a:lnTo>
                    <a:pt x="10" y="141"/>
                  </a:lnTo>
                  <a:lnTo>
                    <a:pt x="10" y="141"/>
                  </a:lnTo>
                  <a:lnTo>
                    <a:pt x="11" y="140"/>
                  </a:lnTo>
                  <a:lnTo>
                    <a:pt x="11" y="140"/>
                  </a:lnTo>
                  <a:lnTo>
                    <a:pt x="11" y="139"/>
                  </a:lnTo>
                  <a:lnTo>
                    <a:pt x="11" y="139"/>
                  </a:lnTo>
                  <a:lnTo>
                    <a:pt x="11" y="138"/>
                  </a:lnTo>
                  <a:lnTo>
                    <a:pt x="11" y="138"/>
                  </a:lnTo>
                  <a:lnTo>
                    <a:pt x="11" y="138"/>
                  </a:lnTo>
                  <a:lnTo>
                    <a:pt x="10" y="137"/>
                  </a:lnTo>
                  <a:lnTo>
                    <a:pt x="10" y="137"/>
                  </a:lnTo>
                  <a:lnTo>
                    <a:pt x="10" y="136"/>
                  </a:lnTo>
                  <a:lnTo>
                    <a:pt x="9" y="136"/>
                  </a:lnTo>
                  <a:lnTo>
                    <a:pt x="9" y="136"/>
                  </a:lnTo>
                  <a:lnTo>
                    <a:pt x="9" y="136"/>
                  </a:lnTo>
                  <a:lnTo>
                    <a:pt x="8" y="135"/>
                  </a:lnTo>
                  <a:lnTo>
                    <a:pt x="8" y="135"/>
                  </a:lnTo>
                  <a:lnTo>
                    <a:pt x="8" y="135"/>
                  </a:lnTo>
                  <a:lnTo>
                    <a:pt x="8" y="135"/>
                  </a:lnTo>
                  <a:lnTo>
                    <a:pt x="7" y="134"/>
                  </a:lnTo>
                  <a:lnTo>
                    <a:pt x="7" y="134"/>
                  </a:lnTo>
                  <a:lnTo>
                    <a:pt x="7" y="134"/>
                  </a:lnTo>
                  <a:lnTo>
                    <a:pt x="7" y="134"/>
                  </a:lnTo>
                  <a:lnTo>
                    <a:pt x="7" y="134"/>
                  </a:lnTo>
                  <a:lnTo>
                    <a:pt x="7" y="133"/>
                  </a:lnTo>
                  <a:lnTo>
                    <a:pt x="7" y="133"/>
                  </a:lnTo>
                  <a:lnTo>
                    <a:pt x="7" y="133"/>
                  </a:lnTo>
                  <a:lnTo>
                    <a:pt x="7" y="132"/>
                  </a:lnTo>
                  <a:lnTo>
                    <a:pt x="8" y="132"/>
                  </a:lnTo>
                  <a:lnTo>
                    <a:pt x="8" y="132"/>
                  </a:lnTo>
                  <a:lnTo>
                    <a:pt x="8" y="131"/>
                  </a:lnTo>
                  <a:lnTo>
                    <a:pt x="8" y="131"/>
                  </a:lnTo>
                  <a:lnTo>
                    <a:pt x="8" y="131"/>
                  </a:lnTo>
                  <a:lnTo>
                    <a:pt x="9" y="130"/>
                  </a:lnTo>
                  <a:lnTo>
                    <a:pt x="9" y="130"/>
                  </a:lnTo>
                  <a:lnTo>
                    <a:pt x="9" y="130"/>
                  </a:lnTo>
                  <a:lnTo>
                    <a:pt x="9" y="129"/>
                  </a:lnTo>
                  <a:lnTo>
                    <a:pt x="10" y="129"/>
                  </a:lnTo>
                  <a:lnTo>
                    <a:pt x="10" y="129"/>
                  </a:lnTo>
                  <a:lnTo>
                    <a:pt x="10" y="129"/>
                  </a:lnTo>
                  <a:lnTo>
                    <a:pt x="10" y="129"/>
                  </a:lnTo>
                  <a:lnTo>
                    <a:pt x="11" y="129"/>
                  </a:lnTo>
                  <a:lnTo>
                    <a:pt x="11" y="129"/>
                  </a:lnTo>
                  <a:lnTo>
                    <a:pt x="12" y="129"/>
                  </a:lnTo>
                  <a:lnTo>
                    <a:pt x="12" y="129"/>
                  </a:lnTo>
                  <a:lnTo>
                    <a:pt x="13" y="129"/>
                  </a:lnTo>
                  <a:lnTo>
                    <a:pt x="13" y="129"/>
                  </a:lnTo>
                  <a:lnTo>
                    <a:pt x="15" y="129"/>
                  </a:lnTo>
                  <a:lnTo>
                    <a:pt x="15" y="129"/>
                  </a:lnTo>
                  <a:lnTo>
                    <a:pt x="16" y="129"/>
                  </a:lnTo>
                  <a:lnTo>
                    <a:pt x="16" y="129"/>
                  </a:lnTo>
                  <a:lnTo>
                    <a:pt x="17" y="129"/>
                  </a:lnTo>
                  <a:lnTo>
                    <a:pt x="17" y="129"/>
                  </a:lnTo>
                  <a:lnTo>
                    <a:pt x="17" y="129"/>
                  </a:lnTo>
                  <a:lnTo>
                    <a:pt x="18" y="129"/>
                  </a:lnTo>
                  <a:lnTo>
                    <a:pt x="18" y="129"/>
                  </a:lnTo>
                  <a:lnTo>
                    <a:pt x="18"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lnTo>
                    <a:pt x="19" y="1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37" name="Freeform 715"/>
            <p:cNvSpPr/>
            <p:nvPr/>
          </p:nvSpPr>
          <p:spPr bwMode="auto">
            <a:xfrm>
              <a:off x="8169275" y="5154613"/>
              <a:ext cx="4763" cy="4763"/>
            </a:xfrm>
            <a:custGeom>
              <a:avLst/>
              <a:gdLst>
                <a:gd name="T0" fmla="*/ 4 w 7"/>
                <a:gd name="T1" fmla="*/ 10 h 10"/>
                <a:gd name="T2" fmla="*/ 3 w 7"/>
                <a:gd name="T3" fmla="*/ 9 h 10"/>
                <a:gd name="T4" fmla="*/ 3 w 7"/>
                <a:gd name="T5" fmla="*/ 9 h 10"/>
                <a:gd name="T6" fmla="*/ 2 w 7"/>
                <a:gd name="T7" fmla="*/ 8 h 10"/>
                <a:gd name="T8" fmla="*/ 1 w 7"/>
                <a:gd name="T9" fmla="*/ 8 h 10"/>
                <a:gd name="T10" fmla="*/ 1 w 7"/>
                <a:gd name="T11" fmla="*/ 7 h 10"/>
                <a:gd name="T12" fmla="*/ 0 w 7"/>
                <a:gd name="T13" fmla="*/ 6 h 10"/>
                <a:gd name="T14" fmla="*/ 0 w 7"/>
                <a:gd name="T15" fmla="*/ 5 h 10"/>
                <a:gd name="T16" fmla="*/ 1 w 7"/>
                <a:gd name="T17" fmla="*/ 4 h 10"/>
                <a:gd name="T18" fmla="*/ 1 w 7"/>
                <a:gd name="T19" fmla="*/ 3 h 10"/>
                <a:gd name="T20" fmla="*/ 2 w 7"/>
                <a:gd name="T21" fmla="*/ 3 h 10"/>
                <a:gd name="T22" fmla="*/ 2 w 7"/>
                <a:gd name="T23" fmla="*/ 2 h 10"/>
                <a:gd name="T24" fmla="*/ 2 w 7"/>
                <a:gd name="T25" fmla="*/ 2 h 10"/>
                <a:gd name="T26" fmla="*/ 3 w 7"/>
                <a:gd name="T27" fmla="*/ 0 h 10"/>
                <a:gd name="T28" fmla="*/ 4 w 7"/>
                <a:gd name="T29" fmla="*/ 2 h 10"/>
                <a:gd name="T30" fmla="*/ 4 w 7"/>
                <a:gd name="T31" fmla="*/ 2 h 10"/>
                <a:gd name="T32" fmla="*/ 5 w 7"/>
                <a:gd name="T33" fmla="*/ 3 h 10"/>
                <a:gd name="T34" fmla="*/ 6 w 7"/>
                <a:gd name="T35" fmla="*/ 4 h 10"/>
                <a:gd name="T36" fmla="*/ 7 w 7"/>
                <a:gd name="T37" fmla="*/ 5 h 10"/>
                <a:gd name="T38" fmla="*/ 7 w 7"/>
                <a:gd name="T39" fmla="*/ 6 h 10"/>
                <a:gd name="T40" fmla="*/ 7 w 7"/>
                <a:gd name="T41" fmla="*/ 7 h 10"/>
                <a:gd name="T42" fmla="*/ 7 w 7"/>
                <a:gd name="T43" fmla="*/ 7 h 10"/>
                <a:gd name="T44" fmla="*/ 7 w 7"/>
                <a:gd name="T45" fmla="*/ 8 h 10"/>
                <a:gd name="T46" fmla="*/ 7 w 7"/>
                <a:gd name="T47" fmla="*/ 9 h 10"/>
                <a:gd name="T48" fmla="*/ 7 w 7"/>
                <a:gd name="T49" fmla="*/ 9 h 10"/>
                <a:gd name="T50" fmla="*/ 6 w 7"/>
                <a:gd name="T51" fmla="*/ 9 h 10"/>
                <a:gd name="T52" fmla="*/ 6 w 7"/>
                <a:gd name="T53" fmla="*/ 10 h 10"/>
                <a:gd name="T54" fmla="*/ 5 w 7"/>
                <a:gd name="T55" fmla="*/ 10 h 10"/>
                <a:gd name="T56" fmla="*/ 5 w 7"/>
                <a:gd name="T57" fmla="*/ 10 h 10"/>
                <a:gd name="T58" fmla="*/ 4 w 7"/>
                <a:gd name="T59" fmla="*/ 10 h 10"/>
                <a:gd name="T60" fmla="*/ 4 w 7"/>
                <a:gd name="T61" fmla="*/ 9 h 10"/>
                <a:gd name="T62" fmla="*/ 4 w 7"/>
                <a:gd name="T63" fmla="*/ 9 h 10"/>
                <a:gd name="T64" fmla="*/ 4 w 7"/>
                <a:gd name="T65" fmla="*/ 9 h 10"/>
                <a:gd name="T66" fmla="*/ 4 w 7"/>
                <a:gd name="T67" fmla="*/ 9 h 10"/>
                <a:gd name="T68" fmla="*/ 4 w 7"/>
                <a:gd name="T69" fmla="*/ 9 h 10"/>
                <a:gd name="T70" fmla="*/ 4 w 7"/>
                <a:gd name="T71" fmla="*/ 9 h 10"/>
                <a:gd name="T72" fmla="*/ 4 w 7"/>
                <a:gd name="T73" fmla="*/ 10 h 10"/>
                <a:gd name="T74" fmla="*/ 4 w 7"/>
                <a:gd name="T75" fmla="*/ 10 h 10"/>
                <a:gd name="T76" fmla="*/ 4 w 7"/>
                <a:gd name="T77" fmla="*/ 10 h 10"/>
                <a:gd name="T78" fmla="*/ 4 w 7"/>
                <a:gd name="T79" fmla="*/ 10 h 10"/>
                <a:gd name="T80" fmla="*/ 4 w 7"/>
                <a:gd name="T81" fmla="*/ 10 h 10"/>
                <a:gd name="T82" fmla="*/ 4 w 7"/>
                <a:gd name="T83"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 h="10">
                  <a:moveTo>
                    <a:pt x="4" y="10"/>
                  </a:moveTo>
                  <a:lnTo>
                    <a:pt x="4" y="10"/>
                  </a:lnTo>
                  <a:lnTo>
                    <a:pt x="3" y="9"/>
                  </a:lnTo>
                  <a:lnTo>
                    <a:pt x="3" y="9"/>
                  </a:lnTo>
                  <a:lnTo>
                    <a:pt x="3" y="9"/>
                  </a:lnTo>
                  <a:lnTo>
                    <a:pt x="3" y="9"/>
                  </a:lnTo>
                  <a:lnTo>
                    <a:pt x="2" y="9"/>
                  </a:lnTo>
                  <a:lnTo>
                    <a:pt x="2" y="8"/>
                  </a:lnTo>
                  <a:lnTo>
                    <a:pt x="2" y="8"/>
                  </a:lnTo>
                  <a:lnTo>
                    <a:pt x="1" y="8"/>
                  </a:lnTo>
                  <a:lnTo>
                    <a:pt x="1" y="7"/>
                  </a:lnTo>
                  <a:lnTo>
                    <a:pt x="1" y="7"/>
                  </a:lnTo>
                  <a:lnTo>
                    <a:pt x="0" y="6"/>
                  </a:lnTo>
                  <a:lnTo>
                    <a:pt x="0" y="6"/>
                  </a:lnTo>
                  <a:lnTo>
                    <a:pt x="0" y="6"/>
                  </a:lnTo>
                  <a:lnTo>
                    <a:pt x="0" y="5"/>
                  </a:lnTo>
                  <a:lnTo>
                    <a:pt x="0" y="5"/>
                  </a:lnTo>
                  <a:lnTo>
                    <a:pt x="1" y="4"/>
                  </a:lnTo>
                  <a:lnTo>
                    <a:pt x="1" y="4"/>
                  </a:lnTo>
                  <a:lnTo>
                    <a:pt x="1" y="3"/>
                  </a:lnTo>
                  <a:lnTo>
                    <a:pt x="1" y="3"/>
                  </a:lnTo>
                  <a:lnTo>
                    <a:pt x="2" y="3"/>
                  </a:lnTo>
                  <a:lnTo>
                    <a:pt x="2" y="2"/>
                  </a:lnTo>
                  <a:lnTo>
                    <a:pt x="2" y="2"/>
                  </a:lnTo>
                  <a:lnTo>
                    <a:pt x="2" y="2"/>
                  </a:lnTo>
                  <a:lnTo>
                    <a:pt x="2" y="2"/>
                  </a:lnTo>
                  <a:lnTo>
                    <a:pt x="3" y="0"/>
                  </a:lnTo>
                  <a:lnTo>
                    <a:pt x="3" y="0"/>
                  </a:lnTo>
                  <a:lnTo>
                    <a:pt x="3" y="2"/>
                  </a:lnTo>
                  <a:lnTo>
                    <a:pt x="4" y="2"/>
                  </a:lnTo>
                  <a:lnTo>
                    <a:pt x="4" y="2"/>
                  </a:lnTo>
                  <a:lnTo>
                    <a:pt x="4" y="2"/>
                  </a:lnTo>
                  <a:lnTo>
                    <a:pt x="5" y="3"/>
                  </a:lnTo>
                  <a:lnTo>
                    <a:pt x="5" y="3"/>
                  </a:lnTo>
                  <a:lnTo>
                    <a:pt x="6" y="4"/>
                  </a:lnTo>
                  <a:lnTo>
                    <a:pt x="6" y="4"/>
                  </a:lnTo>
                  <a:lnTo>
                    <a:pt x="6" y="5"/>
                  </a:lnTo>
                  <a:lnTo>
                    <a:pt x="7" y="5"/>
                  </a:lnTo>
                  <a:lnTo>
                    <a:pt x="7" y="5"/>
                  </a:lnTo>
                  <a:lnTo>
                    <a:pt x="7" y="6"/>
                  </a:lnTo>
                  <a:lnTo>
                    <a:pt x="7" y="6"/>
                  </a:lnTo>
                  <a:lnTo>
                    <a:pt x="7" y="7"/>
                  </a:lnTo>
                  <a:lnTo>
                    <a:pt x="7" y="7"/>
                  </a:lnTo>
                  <a:lnTo>
                    <a:pt x="7" y="7"/>
                  </a:lnTo>
                  <a:lnTo>
                    <a:pt x="7" y="8"/>
                  </a:lnTo>
                  <a:lnTo>
                    <a:pt x="7" y="8"/>
                  </a:lnTo>
                  <a:lnTo>
                    <a:pt x="7" y="8"/>
                  </a:lnTo>
                  <a:lnTo>
                    <a:pt x="7" y="9"/>
                  </a:lnTo>
                  <a:lnTo>
                    <a:pt x="7" y="9"/>
                  </a:lnTo>
                  <a:lnTo>
                    <a:pt x="7" y="9"/>
                  </a:lnTo>
                  <a:lnTo>
                    <a:pt x="6" y="9"/>
                  </a:lnTo>
                  <a:lnTo>
                    <a:pt x="6" y="9"/>
                  </a:lnTo>
                  <a:lnTo>
                    <a:pt x="6" y="10"/>
                  </a:lnTo>
                  <a:lnTo>
                    <a:pt x="6" y="10"/>
                  </a:lnTo>
                  <a:lnTo>
                    <a:pt x="5" y="10"/>
                  </a:lnTo>
                  <a:lnTo>
                    <a:pt x="5" y="10"/>
                  </a:lnTo>
                  <a:lnTo>
                    <a:pt x="5" y="10"/>
                  </a:lnTo>
                  <a:lnTo>
                    <a:pt x="5" y="10"/>
                  </a:lnTo>
                  <a:lnTo>
                    <a:pt x="4" y="10"/>
                  </a:lnTo>
                  <a:lnTo>
                    <a:pt x="4" y="10"/>
                  </a:lnTo>
                  <a:lnTo>
                    <a:pt x="4" y="10"/>
                  </a:lnTo>
                  <a:lnTo>
                    <a:pt x="4" y="9"/>
                  </a:lnTo>
                  <a:lnTo>
                    <a:pt x="4" y="9"/>
                  </a:lnTo>
                  <a:lnTo>
                    <a:pt x="4" y="9"/>
                  </a:lnTo>
                  <a:lnTo>
                    <a:pt x="4" y="9"/>
                  </a:lnTo>
                  <a:lnTo>
                    <a:pt x="4" y="9"/>
                  </a:lnTo>
                  <a:lnTo>
                    <a:pt x="4" y="9"/>
                  </a:lnTo>
                  <a:lnTo>
                    <a:pt x="4" y="9"/>
                  </a:lnTo>
                  <a:lnTo>
                    <a:pt x="4" y="9"/>
                  </a:lnTo>
                  <a:lnTo>
                    <a:pt x="4" y="9"/>
                  </a:lnTo>
                  <a:lnTo>
                    <a:pt x="4" y="9"/>
                  </a:lnTo>
                  <a:lnTo>
                    <a:pt x="4" y="9"/>
                  </a:lnTo>
                  <a:lnTo>
                    <a:pt x="4" y="10"/>
                  </a:lnTo>
                  <a:lnTo>
                    <a:pt x="4" y="10"/>
                  </a:lnTo>
                  <a:lnTo>
                    <a:pt x="4" y="10"/>
                  </a:lnTo>
                  <a:lnTo>
                    <a:pt x="4" y="10"/>
                  </a:lnTo>
                  <a:lnTo>
                    <a:pt x="4" y="10"/>
                  </a:lnTo>
                  <a:lnTo>
                    <a:pt x="4" y="10"/>
                  </a:lnTo>
                  <a:lnTo>
                    <a:pt x="4" y="10"/>
                  </a:lnTo>
                  <a:lnTo>
                    <a:pt x="4" y="10"/>
                  </a:lnTo>
                  <a:lnTo>
                    <a:pt x="4" y="10"/>
                  </a:lnTo>
                  <a:lnTo>
                    <a:pt x="4" y="10"/>
                  </a:lnTo>
                  <a:lnTo>
                    <a:pt x="4" y="10"/>
                  </a:lnTo>
                  <a:lnTo>
                    <a:pt x="4"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grpSp>
      <p:grpSp>
        <p:nvGrpSpPr>
          <p:cNvPr id="138" name="台湾（小图）"/>
          <p:cNvGrpSpPr/>
          <p:nvPr/>
        </p:nvGrpSpPr>
        <p:grpSpPr>
          <a:xfrm>
            <a:off x="1716317" y="4861345"/>
            <a:ext cx="211144" cy="146041"/>
            <a:chOff x="8893175" y="4700588"/>
            <a:chExt cx="190501" cy="131763"/>
          </a:xfrm>
          <a:solidFill>
            <a:srgbClr val="BFBFBF"/>
          </a:solidFill>
        </p:grpSpPr>
        <p:sp>
          <p:nvSpPr>
            <p:cNvPr id="139" name="Freeform 677"/>
            <p:cNvSpPr/>
            <p:nvPr/>
          </p:nvSpPr>
          <p:spPr bwMode="auto">
            <a:xfrm>
              <a:off x="8947150" y="4700588"/>
              <a:ext cx="111125" cy="131763"/>
            </a:xfrm>
            <a:custGeom>
              <a:avLst/>
              <a:gdLst>
                <a:gd name="T0" fmla="*/ 210 w 211"/>
                <a:gd name="T1" fmla="*/ 7 h 250"/>
                <a:gd name="T2" fmla="*/ 207 w 211"/>
                <a:gd name="T3" fmla="*/ 13 h 250"/>
                <a:gd name="T4" fmla="*/ 205 w 211"/>
                <a:gd name="T5" fmla="*/ 22 h 250"/>
                <a:gd name="T6" fmla="*/ 204 w 211"/>
                <a:gd name="T7" fmla="*/ 28 h 250"/>
                <a:gd name="T8" fmla="*/ 206 w 211"/>
                <a:gd name="T9" fmla="*/ 38 h 250"/>
                <a:gd name="T10" fmla="*/ 204 w 211"/>
                <a:gd name="T11" fmla="*/ 43 h 250"/>
                <a:gd name="T12" fmla="*/ 198 w 211"/>
                <a:gd name="T13" fmla="*/ 48 h 250"/>
                <a:gd name="T14" fmla="*/ 196 w 211"/>
                <a:gd name="T15" fmla="*/ 59 h 250"/>
                <a:gd name="T16" fmla="*/ 192 w 211"/>
                <a:gd name="T17" fmla="*/ 73 h 250"/>
                <a:gd name="T18" fmla="*/ 182 w 211"/>
                <a:gd name="T19" fmla="*/ 84 h 250"/>
                <a:gd name="T20" fmla="*/ 178 w 211"/>
                <a:gd name="T21" fmla="*/ 87 h 250"/>
                <a:gd name="T22" fmla="*/ 178 w 211"/>
                <a:gd name="T23" fmla="*/ 93 h 250"/>
                <a:gd name="T24" fmla="*/ 178 w 211"/>
                <a:gd name="T25" fmla="*/ 102 h 250"/>
                <a:gd name="T26" fmla="*/ 167 w 211"/>
                <a:gd name="T27" fmla="*/ 113 h 250"/>
                <a:gd name="T28" fmla="*/ 155 w 211"/>
                <a:gd name="T29" fmla="*/ 126 h 250"/>
                <a:gd name="T30" fmla="*/ 154 w 211"/>
                <a:gd name="T31" fmla="*/ 135 h 250"/>
                <a:gd name="T32" fmla="*/ 149 w 211"/>
                <a:gd name="T33" fmla="*/ 146 h 250"/>
                <a:gd name="T34" fmla="*/ 144 w 211"/>
                <a:gd name="T35" fmla="*/ 164 h 250"/>
                <a:gd name="T36" fmla="*/ 142 w 211"/>
                <a:gd name="T37" fmla="*/ 185 h 250"/>
                <a:gd name="T38" fmla="*/ 144 w 211"/>
                <a:gd name="T39" fmla="*/ 204 h 250"/>
                <a:gd name="T40" fmla="*/ 146 w 211"/>
                <a:gd name="T41" fmla="*/ 222 h 250"/>
                <a:gd name="T42" fmla="*/ 143 w 211"/>
                <a:gd name="T43" fmla="*/ 233 h 250"/>
                <a:gd name="T44" fmla="*/ 140 w 211"/>
                <a:gd name="T45" fmla="*/ 242 h 250"/>
                <a:gd name="T46" fmla="*/ 144 w 211"/>
                <a:gd name="T47" fmla="*/ 249 h 250"/>
                <a:gd name="T48" fmla="*/ 141 w 211"/>
                <a:gd name="T49" fmla="*/ 249 h 250"/>
                <a:gd name="T50" fmla="*/ 131 w 211"/>
                <a:gd name="T51" fmla="*/ 242 h 250"/>
                <a:gd name="T52" fmla="*/ 124 w 211"/>
                <a:gd name="T53" fmla="*/ 244 h 250"/>
                <a:gd name="T54" fmla="*/ 123 w 211"/>
                <a:gd name="T55" fmla="*/ 249 h 250"/>
                <a:gd name="T56" fmla="*/ 120 w 211"/>
                <a:gd name="T57" fmla="*/ 246 h 250"/>
                <a:gd name="T58" fmla="*/ 116 w 211"/>
                <a:gd name="T59" fmla="*/ 235 h 250"/>
                <a:gd name="T60" fmla="*/ 114 w 211"/>
                <a:gd name="T61" fmla="*/ 229 h 250"/>
                <a:gd name="T62" fmla="*/ 117 w 211"/>
                <a:gd name="T63" fmla="*/ 223 h 250"/>
                <a:gd name="T64" fmla="*/ 117 w 211"/>
                <a:gd name="T65" fmla="*/ 217 h 250"/>
                <a:gd name="T66" fmla="*/ 103 w 211"/>
                <a:gd name="T67" fmla="*/ 189 h 250"/>
                <a:gd name="T68" fmla="*/ 89 w 211"/>
                <a:gd name="T69" fmla="*/ 174 h 250"/>
                <a:gd name="T70" fmla="*/ 72 w 211"/>
                <a:gd name="T71" fmla="*/ 166 h 250"/>
                <a:gd name="T72" fmla="*/ 66 w 211"/>
                <a:gd name="T73" fmla="*/ 164 h 250"/>
                <a:gd name="T74" fmla="*/ 52 w 211"/>
                <a:gd name="T75" fmla="*/ 155 h 250"/>
                <a:gd name="T76" fmla="*/ 48 w 211"/>
                <a:gd name="T77" fmla="*/ 152 h 250"/>
                <a:gd name="T78" fmla="*/ 39 w 211"/>
                <a:gd name="T79" fmla="*/ 144 h 250"/>
                <a:gd name="T80" fmla="*/ 36 w 211"/>
                <a:gd name="T81" fmla="*/ 133 h 250"/>
                <a:gd name="T82" fmla="*/ 38 w 211"/>
                <a:gd name="T83" fmla="*/ 131 h 250"/>
                <a:gd name="T84" fmla="*/ 39 w 211"/>
                <a:gd name="T85" fmla="*/ 128 h 250"/>
                <a:gd name="T86" fmla="*/ 37 w 211"/>
                <a:gd name="T87" fmla="*/ 127 h 250"/>
                <a:gd name="T88" fmla="*/ 35 w 211"/>
                <a:gd name="T89" fmla="*/ 128 h 250"/>
                <a:gd name="T90" fmla="*/ 32 w 211"/>
                <a:gd name="T91" fmla="*/ 121 h 250"/>
                <a:gd name="T92" fmla="*/ 24 w 211"/>
                <a:gd name="T93" fmla="*/ 106 h 250"/>
                <a:gd name="T94" fmla="*/ 19 w 211"/>
                <a:gd name="T95" fmla="*/ 93 h 250"/>
                <a:gd name="T96" fmla="*/ 20 w 211"/>
                <a:gd name="T97" fmla="*/ 85 h 250"/>
                <a:gd name="T98" fmla="*/ 19 w 211"/>
                <a:gd name="T99" fmla="*/ 81 h 250"/>
                <a:gd name="T100" fmla="*/ 14 w 211"/>
                <a:gd name="T101" fmla="*/ 81 h 250"/>
                <a:gd name="T102" fmla="*/ 7 w 211"/>
                <a:gd name="T103" fmla="*/ 77 h 250"/>
                <a:gd name="T104" fmla="*/ 0 w 211"/>
                <a:gd name="T105" fmla="*/ 66 h 250"/>
                <a:gd name="T106" fmla="*/ 6 w 211"/>
                <a:gd name="T107" fmla="*/ 62 h 250"/>
                <a:gd name="T108" fmla="*/ 5 w 211"/>
                <a:gd name="T109" fmla="*/ 59 h 250"/>
                <a:gd name="T110" fmla="*/ 1 w 211"/>
                <a:gd name="T111" fmla="*/ 58 h 250"/>
                <a:gd name="T112" fmla="*/ 1 w 211"/>
                <a:gd name="T113" fmla="*/ 46 h 250"/>
                <a:gd name="T114" fmla="*/ 5 w 211"/>
                <a:gd name="T115" fmla="*/ 37 h 250"/>
                <a:gd name="T116" fmla="*/ 6 w 211"/>
                <a:gd name="T117" fmla="*/ 30 h 250"/>
                <a:gd name="T118" fmla="*/ 6 w 211"/>
                <a:gd name="T119" fmla="*/ 25 h 250"/>
                <a:gd name="T120" fmla="*/ 7 w 211"/>
                <a:gd name="T121" fmla="*/ 10 h 250"/>
                <a:gd name="T122" fmla="*/ 6 w 211"/>
                <a:gd name="T123" fmla="*/ 3 h 250"/>
                <a:gd name="T124" fmla="*/ 7 w 211"/>
                <a:gd name="T12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1" h="250">
                  <a:moveTo>
                    <a:pt x="211" y="0"/>
                  </a:moveTo>
                  <a:lnTo>
                    <a:pt x="211" y="0"/>
                  </a:lnTo>
                  <a:lnTo>
                    <a:pt x="211" y="1"/>
                  </a:lnTo>
                  <a:lnTo>
                    <a:pt x="211" y="1"/>
                  </a:lnTo>
                  <a:lnTo>
                    <a:pt x="211" y="2"/>
                  </a:lnTo>
                  <a:lnTo>
                    <a:pt x="211" y="2"/>
                  </a:lnTo>
                  <a:lnTo>
                    <a:pt x="211" y="3"/>
                  </a:lnTo>
                  <a:lnTo>
                    <a:pt x="211" y="3"/>
                  </a:lnTo>
                  <a:lnTo>
                    <a:pt x="211" y="4"/>
                  </a:lnTo>
                  <a:lnTo>
                    <a:pt x="211" y="4"/>
                  </a:lnTo>
                  <a:lnTo>
                    <a:pt x="211" y="5"/>
                  </a:lnTo>
                  <a:lnTo>
                    <a:pt x="211" y="5"/>
                  </a:lnTo>
                  <a:lnTo>
                    <a:pt x="211" y="6"/>
                  </a:lnTo>
                  <a:lnTo>
                    <a:pt x="211" y="6"/>
                  </a:lnTo>
                  <a:lnTo>
                    <a:pt x="211" y="6"/>
                  </a:lnTo>
                  <a:lnTo>
                    <a:pt x="210" y="7"/>
                  </a:lnTo>
                  <a:lnTo>
                    <a:pt x="210" y="7"/>
                  </a:lnTo>
                  <a:lnTo>
                    <a:pt x="210" y="8"/>
                  </a:lnTo>
                  <a:lnTo>
                    <a:pt x="210" y="8"/>
                  </a:lnTo>
                  <a:lnTo>
                    <a:pt x="209" y="8"/>
                  </a:lnTo>
                  <a:lnTo>
                    <a:pt x="209" y="8"/>
                  </a:lnTo>
                  <a:lnTo>
                    <a:pt x="209" y="9"/>
                  </a:lnTo>
                  <a:lnTo>
                    <a:pt x="208" y="9"/>
                  </a:lnTo>
                  <a:lnTo>
                    <a:pt x="208" y="9"/>
                  </a:lnTo>
                  <a:lnTo>
                    <a:pt x="208" y="10"/>
                  </a:lnTo>
                  <a:lnTo>
                    <a:pt x="208" y="10"/>
                  </a:lnTo>
                  <a:lnTo>
                    <a:pt x="207" y="11"/>
                  </a:lnTo>
                  <a:lnTo>
                    <a:pt x="207" y="11"/>
                  </a:lnTo>
                  <a:lnTo>
                    <a:pt x="207" y="12"/>
                  </a:lnTo>
                  <a:lnTo>
                    <a:pt x="207" y="12"/>
                  </a:lnTo>
                  <a:lnTo>
                    <a:pt x="207" y="13"/>
                  </a:lnTo>
                  <a:lnTo>
                    <a:pt x="207" y="13"/>
                  </a:lnTo>
                  <a:lnTo>
                    <a:pt x="206" y="15"/>
                  </a:lnTo>
                  <a:lnTo>
                    <a:pt x="206" y="15"/>
                  </a:lnTo>
                  <a:lnTo>
                    <a:pt x="206" y="15"/>
                  </a:lnTo>
                  <a:lnTo>
                    <a:pt x="206" y="15"/>
                  </a:lnTo>
                  <a:lnTo>
                    <a:pt x="206" y="16"/>
                  </a:lnTo>
                  <a:lnTo>
                    <a:pt x="206" y="16"/>
                  </a:lnTo>
                  <a:lnTo>
                    <a:pt x="206" y="16"/>
                  </a:lnTo>
                  <a:lnTo>
                    <a:pt x="206" y="17"/>
                  </a:lnTo>
                  <a:lnTo>
                    <a:pt x="206" y="17"/>
                  </a:lnTo>
                  <a:lnTo>
                    <a:pt x="206" y="18"/>
                  </a:lnTo>
                  <a:lnTo>
                    <a:pt x="206" y="19"/>
                  </a:lnTo>
                  <a:lnTo>
                    <a:pt x="206" y="19"/>
                  </a:lnTo>
                  <a:lnTo>
                    <a:pt x="205" y="20"/>
                  </a:lnTo>
                  <a:lnTo>
                    <a:pt x="205" y="21"/>
                  </a:lnTo>
                  <a:lnTo>
                    <a:pt x="205" y="21"/>
                  </a:lnTo>
                  <a:lnTo>
                    <a:pt x="205" y="22"/>
                  </a:lnTo>
                  <a:lnTo>
                    <a:pt x="205" y="23"/>
                  </a:lnTo>
                  <a:lnTo>
                    <a:pt x="204" y="23"/>
                  </a:lnTo>
                  <a:lnTo>
                    <a:pt x="204" y="24"/>
                  </a:lnTo>
                  <a:lnTo>
                    <a:pt x="204" y="24"/>
                  </a:lnTo>
                  <a:lnTo>
                    <a:pt x="204" y="25"/>
                  </a:lnTo>
                  <a:lnTo>
                    <a:pt x="204" y="25"/>
                  </a:lnTo>
                  <a:lnTo>
                    <a:pt x="204" y="26"/>
                  </a:lnTo>
                  <a:lnTo>
                    <a:pt x="204" y="26"/>
                  </a:lnTo>
                  <a:lnTo>
                    <a:pt x="204" y="26"/>
                  </a:lnTo>
                  <a:lnTo>
                    <a:pt x="204" y="26"/>
                  </a:lnTo>
                  <a:lnTo>
                    <a:pt x="204" y="27"/>
                  </a:lnTo>
                  <a:lnTo>
                    <a:pt x="204" y="27"/>
                  </a:lnTo>
                  <a:lnTo>
                    <a:pt x="204" y="27"/>
                  </a:lnTo>
                  <a:lnTo>
                    <a:pt x="204" y="28"/>
                  </a:lnTo>
                  <a:lnTo>
                    <a:pt x="204" y="28"/>
                  </a:lnTo>
                  <a:lnTo>
                    <a:pt x="204" y="28"/>
                  </a:lnTo>
                  <a:lnTo>
                    <a:pt x="204" y="29"/>
                  </a:lnTo>
                  <a:lnTo>
                    <a:pt x="204" y="29"/>
                  </a:lnTo>
                  <a:lnTo>
                    <a:pt x="205" y="30"/>
                  </a:lnTo>
                  <a:lnTo>
                    <a:pt x="205" y="30"/>
                  </a:lnTo>
                  <a:lnTo>
                    <a:pt x="205" y="31"/>
                  </a:lnTo>
                  <a:lnTo>
                    <a:pt x="205" y="31"/>
                  </a:lnTo>
                  <a:lnTo>
                    <a:pt x="205" y="33"/>
                  </a:lnTo>
                  <a:lnTo>
                    <a:pt x="205" y="33"/>
                  </a:lnTo>
                  <a:lnTo>
                    <a:pt x="206" y="34"/>
                  </a:lnTo>
                  <a:lnTo>
                    <a:pt x="206" y="34"/>
                  </a:lnTo>
                  <a:lnTo>
                    <a:pt x="206" y="35"/>
                  </a:lnTo>
                  <a:lnTo>
                    <a:pt x="206" y="36"/>
                  </a:lnTo>
                  <a:lnTo>
                    <a:pt x="206" y="36"/>
                  </a:lnTo>
                  <a:lnTo>
                    <a:pt x="206" y="37"/>
                  </a:lnTo>
                  <a:lnTo>
                    <a:pt x="206" y="37"/>
                  </a:lnTo>
                  <a:lnTo>
                    <a:pt x="206" y="38"/>
                  </a:lnTo>
                  <a:lnTo>
                    <a:pt x="206" y="38"/>
                  </a:lnTo>
                  <a:lnTo>
                    <a:pt x="206" y="38"/>
                  </a:lnTo>
                  <a:lnTo>
                    <a:pt x="206" y="39"/>
                  </a:lnTo>
                  <a:lnTo>
                    <a:pt x="206" y="39"/>
                  </a:lnTo>
                  <a:lnTo>
                    <a:pt x="206" y="39"/>
                  </a:lnTo>
                  <a:lnTo>
                    <a:pt x="207" y="39"/>
                  </a:lnTo>
                  <a:lnTo>
                    <a:pt x="207" y="40"/>
                  </a:lnTo>
                  <a:lnTo>
                    <a:pt x="207" y="40"/>
                  </a:lnTo>
                  <a:lnTo>
                    <a:pt x="206" y="40"/>
                  </a:lnTo>
                  <a:lnTo>
                    <a:pt x="206" y="41"/>
                  </a:lnTo>
                  <a:lnTo>
                    <a:pt x="206" y="41"/>
                  </a:lnTo>
                  <a:lnTo>
                    <a:pt x="206" y="41"/>
                  </a:lnTo>
                  <a:lnTo>
                    <a:pt x="205" y="42"/>
                  </a:lnTo>
                  <a:lnTo>
                    <a:pt x="205" y="42"/>
                  </a:lnTo>
                  <a:lnTo>
                    <a:pt x="205" y="42"/>
                  </a:lnTo>
                  <a:lnTo>
                    <a:pt x="204" y="43"/>
                  </a:lnTo>
                  <a:lnTo>
                    <a:pt x="204" y="43"/>
                  </a:lnTo>
                  <a:lnTo>
                    <a:pt x="204" y="43"/>
                  </a:lnTo>
                  <a:lnTo>
                    <a:pt x="203" y="43"/>
                  </a:lnTo>
                  <a:lnTo>
                    <a:pt x="203" y="44"/>
                  </a:lnTo>
                  <a:lnTo>
                    <a:pt x="201" y="44"/>
                  </a:lnTo>
                  <a:lnTo>
                    <a:pt x="201" y="44"/>
                  </a:lnTo>
                  <a:lnTo>
                    <a:pt x="201" y="44"/>
                  </a:lnTo>
                  <a:lnTo>
                    <a:pt x="200" y="45"/>
                  </a:lnTo>
                  <a:lnTo>
                    <a:pt x="200" y="45"/>
                  </a:lnTo>
                  <a:lnTo>
                    <a:pt x="200" y="45"/>
                  </a:lnTo>
                  <a:lnTo>
                    <a:pt x="199" y="46"/>
                  </a:lnTo>
                  <a:lnTo>
                    <a:pt x="199" y="46"/>
                  </a:lnTo>
                  <a:lnTo>
                    <a:pt x="199" y="46"/>
                  </a:lnTo>
                  <a:lnTo>
                    <a:pt x="198" y="47"/>
                  </a:lnTo>
                  <a:lnTo>
                    <a:pt x="198" y="47"/>
                  </a:lnTo>
                  <a:lnTo>
                    <a:pt x="198" y="48"/>
                  </a:lnTo>
                  <a:lnTo>
                    <a:pt x="198" y="48"/>
                  </a:lnTo>
                  <a:lnTo>
                    <a:pt x="198" y="48"/>
                  </a:lnTo>
                  <a:lnTo>
                    <a:pt x="198" y="48"/>
                  </a:lnTo>
                  <a:lnTo>
                    <a:pt x="198" y="49"/>
                  </a:lnTo>
                  <a:lnTo>
                    <a:pt x="197" y="49"/>
                  </a:lnTo>
                  <a:lnTo>
                    <a:pt x="197" y="49"/>
                  </a:lnTo>
                  <a:lnTo>
                    <a:pt x="197" y="51"/>
                  </a:lnTo>
                  <a:lnTo>
                    <a:pt x="197" y="52"/>
                  </a:lnTo>
                  <a:lnTo>
                    <a:pt x="197" y="52"/>
                  </a:lnTo>
                  <a:lnTo>
                    <a:pt x="197" y="53"/>
                  </a:lnTo>
                  <a:lnTo>
                    <a:pt x="197" y="54"/>
                  </a:lnTo>
                  <a:lnTo>
                    <a:pt x="197" y="55"/>
                  </a:lnTo>
                  <a:lnTo>
                    <a:pt x="196" y="56"/>
                  </a:lnTo>
                  <a:lnTo>
                    <a:pt x="196" y="57"/>
                  </a:lnTo>
                  <a:lnTo>
                    <a:pt x="196" y="58"/>
                  </a:lnTo>
                  <a:lnTo>
                    <a:pt x="196" y="59"/>
                  </a:lnTo>
                  <a:lnTo>
                    <a:pt x="196" y="60"/>
                  </a:lnTo>
                  <a:lnTo>
                    <a:pt x="196" y="61"/>
                  </a:lnTo>
                  <a:lnTo>
                    <a:pt x="195" y="62"/>
                  </a:lnTo>
                  <a:lnTo>
                    <a:pt x="195" y="62"/>
                  </a:lnTo>
                  <a:lnTo>
                    <a:pt x="195" y="63"/>
                  </a:lnTo>
                  <a:lnTo>
                    <a:pt x="195" y="64"/>
                  </a:lnTo>
                  <a:lnTo>
                    <a:pt x="195" y="64"/>
                  </a:lnTo>
                  <a:lnTo>
                    <a:pt x="194" y="65"/>
                  </a:lnTo>
                  <a:lnTo>
                    <a:pt x="194" y="66"/>
                  </a:lnTo>
                  <a:lnTo>
                    <a:pt x="194" y="67"/>
                  </a:lnTo>
                  <a:lnTo>
                    <a:pt x="194" y="69"/>
                  </a:lnTo>
                  <a:lnTo>
                    <a:pt x="193" y="70"/>
                  </a:lnTo>
                  <a:lnTo>
                    <a:pt x="193" y="71"/>
                  </a:lnTo>
                  <a:lnTo>
                    <a:pt x="192" y="72"/>
                  </a:lnTo>
                  <a:lnTo>
                    <a:pt x="192" y="72"/>
                  </a:lnTo>
                  <a:lnTo>
                    <a:pt x="192" y="73"/>
                  </a:lnTo>
                  <a:lnTo>
                    <a:pt x="191" y="74"/>
                  </a:lnTo>
                  <a:lnTo>
                    <a:pt x="191" y="75"/>
                  </a:lnTo>
                  <a:lnTo>
                    <a:pt x="190" y="76"/>
                  </a:lnTo>
                  <a:lnTo>
                    <a:pt x="190" y="77"/>
                  </a:lnTo>
                  <a:lnTo>
                    <a:pt x="189" y="78"/>
                  </a:lnTo>
                  <a:lnTo>
                    <a:pt x="189" y="78"/>
                  </a:lnTo>
                  <a:lnTo>
                    <a:pt x="188" y="79"/>
                  </a:lnTo>
                  <a:lnTo>
                    <a:pt x="187" y="80"/>
                  </a:lnTo>
                  <a:lnTo>
                    <a:pt x="187" y="81"/>
                  </a:lnTo>
                  <a:lnTo>
                    <a:pt x="186" y="81"/>
                  </a:lnTo>
                  <a:lnTo>
                    <a:pt x="186" y="82"/>
                  </a:lnTo>
                  <a:lnTo>
                    <a:pt x="185" y="82"/>
                  </a:lnTo>
                  <a:lnTo>
                    <a:pt x="185" y="83"/>
                  </a:lnTo>
                  <a:lnTo>
                    <a:pt x="183" y="83"/>
                  </a:lnTo>
                  <a:lnTo>
                    <a:pt x="183" y="83"/>
                  </a:lnTo>
                  <a:lnTo>
                    <a:pt x="182" y="84"/>
                  </a:lnTo>
                  <a:lnTo>
                    <a:pt x="182" y="84"/>
                  </a:lnTo>
                  <a:lnTo>
                    <a:pt x="182" y="84"/>
                  </a:lnTo>
                  <a:lnTo>
                    <a:pt x="181" y="84"/>
                  </a:lnTo>
                  <a:lnTo>
                    <a:pt x="181" y="84"/>
                  </a:lnTo>
                  <a:lnTo>
                    <a:pt x="181" y="84"/>
                  </a:lnTo>
                  <a:lnTo>
                    <a:pt x="180" y="84"/>
                  </a:lnTo>
                  <a:lnTo>
                    <a:pt x="180" y="85"/>
                  </a:lnTo>
                  <a:lnTo>
                    <a:pt x="180" y="85"/>
                  </a:lnTo>
                  <a:lnTo>
                    <a:pt x="180" y="85"/>
                  </a:lnTo>
                  <a:lnTo>
                    <a:pt x="179" y="85"/>
                  </a:lnTo>
                  <a:lnTo>
                    <a:pt x="179" y="85"/>
                  </a:lnTo>
                  <a:lnTo>
                    <a:pt x="179" y="85"/>
                  </a:lnTo>
                  <a:lnTo>
                    <a:pt x="179" y="85"/>
                  </a:lnTo>
                  <a:lnTo>
                    <a:pt x="178" y="87"/>
                  </a:lnTo>
                  <a:lnTo>
                    <a:pt x="178" y="87"/>
                  </a:lnTo>
                  <a:lnTo>
                    <a:pt x="178" y="87"/>
                  </a:lnTo>
                  <a:lnTo>
                    <a:pt x="178" y="87"/>
                  </a:lnTo>
                  <a:lnTo>
                    <a:pt x="178" y="87"/>
                  </a:lnTo>
                  <a:lnTo>
                    <a:pt x="177" y="88"/>
                  </a:lnTo>
                  <a:lnTo>
                    <a:pt x="177" y="88"/>
                  </a:lnTo>
                  <a:lnTo>
                    <a:pt x="177" y="88"/>
                  </a:lnTo>
                  <a:lnTo>
                    <a:pt x="177" y="89"/>
                  </a:lnTo>
                  <a:lnTo>
                    <a:pt x="177" y="89"/>
                  </a:lnTo>
                  <a:lnTo>
                    <a:pt x="177" y="89"/>
                  </a:lnTo>
                  <a:lnTo>
                    <a:pt x="177" y="90"/>
                  </a:lnTo>
                  <a:lnTo>
                    <a:pt x="177" y="90"/>
                  </a:lnTo>
                  <a:lnTo>
                    <a:pt x="177" y="90"/>
                  </a:lnTo>
                  <a:lnTo>
                    <a:pt x="177" y="91"/>
                  </a:lnTo>
                  <a:lnTo>
                    <a:pt x="177" y="91"/>
                  </a:lnTo>
                  <a:lnTo>
                    <a:pt x="178" y="92"/>
                  </a:lnTo>
                  <a:lnTo>
                    <a:pt x="178" y="92"/>
                  </a:lnTo>
                  <a:lnTo>
                    <a:pt x="178" y="93"/>
                  </a:lnTo>
                  <a:lnTo>
                    <a:pt x="178" y="93"/>
                  </a:lnTo>
                  <a:lnTo>
                    <a:pt x="178" y="94"/>
                  </a:lnTo>
                  <a:lnTo>
                    <a:pt x="179" y="94"/>
                  </a:lnTo>
                  <a:lnTo>
                    <a:pt x="179" y="95"/>
                  </a:lnTo>
                  <a:lnTo>
                    <a:pt x="179" y="96"/>
                  </a:lnTo>
                  <a:lnTo>
                    <a:pt x="179" y="96"/>
                  </a:lnTo>
                  <a:lnTo>
                    <a:pt x="179" y="97"/>
                  </a:lnTo>
                  <a:lnTo>
                    <a:pt x="179" y="97"/>
                  </a:lnTo>
                  <a:lnTo>
                    <a:pt x="179" y="98"/>
                  </a:lnTo>
                  <a:lnTo>
                    <a:pt x="179" y="99"/>
                  </a:lnTo>
                  <a:lnTo>
                    <a:pt x="179" y="99"/>
                  </a:lnTo>
                  <a:lnTo>
                    <a:pt x="179" y="100"/>
                  </a:lnTo>
                  <a:lnTo>
                    <a:pt x="179" y="101"/>
                  </a:lnTo>
                  <a:lnTo>
                    <a:pt x="178" y="101"/>
                  </a:lnTo>
                  <a:lnTo>
                    <a:pt x="178" y="102"/>
                  </a:lnTo>
                  <a:lnTo>
                    <a:pt x="178" y="102"/>
                  </a:lnTo>
                  <a:lnTo>
                    <a:pt x="177" y="103"/>
                  </a:lnTo>
                  <a:lnTo>
                    <a:pt x="177" y="103"/>
                  </a:lnTo>
                  <a:lnTo>
                    <a:pt x="177" y="105"/>
                  </a:lnTo>
                  <a:lnTo>
                    <a:pt x="176" y="105"/>
                  </a:lnTo>
                  <a:lnTo>
                    <a:pt x="176" y="106"/>
                  </a:lnTo>
                  <a:lnTo>
                    <a:pt x="176" y="106"/>
                  </a:lnTo>
                  <a:lnTo>
                    <a:pt x="175" y="107"/>
                  </a:lnTo>
                  <a:lnTo>
                    <a:pt x="174" y="107"/>
                  </a:lnTo>
                  <a:lnTo>
                    <a:pt x="174" y="108"/>
                  </a:lnTo>
                  <a:lnTo>
                    <a:pt x="173" y="109"/>
                  </a:lnTo>
                  <a:lnTo>
                    <a:pt x="172" y="109"/>
                  </a:lnTo>
                  <a:lnTo>
                    <a:pt x="171" y="110"/>
                  </a:lnTo>
                  <a:lnTo>
                    <a:pt x="170" y="111"/>
                  </a:lnTo>
                  <a:lnTo>
                    <a:pt x="169" y="111"/>
                  </a:lnTo>
                  <a:lnTo>
                    <a:pt x="168" y="112"/>
                  </a:lnTo>
                  <a:lnTo>
                    <a:pt x="167" y="113"/>
                  </a:lnTo>
                  <a:lnTo>
                    <a:pt x="165" y="114"/>
                  </a:lnTo>
                  <a:lnTo>
                    <a:pt x="164" y="114"/>
                  </a:lnTo>
                  <a:lnTo>
                    <a:pt x="163" y="115"/>
                  </a:lnTo>
                  <a:lnTo>
                    <a:pt x="162" y="116"/>
                  </a:lnTo>
                  <a:lnTo>
                    <a:pt x="161" y="116"/>
                  </a:lnTo>
                  <a:lnTo>
                    <a:pt x="160" y="117"/>
                  </a:lnTo>
                  <a:lnTo>
                    <a:pt x="159" y="118"/>
                  </a:lnTo>
                  <a:lnTo>
                    <a:pt x="158" y="119"/>
                  </a:lnTo>
                  <a:lnTo>
                    <a:pt x="157" y="120"/>
                  </a:lnTo>
                  <a:lnTo>
                    <a:pt x="157" y="120"/>
                  </a:lnTo>
                  <a:lnTo>
                    <a:pt x="156" y="121"/>
                  </a:lnTo>
                  <a:lnTo>
                    <a:pt x="156" y="123"/>
                  </a:lnTo>
                  <a:lnTo>
                    <a:pt x="156" y="124"/>
                  </a:lnTo>
                  <a:lnTo>
                    <a:pt x="156" y="125"/>
                  </a:lnTo>
                  <a:lnTo>
                    <a:pt x="155" y="125"/>
                  </a:lnTo>
                  <a:lnTo>
                    <a:pt x="155" y="126"/>
                  </a:lnTo>
                  <a:lnTo>
                    <a:pt x="155" y="127"/>
                  </a:lnTo>
                  <a:lnTo>
                    <a:pt x="155" y="128"/>
                  </a:lnTo>
                  <a:lnTo>
                    <a:pt x="155" y="128"/>
                  </a:lnTo>
                  <a:lnTo>
                    <a:pt x="155" y="129"/>
                  </a:lnTo>
                  <a:lnTo>
                    <a:pt x="155" y="129"/>
                  </a:lnTo>
                  <a:lnTo>
                    <a:pt x="155" y="130"/>
                  </a:lnTo>
                  <a:lnTo>
                    <a:pt x="155" y="130"/>
                  </a:lnTo>
                  <a:lnTo>
                    <a:pt x="154" y="131"/>
                  </a:lnTo>
                  <a:lnTo>
                    <a:pt x="154" y="131"/>
                  </a:lnTo>
                  <a:lnTo>
                    <a:pt x="154" y="132"/>
                  </a:lnTo>
                  <a:lnTo>
                    <a:pt x="154" y="132"/>
                  </a:lnTo>
                  <a:lnTo>
                    <a:pt x="154" y="133"/>
                  </a:lnTo>
                  <a:lnTo>
                    <a:pt x="154" y="133"/>
                  </a:lnTo>
                  <a:lnTo>
                    <a:pt x="154" y="134"/>
                  </a:lnTo>
                  <a:lnTo>
                    <a:pt x="154" y="134"/>
                  </a:lnTo>
                  <a:lnTo>
                    <a:pt x="154" y="135"/>
                  </a:lnTo>
                  <a:lnTo>
                    <a:pt x="153" y="135"/>
                  </a:lnTo>
                  <a:lnTo>
                    <a:pt x="153" y="136"/>
                  </a:lnTo>
                  <a:lnTo>
                    <a:pt x="153" y="137"/>
                  </a:lnTo>
                  <a:lnTo>
                    <a:pt x="152" y="137"/>
                  </a:lnTo>
                  <a:lnTo>
                    <a:pt x="152" y="138"/>
                  </a:lnTo>
                  <a:lnTo>
                    <a:pt x="152" y="138"/>
                  </a:lnTo>
                  <a:lnTo>
                    <a:pt x="151" y="139"/>
                  </a:lnTo>
                  <a:lnTo>
                    <a:pt x="151" y="141"/>
                  </a:lnTo>
                  <a:lnTo>
                    <a:pt x="151" y="141"/>
                  </a:lnTo>
                  <a:lnTo>
                    <a:pt x="150" y="142"/>
                  </a:lnTo>
                  <a:lnTo>
                    <a:pt x="150" y="143"/>
                  </a:lnTo>
                  <a:lnTo>
                    <a:pt x="150" y="144"/>
                  </a:lnTo>
                  <a:lnTo>
                    <a:pt x="150" y="144"/>
                  </a:lnTo>
                  <a:lnTo>
                    <a:pt x="149" y="145"/>
                  </a:lnTo>
                  <a:lnTo>
                    <a:pt x="149" y="146"/>
                  </a:lnTo>
                  <a:lnTo>
                    <a:pt x="149" y="146"/>
                  </a:lnTo>
                  <a:lnTo>
                    <a:pt x="149" y="147"/>
                  </a:lnTo>
                  <a:lnTo>
                    <a:pt x="149" y="147"/>
                  </a:lnTo>
                  <a:lnTo>
                    <a:pt x="149" y="148"/>
                  </a:lnTo>
                  <a:lnTo>
                    <a:pt x="147" y="148"/>
                  </a:lnTo>
                  <a:lnTo>
                    <a:pt x="147" y="148"/>
                  </a:lnTo>
                  <a:lnTo>
                    <a:pt x="147" y="149"/>
                  </a:lnTo>
                  <a:lnTo>
                    <a:pt x="147" y="150"/>
                  </a:lnTo>
                  <a:lnTo>
                    <a:pt x="147" y="151"/>
                  </a:lnTo>
                  <a:lnTo>
                    <a:pt x="147" y="152"/>
                  </a:lnTo>
                  <a:lnTo>
                    <a:pt x="146" y="153"/>
                  </a:lnTo>
                  <a:lnTo>
                    <a:pt x="146" y="155"/>
                  </a:lnTo>
                  <a:lnTo>
                    <a:pt x="146" y="157"/>
                  </a:lnTo>
                  <a:lnTo>
                    <a:pt x="146" y="159"/>
                  </a:lnTo>
                  <a:lnTo>
                    <a:pt x="145" y="161"/>
                  </a:lnTo>
                  <a:lnTo>
                    <a:pt x="145" y="163"/>
                  </a:lnTo>
                  <a:lnTo>
                    <a:pt x="144" y="164"/>
                  </a:lnTo>
                  <a:lnTo>
                    <a:pt x="144" y="166"/>
                  </a:lnTo>
                  <a:lnTo>
                    <a:pt x="144" y="168"/>
                  </a:lnTo>
                  <a:lnTo>
                    <a:pt x="143" y="169"/>
                  </a:lnTo>
                  <a:lnTo>
                    <a:pt x="143" y="170"/>
                  </a:lnTo>
                  <a:lnTo>
                    <a:pt x="142" y="172"/>
                  </a:lnTo>
                  <a:lnTo>
                    <a:pt x="142" y="173"/>
                  </a:lnTo>
                  <a:lnTo>
                    <a:pt x="142" y="174"/>
                  </a:lnTo>
                  <a:lnTo>
                    <a:pt x="142" y="175"/>
                  </a:lnTo>
                  <a:lnTo>
                    <a:pt x="141" y="178"/>
                  </a:lnTo>
                  <a:lnTo>
                    <a:pt x="141" y="179"/>
                  </a:lnTo>
                  <a:lnTo>
                    <a:pt x="141" y="180"/>
                  </a:lnTo>
                  <a:lnTo>
                    <a:pt x="141" y="181"/>
                  </a:lnTo>
                  <a:lnTo>
                    <a:pt x="141" y="182"/>
                  </a:lnTo>
                  <a:lnTo>
                    <a:pt x="141" y="183"/>
                  </a:lnTo>
                  <a:lnTo>
                    <a:pt x="142" y="184"/>
                  </a:lnTo>
                  <a:lnTo>
                    <a:pt x="142" y="185"/>
                  </a:lnTo>
                  <a:lnTo>
                    <a:pt x="142" y="186"/>
                  </a:lnTo>
                  <a:lnTo>
                    <a:pt x="142" y="187"/>
                  </a:lnTo>
                  <a:lnTo>
                    <a:pt x="142" y="187"/>
                  </a:lnTo>
                  <a:lnTo>
                    <a:pt x="142" y="188"/>
                  </a:lnTo>
                  <a:lnTo>
                    <a:pt x="142" y="188"/>
                  </a:lnTo>
                  <a:lnTo>
                    <a:pt x="143" y="189"/>
                  </a:lnTo>
                  <a:lnTo>
                    <a:pt x="143" y="190"/>
                  </a:lnTo>
                  <a:lnTo>
                    <a:pt x="143" y="192"/>
                  </a:lnTo>
                  <a:lnTo>
                    <a:pt x="143" y="193"/>
                  </a:lnTo>
                  <a:lnTo>
                    <a:pt x="143" y="195"/>
                  </a:lnTo>
                  <a:lnTo>
                    <a:pt x="143" y="197"/>
                  </a:lnTo>
                  <a:lnTo>
                    <a:pt x="143" y="199"/>
                  </a:lnTo>
                  <a:lnTo>
                    <a:pt x="143" y="200"/>
                  </a:lnTo>
                  <a:lnTo>
                    <a:pt x="143" y="202"/>
                  </a:lnTo>
                  <a:lnTo>
                    <a:pt x="143" y="203"/>
                  </a:lnTo>
                  <a:lnTo>
                    <a:pt x="144" y="204"/>
                  </a:lnTo>
                  <a:lnTo>
                    <a:pt x="144" y="206"/>
                  </a:lnTo>
                  <a:lnTo>
                    <a:pt x="144" y="207"/>
                  </a:lnTo>
                  <a:lnTo>
                    <a:pt x="144" y="208"/>
                  </a:lnTo>
                  <a:lnTo>
                    <a:pt x="144" y="208"/>
                  </a:lnTo>
                  <a:lnTo>
                    <a:pt x="144" y="209"/>
                  </a:lnTo>
                  <a:lnTo>
                    <a:pt x="145" y="210"/>
                  </a:lnTo>
                  <a:lnTo>
                    <a:pt x="145" y="211"/>
                  </a:lnTo>
                  <a:lnTo>
                    <a:pt x="145" y="213"/>
                  </a:lnTo>
                  <a:lnTo>
                    <a:pt x="145" y="214"/>
                  </a:lnTo>
                  <a:lnTo>
                    <a:pt x="146" y="215"/>
                  </a:lnTo>
                  <a:lnTo>
                    <a:pt x="146" y="216"/>
                  </a:lnTo>
                  <a:lnTo>
                    <a:pt x="146" y="217"/>
                  </a:lnTo>
                  <a:lnTo>
                    <a:pt x="146" y="219"/>
                  </a:lnTo>
                  <a:lnTo>
                    <a:pt x="146" y="220"/>
                  </a:lnTo>
                  <a:lnTo>
                    <a:pt x="146" y="221"/>
                  </a:lnTo>
                  <a:lnTo>
                    <a:pt x="146" y="222"/>
                  </a:lnTo>
                  <a:lnTo>
                    <a:pt x="146" y="223"/>
                  </a:lnTo>
                  <a:lnTo>
                    <a:pt x="146" y="224"/>
                  </a:lnTo>
                  <a:lnTo>
                    <a:pt x="146" y="225"/>
                  </a:lnTo>
                  <a:lnTo>
                    <a:pt x="146" y="226"/>
                  </a:lnTo>
                  <a:lnTo>
                    <a:pt x="146" y="227"/>
                  </a:lnTo>
                  <a:lnTo>
                    <a:pt x="146" y="228"/>
                  </a:lnTo>
                  <a:lnTo>
                    <a:pt x="146" y="228"/>
                  </a:lnTo>
                  <a:lnTo>
                    <a:pt x="146" y="229"/>
                  </a:lnTo>
                  <a:lnTo>
                    <a:pt x="146" y="229"/>
                  </a:lnTo>
                  <a:lnTo>
                    <a:pt x="145" y="231"/>
                  </a:lnTo>
                  <a:lnTo>
                    <a:pt x="145" y="231"/>
                  </a:lnTo>
                  <a:lnTo>
                    <a:pt x="145" y="232"/>
                  </a:lnTo>
                  <a:lnTo>
                    <a:pt x="144" y="232"/>
                  </a:lnTo>
                  <a:lnTo>
                    <a:pt x="144" y="233"/>
                  </a:lnTo>
                  <a:lnTo>
                    <a:pt x="143" y="233"/>
                  </a:lnTo>
                  <a:lnTo>
                    <a:pt x="143" y="233"/>
                  </a:lnTo>
                  <a:lnTo>
                    <a:pt x="142" y="234"/>
                  </a:lnTo>
                  <a:lnTo>
                    <a:pt x="142" y="234"/>
                  </a:lnTo>
                  <a:lnTo>
                    <a:pt x="141" y="235"/>
                  </a:lnTo>
                  <a:lnTo>
                    <a:pt x="140" y="235"/>
                  </a:lnTo>
                  <a:lnTo>
                    <a:pt x="140" y="235"/>
                  </a:lnTo>
                  <a:lnTo>
                    <a:pt x="139" y="236"/>
                  </a:lnTo>
                  <a:lnTo>
                    <a:pt x="139" y="236"/>
                  </a:lnTo>
                  <a:lnTo>
                    <a:pt x="139" y="237"/>
                  </a:lnTo>
                  <a:lnTo>
                    <a:pt x="139" y="237"/>
                  </a:lnTo>
                  <a:lnTo>
                    <a:pt x="139" y="238"/>
                  </a:lnTo>
                  <a:lnTo>
                    <a:pt x="139" y="239"/>
                  </a:lnTo>
                  <a:lnTo>
                    <a:pt x="139" y="239"/>
                  </a:lnTo>
                  <a:lnTo>
                    <a:pt x="139" y="240"/>
                  </a:lnTo>
                  <a:lnTo>
                    <a:pt x="139" y="241"/>
                  </a:lnTo>
                  <a:lnTo>
                    <a:pt x="140" y="242"/>
                  </a:lnTo>
                  <a:lnTo>
                    <a:pt x="140" y="242"/>
                  </a:lnTo>
                  <a:lnTo>
                    <a:pt x="140" y="243"/>
                  </a:lnTo>
                  <a:lnTo>
                    <a:pt x="141" y="243"/>
                  </a:lnTo>
                  <a:lnTo>
                    <a:pt x="141" y="244"/>
                  </a:lnTo>
                  <a:lnTo>
                    <a:pt x="141" y="244"/>
                  </a:lnTo>
                  <a:lnTo>
                    <a:pt x="141" y="245"/>
                  </a:lnTo>
                  <a:lnTo>
                    <a:pt x="142" y="245"/>
                  </a:lnTo>
                  <a:lnTo>
                    <a:pt x="142" y="245"/>
                  </a:lnTo>
                  <a:lnTo>
                    <a:pt x="142" y="246"/>
                  </a:lnTo>
                  <a:lnTo>
                    <a:pt x="142" y="246"/>
                  </a:lnTo>
                  <a:lnTo>
                    <a:pt x="143" y="246"/>
                  </a:lnTo>
                  <a:lnTo>
                    <a:pt x="143" y="247"/>
                  </a:lnTo>
                  <a:lnTo>
                    <a:pt x="143" y="247"/>
                  </a:lnTo>
                  <a:lnTo>
                    <a:pt x="143" y="247"/>
                  </a:lnTo>
                  <a:lnTo>
                    <a:pt x="144" y="247"/>
                  </a:lnTo>
                  <a:lnTo>
                    <a:pt x="144" y="249"/>
                  </a:lnTo>
                  <a:lnTo>
                    <a:pt x="144" y="249"/>
                  </a:lnTo>
                  <a:lnTo>
                    <a:pt x="144" y="249"/>
                  </a:lnTo>
                  <a:lnTo>
                    <a:pt x="144" y="249"/>
                  </a:lnTo>
                  <a:lnTo>
                    <a:pt x="144" y="250"/>
                  </a:lnTo>
                  <a:lnTo>
                    <a:pt x="143" y="250"/>
                  </a:lnTo>
                  <a:lnTo>
                    <a:pt x="143" y="250"/>
                  </a:lnTo>
                  <a:lnTo>
                    <a:pt x="143" y="250"/>
                  </a:lnTo>
                  <a:lnTo>
                    <a:pt x="143" y="250"/>
                  </a:lnTo>
                  <a:lnTo>
                    <a:pt x="143" y="250"/>
                  </a:lnTo>
                  <a:lnTo>
                    <a:pt x="143" y="250"/>
                  </a:lnTo>
                  <a:lnTo>
                    <a:pt x="142" y="250"/>
                  </a:lnTo>
                  <a:lnTo>
                    <a:pt x="142" y="250"/>
                  </a:lnTo>
                  <a:lnTo>
                    <a:pt x="142" y="250"/>
                  </a:lnTo>
                  <a:lnTo>
                    <a:pt x="142" y="250"/>
                  </a:lnTo>
                  <a:lnTo>
                    <a:pt x="142" y="249"/>
                  </a:lnTo>
                  <a:lnTo>
                    <a:pt x="141" y="249"/>
                  </a:lnTo>
                  <a:lnTo>
                    <a:pt x="141" y="249"/>
                  </a:lnTo>
                  <a:lnTo>
                    <a:pt x="141" y="249"/>
                  </a:lnTo>
                  <a:lnTo>
                    <a:pt x="140" y="247"/>
                  </a:lnTo>
                  <a:lnTo>
                    <a:pt x="140" y="247"/>
                  </a:lnTo>
                  <a:lnTo>
                    <a:pt x="139" y="246"/>
                  </a:lnTo>
                  <a:lnTo>
                    <a:pt x="139" y="246"/>
                  </a:lnTo>
                  <a:lnTo>
                    <a:pt x="138" y="245"/>
                  </a:lnTo>
                  <a:lnTo>
                    <a:pt x="138" y="245"/>
                  </a:lnTo>
                  <a:lnTo>
                    <a:pt x="137" y="244"/>
                  </a:lnTo>
                  <a:lnTo>
                    <a:pt x="136" y="244"/>
                  </a:lnTo>
                  <a:lnTo>
                    <a:pt x="136" y="244"/>
                  </a:lnTo>
                  <a:lnTo>
                    <a:pt x="135" y="244"/>
                  </a:lnTo>
                  <a:lnTo>
                    <a:pt x="134" y="243"/>
                  </a:lnTo>
                  <a:lnTo>
                    <a:pt x="134" y="243"/>
                  </a:lnTo>
                  <a:lnTo>
                    <a:pt x="133" y="243"/>
                  </a:lnTo>
                  <a:lnTo>
                    <a:pt x="132" y="243"/>
                  </a:lnTo>
                  <a:lnTo>
                    <a:pt x="131" y="242"/>
                  </a:lnTo>
                  <a:lnTo>
                    <a:pt x="131" y="242"/>
                  </a:lnTo>
                  <a:lnTo>
                    <a:pt x="129" y="242"/>
                  </a:lnTo>
                  <a:lnTo>
                    <a:pt x="129" y="242"/>
                  </a:lnTo>
                  <a:lnTo>
                    <a:pt x="128" y="242"/>
                  </a:lnTo>
                  <a:lnTo>
                    <a:pt x="127" y="242"/>
                  </a:lnTo>
                  <a:lnTo>
                    <a:pt x="127" y="241"/>
                  </a:lnTo>
                  <a:lnTo>
                    <a:pt x="127" y="241"/>
                  </a:lnTo>
                  <a:lnTo>
                    <a:pt x="126" y="241"/>
                  </a:lnTo>
                  <a:lnTo>
                    <a:pt x="126" y="242"/>
                  </a:lnTo>
                  <a:lnTo>
                    <a:pt x="126" y="242"/>
                  </a:lnTo>
                  <a:lnTo>
                    <a:pt x="125" y="242"/>
                  </a:lnTo>
                  <a:lnTo>
                    <a:pt x="125" y="242"/>
                  </a:lnTo>
                  <a:lnTo>
                    <a:pt x="125" y="243"/>
                  </a:lnTo>
                  <a:lnTo>
                    <a:pt x="125" y="243"/>
                  </a:lnTo>
                  <a:lnTo>
                    <a:pt x="125" y="243"/>
                  </a:lnTo>
                  <a:lnTo>
                    <a:pt x="124" y="244"/>
                  </a:lnTo>
                  <a:lnTo>
                    <a:pt x="124" y="244"/>
                  </a:lnTo>
                  <a:lnTo>
                    <a:pt x="124" y="244"/>
                  </a:lnTo>
                  <a:lnTo>
                    <a:pt x="124" y="244"/>
                  </a:lnTo>
                  <a:lnTo>
                    <a:pt x="124" y="245"/>
                  </a:lnTo>
                  <a:lnTo>
                    <a:pt x="124" y="245"/>
                  </a:lnTo>
                  <a:lnTo>
                    <a:pt x="124" y="245"/>
                  </a:lnTo>
                  <a:lnTo>
                    <a:pt x="124" y="245"/>
                  </a:lnTo>
                  <a:lnTo>
                    <a:pt x="124" y="246"/>
                  </a:lnTo>
                  <a:lnTo>
                    <a:pt x="124" y="246"/>
                  </a:lnTo>
                  <a:lnTo>
                    <a:pt x="124" y="246"/>
                  </a:lnTo>
                  <a:lnTo>
                    <a:pt x="124" y="247"/>
                  </a:lnTo>
                  <a:lnTo>
                    <a:pt x="124" y="247"/>
                  </a:lnTo>
                  <a:lnTo>
                    <a:pt x="124" y="247"/>
                  </a:lnTo>
                  <a:lnTo>
                    <a:pt x="124" y="247"/>
                  </a:lnTo>
                  <a:lnTo>
                    <a:pt x="123" y="249"/>
                  </a:lnTo>
                  <a:lnTo>
                    <a:pt x="123" y="249"/>
                  </a:lnTo>
                  <a:lnTo>
                    <a:pt x="123" y="249"/>
                  </a:lnTo>
                  <a:lnTo>
                    <a:pt x="123" y="249"/>
                  </a:lnTo>
                  <a:lnTo>
                    <a:pt x="123" y="249"/>
                  </a:lnTo>
                  <a:lnTo>
                    <a:pt x="123" y="249"/>
                  </a:lnTo>
                  <a:lnTo>
                    <a:pt x="123" y="249"/>
                  </a:lnTo>
                  <a:lnTo>
                    <a:pt x="122" y="249"/>
                  </a:lnTo>
                  <a:lnTo>
                    <a:pt x="122" y="249"/>
                  </a:lnTo>
                  <a:lnTo>
                    <a:pt x="122" y="249"/>
                  </a:lnTo>
                  <a:lnTo>
                    <a:pt x="122" y="249"/>
                  </a:lnTo>
                  <a:lnTo>
                    <a:pt x="121" y="249"/>
                  </a:lnTo>
                  <a:lnTo>
                    <a:pt x="121" y="247"/>
                  </a:lnTo>
                  <a:lnTo>
                    <a:pt x="121" y="247"/>
                  </a:lnTo>
                  <a:lnTo>
                    <a:pt x="121" y="247"/>
                  </a:lnTo>
                  <a:lnTo>
                    <a:pt x="120" y="247"/>
                  </a:lnTo>
                  <a:lnTo>
                    <a:pt x="120" y="246"/>
                  </a:lnTo>
                  <a:lnTo>
                    <a:pt x="120" y="246"/>
                  </a:lnTo>
                  <a:lnTo>
                    <a:pt x="120" y="245"/>
                  </a:lnTo>
                  <a:lnTo>
                    <a:pt x="120" y="244"/>
                  </a:lnTo>
                  <a:lnTo>
                    <a:pt x="120" y="243"/>
                  </a:lnTo>
                  <a:lnTo>
                    <a:pt x="119" y="242"/>
                  </a:lnTo>
                  <a:lnTo>
                    <a:pt x="119" y="241"/>
                  </a:lnTo>
                  <a:lnTo>
                    <a:pt x="119" y="241"/>
                  </a:lnTo>
                  <a:lnTo>
                    <a:pt x="119" y="240"/>
                  </a:lnTo>
                  <a:lnTo>
                    <a:pt x="119" y="239"/>
                  </a:lnTo>
                  <a:lnTo>
                    <a:pt x="118" y="238"/>
                  </a:lnTo>
                  <a:lnTo>
                    <a:pt x="118" y="238"/>
                  </a:lnTo>
                  <a:lnTo>
                    <a:pt x="118" y="237"/>
                  </a:lnTo>
                  <a:lnTo>
                    <a:pt x="118" y="237"/>
                  </a:lnTo>
                  <a:lnTo>
                    <a:pt x="117" y="236"/>
                  </a:lnTo>
                  <a:lnTo>
                    <a:pt x="117" y="236"/>
                  </a:lnTo>
                  <a:lnTo>
                    <a:pt x="117" y="235"/>
                  </a:lnTo>
                  <a:lnTo>
                    <a:pt x="116" y="235"/>
                  </a:lnTo>
                  <a:lnTo>
                    <a:pt x="116" y="235"/>
                  </a:lnTo>
                  <a:lnTo>
                    <a:pt x="116" y="234"/>
                  </a:lnTo>
                  <a:lnTo>
                    <a:pt x="115" y="234"/>
                  </a:lnTo>
                  <a:lnTo>
                    <a:pt x="115" y="234"/>
                  </a:lnTo>
                  <a:lnTo>
                    <a:pt x="115" y="233"/>
                  </a:lnTo>
                  <a:lnTo>
                    <a:pt x="115" y="233"/>
                  </a:lnTo>
                  <a:lnTo>
                    <a:pt x="115" y="233"/>
                  </a:lnTo>
                  <a:lnTo>
                    <a:pt x="114" y="232"/>
                  </a:lnTo>
                  <a:lnTo>
                    <a:pt x="114" y="232"/>
                  </a:lnTo>
                  <a:lnTo>
                    <a:pt x="114" y="232"/>
                  </a:lnTo>
                  <a:lnTo>
                    <a:pt x="114" y="231"/>
                  </a:lnTo>
                  <a:lnTo>
                    <a:pt x="114" y="231"/>
                  </a:lnTo>
                  <a:lnTo>
                    <a:pt x="114" y="231"/>
                  </a:lnTo>
                  <a:lnTo>
                    <a:pt x="114" y="229"/>
                  </a:lnTo>
                  <a:lnTo>
                    <a:pt x="114" y="229"/>
                  </a:lnTo>
                  <a:lnTo>
                    <a:pt x="114" y="229"/>
                  </a:lnTo>
                  <a:lnTo>
                    <a:pt x="115" y="228"/>
                  </a:lnTo>
                  <a:lnTo>
                    <a:pt x="115" y="228"/>
                  </a:lnTo>
                  <a:lnTo>
                    <a:pt x="115" y="228"/>
                  </a:lnTo>
                  <a:lnTo>
                    <a:pt x="115" y="227"/>
                  </a:lnTo>
                  <a:lnTo>
                    <a:pt x="115" y="227"/>
                  </a:lnTo>
                  <a:lnTo>
                    <a:pt x="116" y="227"/>
                  </a:lnTo>
                  <a:lnTo>
                    <a:pt x="116" y="226"/>
                  </a:lnTo>
                  <a:lnTo>
                    <a:pt x="116" y="226"/>
                  </a:lnTo>
                  <a:lnTo>
                    <a:pt x="116" y="226"/>
                  </a:lnTo>
                  <a:lnTo>
                    <a:pt x="116" y="225"/>
                  </a:lnTo>
                  <a:lnTo>
                    <a:pt x="117" y="225"/>
                  </a:lnTo>
                  <a:lnTo>
                    <a:pt x="117" y="225"/>
                  </a:lnTo>
                  <a:lnTo>
                    <a:pt x="117" y="224"/>
                  </a:lnTo>
                  <a:lnTo>
                    <a:pt x="117" y="224"/>
                  </a:lnTo>
                  <a:lnTo>
                    <a:pt x="117" y="223"/>
                  </a:lnTo>
                  <a:lnTo>
                    <a:pt x="117" y="223"/>
                  </a:lnTo>
                  <a:lnTo>
                    <a:pt x="117" y="222"/>
                  </a:lnTo>
                  <a:lnTo>
                    <a:pt x="117" y="222"/>
                  </a:lnTo>
                  <a:lnTo>
                    <a:pt x="117" y="221"/>
                  </a:lnTo>
                  <a:lnTo>
                    <a:pt x="117" y="221"/>
                  </a:lnTo>
                  <a:lnTo>
                    <a:pt x="118" y="220"/>
                  </a:lnTo>
                  <a:lnTo>
                    <a:pt x="118" y="220"/>
                  </a:lnTo>
                  <a:lnTo>
                    <a:pt x="118" y="220"/>
                  </a:lnTo>
                  <a:lnTo>
                    <a:pt x="118" y="219"/>
                  </a:lnTo>
                  <a:lnTo>
                    <a:pt x="118" y="219"/>
                  </a:lnTo>
                  <a:lnTo>
                    <a:pt x="117" y="218"/>
                  </a:lnTo>
                  <a:lnTo>
                    <a:pt x="117" y="218"/>
                  </a:lnTo>
                  <a:lnTo>
                    <a:pt x="117" y="218"/>
                  </a:lnTo>
                  <a:lnTo>
                    <a:pt x="117" y="218"/>
                  </a:lnTo>
                  <a:lnTo>
                    <a:pt x="117" y="217"/>
                  </a:lnTo>
                  <a:lnTo>
                    <a:pt x="117" y="217"/>
                  </a:lnTo>
                  <a:lnTo>
                    <a:pt x="117" y="217"/>
                  </a:lnTo>
                  <a:lnTo>
                    <a:pt x="116" y="216"/>
                  </a:lnTo>
                  <a:lnTo>
                    <a:pt x="116" y="216"/>
                  </a:lnTo>
                  <a:lnTo>
                    <a:pt x="116" y="216"/>
                  </a:lnTo>
                  <a:lnTo>
                    <a:pt x="115" y="215"/>
                  </a:lnTo>
                  <a:lnTo>
                    <a:pt x="114" y="214"/>
                  </a:lnTo>
                  <a:lnTo>
                    <a:pt x="113" y="211"/>
                  </a:lnTo>
                  <a:lnTo>
                    <a:pt x="111" y="209"/>
                  </a:lnTo>
                  <a:lnTo>
                    <a:pt x="110" y="207"/>
                  </a:lnTo>
                  <a:lnTo>
                    <a:pt x="109" y="205"/>
                  </a:lnTo>
                  <a:lnTo>
                    <a:pt x="108" y="203"/>
                  </a:lnTo>
                  <a:lnTo>
                    <a:pt x="107" y="201"/>
                  </a:lnTo>
                  <a:lnTo>
                    <a:pt x="106" y="199"/>
                  </a:lnTo>
                  <a:lnTo>
                    <a:pt x="106" y="196"/>
                  </a:lnTo>
                  <a:lnTo>
                    <a:pt x="105" y="193"/>
                  </a:lnTo>
                  <a:lnTo>
                    <a:pt x="104" y="191"/>
                  </a:lnTo>
                  <a:lnTo>
                    <a:pt x="103" y="189"/>
                  </a:lnTo>
                  <a:lnTo>
                    <a:pt x="102" y="187"/>
                  </a:lnTo>
                  <a:lnTo>
                    <a:pt x="101" y="186"/>
                  </a:lnTo>
                  <a:lnTo>
                    <a:pt x="100" y="184"/>
                  </a:lnTo>
                  <a:lnTo>
                    <a:pt x="100" y="183"/>
                  </a:lnTo>
                  <a:lnTo>
                    <a:pt x="99" y="183"/>
                  </a:lnTo>
                  <a:lnTo>
                    <a:pt x="99" y="182"/>
                  </a:lnTo>
                  <a:lnTo>
                    <a:pt x="98" y="182"/>
                  </a:lnTo>
                  <a:lnTo>
                    <a:pt x="98" y="181"/>
                  </a:lnTo>
                  <a:lnTo>
                    <a:pt x="97" y="180"/>
                  </a:lnTo>
                  <a:lnTo>
                    <a:pt x="96" y="180"/>
                  </a:lnTo>
                  <a:lnTo>
                    <a:pt x="95" y="179"/>
                  </a:lnTo>
                  <a:lnTo>
                    <a:pt x="93" y="178"/>
                  </a:lnTo>
                  <a:lnTo>
                    <a:pt x="92" y="177"/>
                  </a:lnTo>
                  <a:lnTo>
                    <a:pt x="91" y="177"/>
                  </a:lnTo>
                  <a:lnTo>
                    <a:pt x="90" y="175"/>
                  </a:lnTo>
                  <a:lnTo>
                    <a:pt x="89" y="174"/>
                  </a:lnTo>
                  <a:lnTo>
                    <a:pt x="88" y="174"/>
                  </a:lnTo>
                  <a:lnTo>
                    <a:pt x="87" y="173"/>
                  </a:lnTo>
                  <a:lnTo>
                    <a:pt x="87" y="172"/>
                  </a:lnTo>
                  <a:lnTo>
                    <a:pt x="86" y="172"/>
                  </a:lnTo>
                  <a:lnTo>
                    <a:pt x="85" y="171"/>
                  </a:lnTo>
                  <a:lnTo>
                    <a:pt x="84" y="171"/>
                  </a:lnTo>
                  <a:lnTo>
                    <a:pt x="83" y="170"/>
                  </a:lnTo>
                  <a:lnTo>
                    <a:pt x="82" y="170"/>
                  </a:lnTo>
                  <a:lnTo>
                    <a:pt x="81" y="169"/>
                  </a:lnTo>
                  <a:lnTo>
                    <a:pt x="80" y="169"/>
                  </a:lnTo>
                  <a:lnTo>
                    <a:pt x="79" y="168"/>
                  </a:lnTo>
                  <a:lnTo>
                    <a:pt x="77" y="168"/>
                  </a:lnTo>
                  <a:lnTo>
                    <a:pt x="75" y="168"/>
                  </a:lnTo>
                  <a:lnTo>
                    <a:pt x="74" y="167"/>
                  </a:lnTo>
                  <a:lnTo>
                    <a:pt x="73" y="167"/>
                  </a:lnTo>
                  <a:lnTo>
                    <a:pt x="72" y="166"/>
                  </a:lnTo>
                  <a:lnTo>
                    <a:pt x="71" y="166"/>
                  </a:lnTo>
                  <a:lnTo>
                    <a:pt x="70" y="166"/>
                  </a:lnTo>
                  <a:lnTo>
                    <a:pt x="70" y="166"/>
                  </a:lnTo>
                  <a:lnTo>
                    <a:pt x="69" y="165"/>
                  </a:lnTo>
                  <a:lnTo>
                    <a:pt x="68" y="165"/>
                  </a:lnTo>
                  <a:lnTo>
                    <a:pt x="68" y="165"/>
                  </a:lnTo>
                  <a:lnTo>
                    <a:pt x="67" y="165"/>
                  </a:lnTo>
                  <a:lnTo>
                    <a:pt x="67" y="164"/>
                  </a:lnTo>
                  <a:lnTo>
                    <a:pt x="67" y="164"/>
                  </a:lnTo>
                  <a:lnTo>
                    <a:pt x="67" y="164"/>
                  </a:lnTo>
                  <a:lnTo>
                    <a:pt x="67" y="164"/>
                  </a:lnTo>
                  <a:lnTo>
                    <a:pt x="66" y="164"/>
                  </a:lnTo>
                  <a:lnTo>
                    <a:pt x="66" y="164"/>
                  </a:lnTo>
                  <a:lnTo>
                    <a:pt x="66" y="164"/>
                  </a:lnTo>
                  <a:lnTo>
                    <a:pt x="66" y="164"/>
                  </a:lnTo>
                  <a:lnTo>
                    <a:pt x="66" y="164"/>
                  </a:lnTo>
                  <a:lnTo>
                    <a:pt x="66" y="164"/>
                  </a:lnTo>
                  <a:lnTo>
                    <a:pt x="65" y="164"/>
                  </a:lnTo>
                  <a:lnTo>
                    <a:pt x="64" y="163"/>
                  </a:lnTo>
                  <a:lnTo>
                    <a:pt x="64" y="163"/>
                  </a:lnTo>
                  <a:lnTo>
                    <a:pt x="63" y="163"/>
                  </a:lnTo>
                  <a:lnTo>
                    <a:pt x="63" y="162"/>
                  </a:lnTo>
                  <a:lnTo>
                    <a:pt x="62" y="162"/>
                  </a:lnTo>
                  <a:lnTo>
                    <a:pt x="61" y="161"/>
                  </a:lnTo>
                  <a:lnTo>
                    <a:pt x="60" y="161"/>
                  </a:lnTo>
                  <a:lnTo>
                    <a:pt x="59" y="160"/>
                  </a:lnTo>
                  <a:lnTo>
                    <a:pt x="57" y="159"/>
                  </a:lnTo>
                  <a:lnTo>
                    <a:pt x="56" y="159"/>
                  </a:lnTo>
                  <a:lnTo>
                    <a:pt x="55" y="157"/>
                  </a:lnTo>
                  <a:lnTo>
                    <a:pt x="54" y="156"/>
                  </a:lnTo>
                  <a:lnTo>
                    <a:pt x="53" y="156"/>
                  </a:lnTo>
                  <a:lnTo>
                    <a:pt x="52" y="155"/>
                  </a:lnTo>
                  <a:lnTo>
                    <a:pt x="51" y="155"/>
                  </a:lnTo>
                  <a:lnTo>
                    <a:pt x="51" y="154"/>
                  </a:lnTo>
                  <a:lnTo>
                    <a:pt x="50" y="154"/>
                  </a:lnTo>
                  <a:lnTo>
                    <a:pt x="50" y="154"/>
                  </a:lnTo>
                  <a:lnTo>
                    <a:pt x="50" y="154"/>
                  </a:lnTo>
                  <a:lnTo>
                    <a:pt x="50" y="154"/>
                  </a:lnTo>
                  <a:lnTo>
                    <a:pt x="50" y="154"/>
                  </a:lnTo>
                  <a:lnTo>
                    <a:pt x="50" y="154"/>
                  </a:lnTo>
                  <a:lnTo>
                    <a:pt x="50" y="154"/>
                  </a:lnTo>
                  <a:lnTo>
                    <a:pt x="50" y="154"/>
                  </a:lnTo>
                  <a:lnTo>
                    <a:pt x="49" y="153"/>
                  </a:lnTo>
                  <a:lnTo>
                    <a:pt x="49" y="153"/>
                  </a:lnTo>
                  <a:lnTo>
                    <a:pt x="49" y="153"/>
                  </a:lnTo>
                  <a:lnTo>
                    <a:pt x="48" y="152"/>
                  </a:lnTo>
                  <a:lnTo>
                    <a:pt x="48" y="152"/>
                  </a:lnTo>
                  <a:lnTo>
                    <a:pt x="48" y="152"/>
                  </a:lnTo>
                  <a:lnTo>
                    <a:pt x="47" y="151"/>
                  </a:lnTo>
                  <a:lnTo>
                    <a:pt x="47" y="151"/>
                  </a:lnTo>
                  <a:lnTo>
                    <a:pt x="47" y="151"/>
                  </a:lnTo>
                  <a:lnTo>
                    <a:pt x="46" y="151"/>
                  </a:lnTo>
                  <a:lnTo>
                    <a:pt x="46" y="150"/>
                  </a:lnTo>
                  <a:lnTo>
                    <a:pt x="46" y="150"/>
                  </a:lnTo>
                  <a:lnTo>
                    <a:pt x="46" y="150"/>
                  </a:lnTo>
                  <a:lnTo>
                    <a:pt x="45" y="149"/>
                  </a:lnTo>
                  <a:lnTo>
                    <a:pt x="45" y="149"/>
                  </a:lnTo>
                  <a:lnTo>
                    <a:pt x="44" y="148"/>
                  </a:lnTo>
                  <a:lnTo>
                    <a:pt x="44" y="148"/>
                  </a:lnTo>
                  <a:lnTo>
                    <a:pt x="43" y="147"/>
                  </a:lnTo>
                  <a:lnTo>
                    <a:pt x="42" y="146"/>
                  </a:lnTo>
                  <a:lnTo>
                    <a:pt x="42" y="146"/>
                  </a:lnTo>
                  <a:lnTo>
                    <a:pt x="41" y="145"/>
                  </a:lnTo>
                  <a:lnTo>
                    <a:pt x="39" y="144"/>
                  </a:lnTo>
                  <a:lnTo>
                    <a:pt x="39" y="143"/>
                  </a:lnTo>
                  <a:lnTo>
                    <a:pt x="38" y="142"/>
                  </a:lnTo>
                  <a:lnTo>
                    <a:pt x="38" y="142"/>
                  </a:lnTo>
                  <a:lnTo>
                    <a:pt x="37" y="141"/>
                  </a:lnTo>
                  <a:lnTo>
                    <a:pt x="37" y="139"/>
                  </a:lnTo>
                  <a:lnTo>
                    <a:pt x="37" y="138"/>
                  </a:lnTo>
                  <a:lnTo>
                    <a:pt x="36" y="138"/>
                  </a:lnTo>
                  <a:lnTo>
                    <a:pt x="36" y="137"/>
                  </a:lnTo>
                  <a:lnTo>
                    <a:pt x="36" y="137"/>
                  </a:lnTo>
                  <a:lnTo>
                    <a:pt x="36" y="136"/>
                  </a:lnTo>
                  <a:lnTo>
                    <a:pt x="36" y="136"/>
                  </a:lnTo>
                  <a:lnTo>
                    <a:pt x="36" y="135"/>
                  </a:lnTo>
                  <a:lnTo>
                    <a:pt x="36" y="135"/>
                  </a:lnTo>
                  <a:lnTo>
                    <a:pt x="36" y="134"/>
                  </a:lnTo>
                  <a:lnTo>
                    <a:pt x="36" y="134"/>
                  </a:lnTo>
                  <a:lnTo>
                    <a:pt x="36" y="133"/>
                  </a:lnTo>
                  <a:lnTo>
                    <a:pt x="36" y="133"/>
                  </a:lnTo>
                  <a:lnTo>
                    <a:pt x="36" y="133"/>
                  </a:lnTo>
                  <a:lnTo>
                    <a:pt x="36" y="132"/>
                  </a:lnTo>
                  <a:lnTo>
                    <a:pt x="36" y="132"/>
                  </a:lnTo>
                  <a:lnTo>
                    <a:pt x="36" y="132"/>
                  </a:lnTo>
                  <a:lnTo>
                    <a:pt x="37" y="132"/>
                  </a:lnTo>
                  <a:lnTo>
                    <a:pt x="37" y="131"/>
                  </a:lnTo>
                  <a:lnTo>
                    <a:pt x="37" y="131"/>
                  </a:lnTo>
                  <a:lnTo>
                    <a:pt x="37" y="131"/>
                  </a:lnTo>
                  <a:lnTo>
                    <a:pt x="37" y="131"/>
                  </a:lnTo>
                  <a:lnTo>
                    <a:pt x="37" y="131"/>
                  </a:lnTo>
                  <a:lnTo>
                    <a:pt x="37" y="131"/>
                  </a:lnTo>
                  <a:lnTo>
                    <a:pt x="37" y="131"/>
                  </a:lnTo>
                  <a:lnTo>
                    <a:pt x="38" y="131"/>
                  </a:lnTo>
                  <a:lnTo>
                    <a:pt x="38" y="131"/>
                  </a:lnTo>
                  <a:lnTo>
                    <a:pt x="38" y="131"/>
                  </a:lnTo>
                  <a:lnTo>
                    <a:pt x="38" y="131"/>
                  </a:lnTo>
                  <a:lnTo>
                    <a:pt x="38" y="131"/>
                  </a:lnTo>
                  <a:lnTo>
                    <a:pt x="38" y="131"/>
                  </a:lnTo>
                  <a:lnTo>
                    <a:pt x="38" y="131"/>
                  </a:lnTo>
                  <a:lnTo>
                    <a:pt x="39" y="131"/>
                  </a:lnTo>
                  <a:lnTo>
                    <a:pt x="39" y="131"/>
                  </a:lnTo>
                  <a:lnTo>
                    <a:pt x="39" y="131"/>
                  </a:lnTo>
                  <a:lnTo>
                    <a:pt x="39" y="131"/>
                  </a:lnTo>
                  <a:lnTo>
                    <a:pt x="39" y="131"/>
                  </a:lnTo>
                  <a:lnTo>
                    <a:pt x="39" y="131"/>
                  </a:lnTo>
                  <a:lnTo>
                    <a:pt x="39" y="130"/>
                  </a:lnTo>
                  <a:lnTo>
                    <a:pt x="39" y="130"/>
                  </a:lnTo>
                  <a:lnTo>
                    <a:pt x="39" y="130"/>
                  </a:lnTo>
                  <a:lnTo>
                    <a:pt x="39" y="129"/>
                  </a:lnTo>
                  <a:lnTo>
                    <a:pt x="39" y="129"/>
                  </a:lnTo>
                  <a:lnTo>
                    <a:pt x="39" y="128"/>
                  </a:lnTo>
                  <a:lnTo>
                    <a:pt x="38" y="128"/>
                  </a:lnTo>
                  <a:lnTo>
                    <a:pt x="38" y="128"/>
                  </a:lnTo>
                  <a:lnTo>
                    <a:pt x="38" y="127"/>
                  </a:lnTo>
                  <a:lnTo>
                    <a:pt x="38" y="127"/>
                  </a:lnTo>
                  <a:lnTo>
                    <a:pt x="38" y="127"/>
                  </a:lnTo>
                  <a:lnTo>
                    <a:pt x="38" y="126"/>
                  </a:lnTo>
                  <a:lnTo>
                    <a:pt x="38" y="126"/>
                  </a:lnTo>
                  <a:lnTo>
                    <a:pt x="38" y="126"/>
                  </a:lnTo>
                  <a:lnTo>
                    <a:pt x="38" y="126"/>
                  </a:lnTo>
                  <a:lnTo>
                    <a:pt x="37" y="126"/>
                  </a:lnTo>
                  <a:lnTo>
                    <a:pt x="37" y="126"/>
                  </a:lnTo>
                  <a:lnTo>
                    <a:pt x="37" y="126"/>
                  </a:lnTo>
                  <a:lnTo>
                    <a:pt x="37" y="126"/>
                  </a:lnTo>
                  <a:lnTo>
                    <a:pt x="37" y="126"/>
                  </a:lnTo>
                  <a:lnTo>
                    <a:pt x="37" y="126"/>
                  </a:lnTo>
                  <a:lnTo>
                    <a:pt x="37" y="127"/>
                  </a:lnTo>
                  <a:lnTo>
                    <a:pt x="37" y="127"/>
                  </a:lnTo>
                  <a:lnTo>
                    <a:pt x="37" y="127"/>
                  </a:lnTo>
                  <a:lnTo>
                    <a:pt x="36" y="127"/>
                  </a:lnTo>
                  <a:lnTo>
                    <a:pt x="36" y="127"/>
                  </a:lnTo>
                  <a:lnTo>
                    <a:pt x="36" y="127"/>
                  </a:lnTo>
                  <a:lnTo>
                    <a:pt x="36" y="128"/>
                  </a:lnTo>
                  <a:lnTo>
                    <a:pt x="36" y="128"/>
                  </a:lnTo>
                  <a:lnTo>
                    <a:pt x="36" y="128"/>
                  </a:lnTo>
                  <a:lnTo>
                    <a:pt x="36" y="128"/>
                  </a:lnTo>
                  <a:lnTo>
                    <a:pt x="36" y="128"/>
                  </a:lnTo>
                  <a:lnTo>
                    <a:pt x="36" y="128"/>
                  </a:lnTo>
                  <a:lnTo>
                    <a:pt x="36" y="128"/>
                  </a:lnTo>
                  <a:lnTo>
                    <a:pt x="36" y="128"/>
                  </a:lnTo>
                  <a:lnTo>
                    <a:pt x="36" y="128"/>
                  </a:lnTo>
                  <a:lnTo>
                    <a:pt x="35" y="128"/>
                  </a:lnTo>
                  <a:lnTo>
                    <a:pt x="35" y="128"/>
                  </a:lnTo>
                  <a:lnTo>
                    <a:pt x="35" y="128"/>
                  </a:lnTo>
                  <a:lnTo>
                    <a:pt x="35" y="128"/>
                  </a:lnTo>
                  <a:lnTo>
                    <a:pt x="35" y="128"/>
                  </a:lnTo>
                  <a:lnTo>
                    <a:pt x="35" y="128"/>
                  </a:lnTo>
                  <a:lnTo>
                    <a:pt x="35" y="127"/>
                  </a:lnTo>
                  <a:lnTo>
                    <a:pt x="35" y="127"/>
                  </a:lnTo>
                  <a:lnTo>
                    <a:pt x="34" y="127"/>
                  </a:lnTo>
                  <a:lnTo>
                    <a:pt x="34" y="126"/>
                  </a:lnTo>
                  <a:lnTo>
                    <a:pt x="34" y="126"/>
                  </a:lnTo>
                  <a:lnTo>
                    <a:pt x="34" y="125"/>
                  </a:lnTo>
                  <a:lnTo>
                    <a:pt x="34" y="125"/>
                  </a:lnTo>
                  <a:lnTo>
                    <a:pt x="33" y="124"/>
                  </a:lnTo>
                  <a:lnTo>
                    <a:pt x="33" y="124"/>
                  </a:lnTo>
                  <a:lnTo>
                    <a:pt x="33" y="123"/>
                  </a:lnTo>
                  <a:lnTo>
                    <a:pt x="33" y="123"/>
                  </a:lnTo>
                  <a:lnTo>
                    <a:pt x="32" y="121"/>
                  </a:lnTo>
                  <a:lnTo>
                    <a:pt x="32" y="121"/>
                  </a:lnTo>
                  <a:lnTo>
                    <a:pt x="32" y="120"/>
                  </a:lnTo>
                  <a:lnTo>
                    <a:pt x="32" y="120"/>
                  </a:lnTo>
                  <a:lnTo>
                    <a:pt x="31" y="119"/>
                  </a:lnTo>
                  <a:lnTo>
                    <a:pt x="31" y="118"/>
                  </a:lnTo>
                  <a:lnTo>
                    <a:pt x="31" y="118"/>
                  </a:lnTo>
                  <a:lnTo>
                    <a:pt x="30" y="117"/>
                  </a:lnTo>
                  <a:lnTo>
                    <a:pt x="30" y="116"/>
                  </a:lnTo>
                  <a:lnTo>
                    <a:pt x="29" y="115"/>
                  </a:lnTo>
                  <a:lnTo>
                    <a:pt x="28" y="114"/>
                  </a:lnTo>
                  <a:lnTo>
                    <a:pt x="28" y="113"/>
                  </a:lnTo>
                  <a:lnTo>
                    <a:pt x="27" y="111"/>
                  </a:lnTo>
                  <a:lnTo>
                    <a:pt x="26" y="110"/>
                  </a:lnTo>
                  <a:lnTo>
                    <a:pt x="25" y="109"/>
                  </a:lnTo>
                  <a:lnTo>
                    <a:pt x="25" y="108"/>
                  </a:lnTo>
                  <a:lnTo>
                    <a:pt x="24" y="106"/>
                  </a:lnTo>
                  <a:lnTo>
                    <a:pt x="23" y="105"/>
                  </a:lnTo>
                  <a:lnTo>
                    <a:pt x="23" y="102"/>
                  </a:lnTo>
                  <a:lnTo>
                    <a:pt x="21" y="101"/>
                  </a:lnTo>
                  <a:lnTo>
                    <a:pt x="21" y="99"/>
                  </a:lnTo>
                  <a:lnTo>
                    <a:pt x="20" y="98"/>
                  </a:lnTo>
                  <a:lnTo>
                    <a:pt x="20" y="97"/>
                  </a:lnTo>
                  <a:lnTo>
                    <a:pt x="20" y="97"/>
                  </a:lnTo>
                  <a:lnTo>
                    <a:pt x="20" y="96"/>
                  </a:lnTo>
                  <a:lnTo>
                    <a:pt x="20" y="96"/>
                  </a:lnTo>
                  <a:lnTo>
                    <a:pt x="20" y="95"/>
                  </a:lnTo>
                  <a:lnTo>
                    <a:pt x="20" y="95"/>
                  </a:lnTo>
                  <a:lnTo>
                    <a:pt x="19" y="94"/>
                  </a:lnTo>
                  <a:lnTo>
                    <a:pt x="19" y="94"/>
                  </a:lnTo>
                  <a:lnTo>
                    <a:pt x="19" y="93"/>
                  </a:lnTo>
                  <a:lnTo>
                    <a:pt x="19" y="93"/>
                  </a:lnTo>
                  <a:lnTo>
                    <a:pt x="19" y="93"/>
                  </a:lnTo>
                  <a:lnTo>
                    <a:pt x="19" y="92"/>
                  </a:lnTo>
                  <a:lnTo>
                    <a:pt x="19" y="92"/>
                  </a:lnTo>
                  <a:lnTo>
                    <a:pt x="19" y="92"/>
                  </a:lnTo>
                  <a:lnTo>
                    <a:pt x="19" y="91"/>
                  </a:lnTo>
                  <a:lnTo>
                    <a:pt x="19" y="91"/>
                  </a:lnTo>
                  <a:lnTo>
                    <a:pt x="19" y="90"/>
                  </a:lnTo>
                  <a:lnTo>
                    <a:pt x="19" y="89"/>
                  </a:lnTo>
                  <a:lnTo>
                    <a:pt x="19" y="89"/>
                  </a:lnTo>
                  <a:lnTo>
                    <a:pt x="19" y="88"/>
                  </a:lnTo>
                  <a:lnTo>
                    <a:pt x="19" y="88"/>
                  </a:lnTo>
                  <a:lnTo>
                    <a:pt x="19" y="88"/>
                  </a:lnTo>
                  <a:lnTo>
                    <a:pt x="19" y="87"/>
                  </a:lnTo>
                  <a:lnTo>
                    <a:pt x="19" y="87"/>
                  </a:lnTo>
                  <a:lnTo>
                    <a:pt x="19" y="87"/>
                  </a:lnTo>
                  <a:lnTo>
                    <a:pt x="20" y="87"/>
                  </a:lnTo>
                  <a:lnTo>
                    <a:pt x="20" y="85"/>
                  </a:lnTo>
                  <a:lnTo>
                    <a:pt x="20" y="85"/>
                  </a:lnTo>
                  <a:lnTo>
                    <a:pt x="20" y="85"/>
                  </a:lnTo>
                  <a:lnTo>
                    <a:pt x="20" y="84"/>
                  </a:lnTo>
                  <a:lnTo>
                    <a:pt x="20" y="84"/>
                  </a:lnTo>
                  <a:lnTo>
                    <a:pt x="21" y="83"/>
                  </a:lnTo>
                  <a:lnTo>
                    <a:pt x="21" y="83"/>
                  </a:lnTo>
                  <a:lnTo>
                    <a:pt x="21" y="83"/>
                  </a:lnTo>
                  <a:lnTo>
                    <a:pt x="21" y="82"/>
                  </a:lnTo>
                  <a:lnTo>
                    <a:pt x="21" y="82"/>
                  </a:lnTo>
                  <a:lnTo>
                    <a:pt x="21" y="82"/>
                  </a:lnTo>
                  <a:lnTo>
                    <a:pt x="20" y="82"/>
                  </a:lnTo>
                  <a:lnTo>
                    <a:pt x="20" y="81"/>
                  </a:lnTo>
                  <a:lnTo>
                    <a:pt x="20" y="81"/>
                  </a:lnTo>
                  <a:lnTo>
                    <a:pt x="20" y="81"/>
                  </a:lnTo>
                  <a:lnTo>
                    <a:pt x="20" y="81"/>
                  </a:lnTo>
                  <a:lnTo>
                    <a:pt x="19" y="81"/>
                  </a:lnTo>
                  <a:lnTo>
                    <a:pt x="19" y="81"/>
                  </a:lnTo>
                  <a:lnTo>
                    <a:pt x="19" y="81"/>
                  </a:lnTo>
                  <a:lnTo>
                    <a:pt x="18" y="81"/>
                  </a:lnTo>
                  <a:lnTo>
                    <a:pt x="18" y="80"/>
                  </a:lnTo>
                  <a:lnTo>
                    <a:pt x="18" y="80"/>
                  </a:lnTo>
                  <a:lnTo>
                    <a:pt x="18" y="80"/>
                  </a:lnTo>
                  <a:lnTo>
                    <a:pt x="17" y="80"/>
                  </a:lnTo>
                  <a:lnTo>
                    <a:pt x="17" y="80"/>
                  </a:lnTo>
                  <a:lnTo>
                    <a:pt x="17" y="81"/>
                  </a:lnTo>
                  <a:lnTo>
                    <a:pt x="16" y="81"/>
                  </a:lnTo>
                  <a:lnTo>
                    <a:pt x="16" y="81"/>
                  </a:lnTo>
                  <a:lnTo>
                    <a:pt x="16" y="81"/>
                  </a:lnTo>
                  <a:lnTo>
                    <a:pt x="15" y="81"/>
                  </a:lnTo>
                  <a:lnTo>
                    <a:pt x="15" y="81"/>
                  </a:lnTo>
                  <a:lnTo>
                    <a:pt x="15" y="81"/>
                  </a:lnTo>
                  <a:lnTo>
                    <a:pt x="14" y="81"/>
                  </a:lnTo>
                  <a:lnTo>
                    <a:pt x="14" y="82"/>
                  </a:lnTo>
                  <a:lnTo>
                    <a:pt x="14" y="82"/>
                  </a:lnTo>
                  <a:lnTo>
                    <a:pt x="14" y="82"/>
                  </a:lnTo>
                  <a:lnTo>
                    <a:pt x="13" y="82"/>
                  </a:lnTo>
                  <a:lnTo>
                    <a:pt x="13" y="82"/>
                  </a:lnTo>
                  <a:lnTo>
                    <a:pt x="13" y="82"/>
                  </a:lnTo>
                  <a:lnTo>
                    <a:pt x="13" y="81"/>
                  </a:lnTo>
                  <a:lnTo>
                    <a:pt x="12" y="81"/>
                  </a:lnTo>
                  <a:lnTo>
                    <a:pt x="12" y="81"/>
                  </a:lnTo>
                  <a:lnTo>
                    <a:pt x="11" y="80"/>
                  </a:lnTo>
                  <a:lnTo>
                    <a:pt x="11" y="80"/>
                  </a:lnTo>
                  <a:lnTo>
                    <a:pt x="10" y="79"/>
                  </a:lnTo>
                  <a:lnTo>
                    <a:pt x="9" y="78"/>
                  </a:lnTo>
                  <a:lnTo>
                    <a:pt x="9" y="78"/>
                  </a:lnTo>
                  <a:lnTo>
                    <a:pt x="8" y="77"/>
                  </a:lnTo>
                  <a:lnTo>
                    <a:pt x="7" y="77"/>
                  </a:lnTo>
                  <a:lnTo>
                    <a:pt x="6" y="76"/>
                  </a:lnTo>
                  <a:lnTo>
                    <a:pt x="5" y="76"/>
                  </a:lnTo>
                  <a:lnTo>
                    <a:pt x="3" y="75"/>
                  </a:lnTo>
                  <a:lnTo>
                    <a:pt x="2" y="75"/>
                  </a:lnTo>
                  <a:lnTo>
                    <a:pt x="1" y="74"/>
                  </a:lnTo>
                  <a:lnTo>
                    <a:pt x="1" y="74"/>
                  </a:lnTo>
                  <a:lnTo>
                    <a:pt x="0" y="73"/>
                  </a:lnTo>
                  <a:lnTo>
                    <a:pt x="0" y="72"/>
                  </a:lnTo>
                  <a:lnTo>
                    <a:pt x="0" y="71"/>
                  </a:lnTo>
                  <a:lnTo>
                    <a:pt x="0" y="71"/>
                  </a:lnTo>
                  <a:lnTo>
                    <a:pt x="0" y="70"/>
                  </a:lnTo>
                  <a:lnTo>
                    <a:pt x="0" y="69"/>
                  </a:lnTo>
                  <a:lnTo>
                    <a:pt x="0" y="69"/>
                  </a:lnTo>
                  <a:lnTo>
                    <a:pt x="0" y="67"/>
                  </a:lnTo>
                  <a:lnTo>
                    <a:pt x="0" y="66"/>
                  </a:lnTo>
                  <a:lnTo>
                    <a:pt x="0" y="66"/>
                  </a:lnTo>
                  <a:lnTo>
                    <a:pt x="0" y="65"/>
                  </a:lnTo>
                  <a:lnTo>
                    <a:pt x="0" y="65"/>
                  </a:lnTo>
                  <a:lnTo>
                    <a:pt x="1" y="65"/>
                  </a:lnTo>
                  <a:lnTo>
                    <a:pt x="1" y="64"/>
                  </a:lnTo>
                  <a:lnTo>
                    <a:pt x="2" y="64"/>
                  </a:lnTo>
                  <a:lnTo>
                    <a:pt x="2" y="64"/>
                  </a:lnTo>
                  <a:lnTo>
                    <a:pt x="2" y="64"/>
                  </a:lnTo>
                  <a:lnTo>
                    <a:pt x="3" y="64"/>
                  </a:lnTo>
                  <a:lnTo>
                    <a:pt x="3" y="63"/>
                  </a:lnTo>
                  <a:lnTo>
                    <a:pt x="3" y="63"/>
                  </a:lnTo>
                  <a:lnTo>
                    <a:pt x="5" y="63"/>
                  </a:lnTo>
                  <a:lnTo>
                    <a:pt x="5" y="63"/>
                  </a:lnTo>
                  <a:lnTo>
                    <a:pt x="5" y="63"/>
                  </a:lnTo>
                  <a:lnTo>
                    <a:pt x="5" y="62"/>
                  </a:lnTo>
                  <a:lnTo>
                    <a:pt x="6" y="62"/>
                  </a:lnTo>
                  <a:lnTo>
                    <a:pt x="6" y="62"/>
                  </a:lnTo>
                  <a:lnTo>
                    <a:pt x="6" y="62"/>
                  </a:lnTo>
                  <a:lnTo>
                    <a:pt x="6" y="61"/>
                  </a:lnTo>
                  <a:lnTo>
                    <a:pt x="7" y="61"/>
                  </a:lnTo>
                  <a:lnTo>
                    <a:pt x="7" y="61"/>
                  </a:lnTo>
                  <a:lnTo>
                    <a:pt x="7" y="61"/>
                  </a:lnTo>
                  <a:lnTo>
                    <a:pt x="7" y="60"/>
                  </a:lnTo>
                  <a:lnTo>
                    <a:pt x="7" y="60"/>
                  </a:lnTo>
                  <a:lnTo>
                    <a:pt x="7" y="60"/>
                  </a:lnTo>
                  <a:lnTo>
                    <a:pt x="7" y="60"/>
                  </a:lnTo>
                  <a:lnTo>
                    <a:pt x="7" y="60"/>
                  </a:lnTo>
                  <a:lnTo>
                    <a:pt x="7" y="60"/>
                  </a:lnTo>
                  <a:lnTo>
                    <a:pt x="6" y="60"/>
                  </a:lnTo>
                  <a:lnTo>
                    <a:pt x="6" y="59"/>
                  </a:lnTo>
                  <a:lnTo>
                    <a:pt x="6" y="59"/>
                  </a:lnTo>
                  <a:lnTo>
                    <a:pt x="6" y="59"/>
                  </a:lnTo>
                  <a:lnTo>
                    <a:pt x="5" y="59"/>
                  </a:lnTo>
                  <a:lnTo>
                    <a:pt x="5" y="59"/>
                  </a:lnTo>
                  <a:lnTo>
                    <a:pt x="5" y="59"/>
                  </a:lnTo>
                  <a:lnTo>
                    <a:pt x="5" y="59"/>
                  </a:lnTo>
                  <a:lnTo>
                    <a:pt x="3" y="59"/>
                  </a:lnTo>
                  <a:lnTo>
                    <a:pt x="3" y="59"/>
                  </a:lnTo>
                  <a:lnTo>
                    <a:pt x="3" y="59"/>
                  </a:lnTo>
                  <a:lnTo>
                    <a:pt x="3" y="59"/>
                  </a:lnTo>
                  <a:lnTo>
                    <a:pt x="2" y="59"/>
                  </a:lnTo>
                  <a:lnTo>
                    <a:pt x="2" y="59"/>
                  </a:lnTo>
                  <a:lnTo>
                    <a:pt x="2" y="59"/>
                  </a:lnTo>
                  <a:lnTo>
                    <a:pt x="2" y="59"/>
                  </a:lnTo>
                  <a:lnTo>
                    <a:pt x="1" y="59"/>
                  </a:lnTo>
                  <a:lnTo>
                    <a:pt x="1" y="59"/>
                  </a:lnTo>
                  <a:lnTo>
                    <a:pt x="1" y="58"/>
                  </a:lnTo>
                  <a:lnTo>
                    <a:pt x="1" y="58"/>
                  </a:lnTo>
                  <a:lnTo>
                    <a:pt x="1" y="58"/>
                  </a:lnTo>
                  <a:lnTo>
                    <a:pt x="0" y="58"/>
                  </a:lnTo>
                  <a:lnTo>
                    <a:pt x="0" y="57"/>
                  </a:lnTo>
                  <a:lnTo>
                    <a:pt x="0" y="57"/>
                  </a:lnTo>
                  <a:lnTo>
                    <a:pt x="0" y="56"/>
                  </a:lnTo>
                  <a:lnTo>
                    <a:pt x="0" y="56"/>
                  </a:lnTo>
                  <a:lnTo>
                    <a:pt x="0" y="55"/>
                  </a:lnTo>
                  <a:lnTo>
                    <a:pt x="0" y="54"/>
                  </a:lnTo>
                  <a:lnTo>
                    <a:pt x="0" y="53"/>
                  </a:lnTo>
                  <a:lnTo>
                    <a:pt x="0" y="53"/>
                  </a:lnTo>
                  <a:lnTo>
                    <a:pt x="0" y="52"/>
                  </a:lnTo>
                  <a:lnTo>
                    <a:pt x="0" y="51"/>
                  </a:lnTo>
                  <a:lnTo>
                    <a:pt x="0" y="49"/>
                  </a:lnTo>
                  <a:lnTo>
                    <a:pt x="1" y="49"/>
                  </a:lnTo>
                  <a:lnTo>
                    <a:pt x="1" y="48"/>
                  </a:lnTo>
                  <a:lnTo>
                    <a:pt x="1" y="47"/>
                  </a:lnTo>
                  <a:lnTo>
                    <a:pt x="1" y="46"/>
                  </a:lnTo>
                  <a:lnTo>
                    <a:pt x="1" y="45"/>
                  </a:lnTo>
                  <a:lnTo>
                    <a:pt x="2" y="44"/>
                  </a:lnTo>
                  <a:lnTo>
                    <a:pt x="2" y="43"/>
                  </a:lnTo>
                  <a:lnTo>
                    <a:pt x="2" y="42"/>
                  </a:lnTo>
                  <a:lnTo>
                    <a:pt x="2" y="40"/>
                  </a:lnTo>
                  <a:lnTo>
                    <a:pt x="2" y="40"/>
                  </a:lnTo>
                  <a:lnTo>
                    <a:pt x="2" y="39"/>
                  </a:lnTo>
                  <a:lnTo>
                    <a:pt x="3" y="39"/>
                  </a:lnTo>
                  <a:lnTo>
                    <a:pt x="3" y="39"/>
                  </a:lnTo>
                  <a:lnTo>
                    <a:pt x="3" y="38"/>
                  </a:lnTo>
                  <a:lnTo>
                    <a:pt x="3" y="38"/>
                  </a:lnTo>
                  <a:lnTo>
                    <a:pt x="3" y="38"/>
                  </a:lnTo>
                  <a:lnTo>
                    <a:pt x="5" y="37"/>
                  </a:lnTo>
                  <a:lnTo>
                    <a:pt x="5" y="37"/>
                  </a:lnTo>
                  <a:lnTo>
                    <a:pt x="5" y="37"/>
                  </a:lnTo>
                  <a:lnTo>
                    <a:pt x="5" y="37"/>
                  </a:lnTo>
                  <a:lnTo>
                    <a:pt x="5" y="36"/>
                  </a:lnTo>
                  <a:lnTo>
                    <a:pt x="6" y="36"/>
                  </a:lnTo>
                  <a:lnTo>
                    <a:pt x="6" y="36"/>
                  </a:lnTo>
                  <a:lnTo>
                    <a:pt x="6" y="36"/>
                  </a:lnTo>
                  <a:lnTo>
                    <a:pt x="6" y="35"/>
                  </a:lnTo>
                  <a:lnTo>
                    <a:pt x="7" y="35"/>
                  </a:lnTo>
                  <a:lnTo>
                    <a:pt x="7" y="35"/>
                  </a:lnTo>
                  <a:lnTo>
                    <a:pt x="7" y="34"/>
                  </a:lnTo>
                  <a:lnTo>
                    <a:pt x="7" y="34"/>
                  </a:lnTo>
                  <a:lnTo>
                    <a:pt x="7" y="34"/>
                  </a:lnTo>
                  <a:lnTo>
                    <a:pt x="7" y="33"/>
                  </a:lnTo>
                  <a:lnTo>
                    <a:pt x="7" y="33"/>
                  </a:lnTo>
                  <a:lnTo>
                    <a:pt x="7" y="31"/>
                  </a:lnTo>
                  <a:lnTo>
                    <a:pt x="7" y="31"/>
                  </a:lnTo>
                  <a:lnTo>
                    <a:pt x="7" y="30"/>
                  </a:lnTo>
                  <a:lnTo>
                    <a:pt x="6" y="30"/>
                  </a:lnTo>
                  <a:lnTo>
                    <a:pt x="6" y="29"/>
                  </a:lnTo>
                  <a:lnTo>
                    <a:pt x="6" y="29"/>
                  </a:lnTo>
                  <a:lnTo>
                    <a:pt x="6" y="29"/>
                  </a:lnTo>
                  <a:lnTo>
                    <a:pt x="6" y="28"/>
                  </a:lnTo>
                  <a:lnTo>
                    <a:pt x="6" y="28"/>
                  </a:lnTo>
                  <a:lnTo>
                    <a:pt x="6" y="28"/>
                  </a:lnTo>
                  <a:lnTo>
                    <a:pt x="6" y="28"/>
                  </a:lnTo>
                  <a:lnTo>
                    <a:pt x="6" y="28"/>
                  </a:lnTo>
                  <a:lnTo>
                    <a:pt x="6" y="27"/>
                  </a:lnTo>
                  <a:lnTo>
                    <a:pt x="6" y="27"/>
                  </a:lnTo>
                  <a:lnTo>
                    <a:pt x="6" y="27"/>
                  </a:lnTo>
                  <a:lnTo>
                    <a:pt x="6" y="26"/>
                  </a:lnTo>
                  <a:lnTo>
                    <a:pt x="6" y="26"/>
                  </a:lnTo>
                  <a:lnTo>
                    <a:pt x="6" y="25"/>
                  </a:lnTo>
                  <a:lnTo>
                    <a:pt x="6" y="25"/>
                  </a:lnTo>
                  <a:lnTo>
                    <a:pt x="6" y="25"/>
                  </a:lnTo>
                  <a:lnTo>
                    <a:pt x="6" y="24"/>
                  </a:lnTo>
                  <a:lnTo>
                    <a:pt x="6" y="24"/>
                  </a:lnTo>
                  <a:lnTo>
                    <a:pt x="6" y="24"/>
                  </a:lnTo>
                  <a:lnTo>
                    <a:pt x="6" y="23"/>
                  </a:lnTo>
                  <a:lnTo>
                    <a:pt x="6" y="23"/>
                  </a:lnTo>
                  <a:lnTo>
                    <a:pt x="6" y="22"/>
                  </a:lnTo>
                  <a:lnTo>
                    <a:pt x="7" y="21"/>
                  </a:lnTo>
                  <a:lnTo>
                    <a:pt x="7" y="20"/>
                  </a:lnTo>
                  <a:lnTo>
                    <a:pt x="7" y="19"/>
                  </a:lnTo>
                  <a:lnTo>
                    <a:pt x="7" y="18"/>
                  </a:lnTo>
                  <a:lnTo>
                    <a:pt x="7" y="17"/>
                  </a:lnTo>
                  <a:lnTo>
                    <a:pt x="7" y="15"/>
                  </a:lnTo>
                  <a:lnTo>
                    <a:pt x="7" y="13"/>
                  </a:lnTo>
                  <a:lnTo>
                    <a:pt x="7" y="12"/>
                  </a:lnTo>
                  <a:lnTo>
                    <a:pt x="7" y="11"/>
                  </a:lnTo>
                  <a:lnTo>
                    <a:pt x="7" y="10"/>
                  </a:lnTo>
                  <a:lnTo>
                    <a:pt x="6" y="8"/>
                  </a:lnTo>
                  <a:lnTo>
                    <a:pt x="6" y="8"/>
                  </a:lnTo>
                  <a:lnTo>
                    <a:pt x="6" y="7"/>
                  </a:lnTo>
                  <a:lnTo>
                    <a:pt x="5" y="6"/>
                  </a:lnTo>
                  <a:lnTo>
                    <a:pt x="5" y="6"/>
                  </a:lnTo>
                  <a:lnTo>
                    <a:pt x="5" y="5"/>
                  </a:lnTo>
                  <a:lnTo>
                    <a:pt x="5" y="5"/>
                  </a:lnTo>
                  <a:lnTo>
                    <a:pt x="5" y="5"/>
                  </a:lnTo>
                  <a:lnTo>
                    <a:pt x="5" y="5"/>
                  </a:lnTo>
                  <a:lnTo>
                    <a:pt x="5" y="5"/>
                  </a:lnTo>
                  <a:lnTo>
                    <a:pt x="5" y="4"/>
                  </a:lnTo>
                  <a:lnTo>
                    <a:pt x="5" y="4"/>
                  </a:lnTo>
                  <a:lnTo>
                    <a:pt x="5" y="4"/>
                  </a:lnTo>
                  <a:lnTo>
                    <a:pt x="5" y="4"/>
                  </a:lnTo>
                  <a:lnTo>
                    <a:pt x="5" y="3"/>
                  </a:lnTo>
                  <a:lnTo>
                    <a:pt x="6" y="3"/>
                  </a:lnTo>
                  <a:lnTo>
                    <a:pt x="6" y="3"/>
                  </a:lnTo>
                  <a:lnTo>
                    <a:pt x="6" y="3"/>
                  </a:lnTo>
                  <a:lnTo>
                    <a:pt x="6" y="3"/>
                  </a:lnTo>
                  <a:lnTo>
                    <a:pt x="6" y="2"/>
                  </a:lnTo>
                  <a:lnTo>
                    <a:pt x="7" y="2"/>
                  </a:lnTo>
                  <a:lnTo>
                    <a:pt x="7" y="2"/>
                  </a:lnTo>
                  <a:lnTo>
                    <a:pt x="7" y="2"/>
                  </a:lnTo>
                  <a:lnTo>
                    <a:pt x="7" y="2"/>
                  </a:lnTo>
                  <a:lnTo>
                    <a:pt x="7" y="1"/>
                  </a:lnTo>
                  <a:lnTo>
                    <a:pt x="7" y="1"/>
                  </a:lnTo>
                  <a:lnTo>
                    <a:pt x="7" y="1"/>
                  </a:lnTo>
                  <a:lnTo>
                    <a:pt x="7" y="1"/>
                  </a:lnTo>
                  <a:lnTo>
                    <a:pt x="7" y="1"/>
                  </a:lnTo>
                  <a:lnTo>
                    <a:pt x="7" y="0"/>
                  </a:lnTo>
                  <a:lnTo>
                    <a:pt x="7" y="0"/>
                  </a:lnTo>
                  <a:lnTo>
                    <a:pt x="7" y="0"/>
                  </a:lnTo>
                  <a:lnTo>
                    <a:pt x="7" y="0"/>
                  </a:lnTo>
                  <a:lnTo>
                    <a:pt x="211" y="0"/>
                  </a:lnTo>
                  <a:lnTo>
                    <a:pt x="211" y="0"/>
                  </a:lnTo>
                  <a:lnTo>
                    <a:pt x="211" y="0"/>
                  </a:lnTo>
                  <a:lnTo>
                    <a:pt x="2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40" name="Freeform 683"/>
            <p:cNvSpPr/>
            <p:nvPr/>
          </p:nvSpPr>
          <p:spPr bwMode="auto">
            <a:xfrm>
              <a:off x="8901113" y="4700588"/>
              <a:ext cx="6350" cy="3175"/>
            </a:xfrm>
            <a:custGeom>
              <a:avLst/>
              <a:gdLst>
                <a:gd name="T0" fmla="*/ 14 w 14"/>
                <a:gd name="T1" fmla="*/ 0 h 7"/>
                <a:gd name="T2" fmla="*/ 14 w 14"/>
                <a:gd name="T3" fmla="*/ 0 h 7"/>
                <a:gd name="T4" fmla="*/ 13 w 14"/>
                <a:gd name="T5" fmla="*/ 1 h 7"/>
                <a:gd name="T6" fmla="*/ 13 w 14"/>
                <a:gd name="T7" fmla="*/ 1 h 7"/>
                <a:gd name="T8" fmla="*/ 13 w 14"/>
                <a:gd name="T9" fmla="*/ 2 h 7"/>
                <a:gd name="T10" fmla="*/ 13 w 14"/>
                <a:gd name="T11" fmla="*/ 2 h 7"/>
                <a:gd name="T12" fmla="*/ 12 w 14"/>
                <a:gd name="T13" fmla="*/ 2 h 7"/>
                <a:gd name="T14" fmla="*/ 12 w 14"/>
                <a:gd name="T15" fmla="*/ 3 h 7"/>
                <a:gd name="T16" fmla="*/ 12 w 14"/>
                <a:gd name="T17" fmla="*/ 3 h 7"/>
                <a:gd name="T18" fmla="*/ 12 w 14"/>
                <a:gd name="T19" fmla="*/ 4 h 7"/>
                <a:gd name="T20" fmla="*/ 12 w 14"/>
                <a:gd name="T21" fmla="*/ 4 h 7"/>
                <a:gd name="T22" fmla="*/ 12 w 14"/>
                <a:gd name="T23" fmla="*/ 4 h 7"/>
                <a:gd name="T24" fmla="*/ 12 w 14"/>
                <a:gd name="T25" fmla="*/ 5 h 7"/>
                <a:gd name="T26" fmla="*/ 12 w 14"/>
                <a:gd name="T27" fmla="*/ 5 h 7"/>
                <a:gd name="T28" fmla="*/ 12 w 14"/>
                <a:gd name="T29" fmla="*/ 5 h 7"/>
                <a:gd name="T30" fmla="*/ 12 w 14"/>
                <a:gd name="T31" fmla="*/ 5 h 7"/>
                <a:gd name="T32" fmla="*/ 11 w 14"/>
                <a:gd name="T33" fmla="*/ 5 h 7"/>
                <a:gd name="T34" fmla="*/ 11 w 14"/>
                <a:gd name="T35" fmla="*/ 6 h 7"/>
                <a:gd name="T36" fmla="*/ 11 w 14"/>
                <a:gd name="T37" fmla="*/ 6 h 7"/>
                <a:gd name="T38" fmla="*/ 11 w 14"/>
                <a:gd name="T39" fmla="*/ 6 h 7"/>
                <a:gd name="T40" fmla="*/ 11 w 14"/>
                <a:gd name="T41" fmla="*/ 6 h 7"/>
                <a:gd name="T42" fmla="*/ 10 w 14"/>
                <a:gd name="T43" fmla="*/ 6 h 7"/>
                <a:gd name="T44" fmla="*/ 10 w 14"/>
                <a:gd name="T45" fmla="*/ 6 h 7"/>
                <a:gd name="T46" fmla="*/ 10 w 14"/>
                <a:gd name="T47" fmla="*/ 6 h 7"/>
                <a:gd name="T48" fmla="*/ 9 w 14"/>
                <a:gd name="T49" fmla="*/ 7 h 7"/>
                <a:gd name="T50" fmla="*/ 9 w 14"/>
                <a:gd name="T51" fmla="*/ 7 h 7"/>
                <a:gd name="T52" fmla="*/ 9 w 14"/>
                <a:gd name="T53" fmla="*/ 7 h 7"/>
                <a:gd name="T54" fmla="*/ 8 w 14"/>
                <a:gd name="T55" fmla="*/ 7 h 7"/>
                <a:gd name="T56" fmla="*/ 8 w 14"/>
                <a:gd name="T57" fmla="*/ 6 h 7"/>
                <a:gd name="T58" fmla="*/ 7 w 14"/>
                <a:gd name="T59" fmla="*/ 6 h 7"/>
                <a:gd name="T60" fmla="*/ 7 w 14"/>
                <a:gd name="T61" fmla="*/ 6 h 7"/>
                <a:gd name="T62" fmla="*/ 7 w 14"/>
                <a:gd name="T63" fmla="*/ 6 h 7"/>
                <a:gd name="T64" fmla="*/ 6 w 14"/>
                <a:gd name="T65" fmla="*/ 6 h 7"/>
                <a:gd name="T66" fmla="*/ 6 w 14"/>
                <a:gd name="T67" fmla="*/ 6 h 7"/>
                <a:gd name="T68" fmla="*/ 5 w 14"/>
                <a:gd name="T69" fmla="*/ 6 h 7"/>
                <a:gd name="T70" fmla="*/ 5 w 14"/>
                <a:gd name="T71" fmla="*/ 5 h 7"/>
                <a:gd name="T72" fmla="*/ 5 w 14"/>
                <a:gd name="T73" fmla="*/ 5 h 7"/>
                <a:gd name="T74" fmla="*/ 5 w 14"/>
                <a:gd name="T75" fmla="*/ 5 h 7"/>
                <a:gd name="T76" fmla="*/ 4 w 14"/>
                <a:gd name="T77" fmla="*/ 5 h 7"/>
                <a:gd name="T78" fmla="*/ 4 w 14"/>
                <a:gd name="T79" fmla="*/ 4 h 7"/>
                <a:gd name="T80" fmla="*/ 3 w 14"/>
                <a:gd name="T81" fmla="*/ 4 h 7"/>
                <a:gd name="T82" fmla="*/ 3 w 14"/>
                <a:gd name="T83" fmla="*/ 4 h 7"/>
                <a:gd name="T84" fmla="*/ 3 w 14"/>
                <a:gd name="T85" fmla="*/ 4 h 7"/>
                <a:gd name="T86" fmla="*/ 2 w 14"/>
                <a:gd name="T87" fmla="*/ 3 h 7"/>
                <a:gd name="T88" fmla="*/ 2 w 14"/>
                <a:gd name="T89" fmla="*/ 3 h 7"/>
                <a:gd name="T90" fmla="*/ 2 w 14"/>
                <a:gd name="T91" fmla="*/ 3 h 7"/>
                <a:gd name="T92" fmla="*/ 0 w 14"/>
                <a:gd name="T93" fmla="*/ 3 h 7"/>
                <a:gd name="T94" fmla="*/ 0 w 14"/>
                <a:gd name="T95" fmla="*/ 2 h 7"/>
                <a:gd name="T96" fmla="*/ 0 w 14"/>
                <a:gd name="T97" fmla="*/ 2 h 7"/>
                <a:gd name="T98" fmla="*/ 0 w 14"/>
                <a:gd name="T99" fmla="*/ 2 h 7"/>
                <a:gd name="T100" fmla="*/ 0 w 14"/>
                <a:gd name="T101" fmla="*/ 1 h 7"/>
                <a:gd name="T102" fmla="*/ 0 w 14"/>
                <a:gd name="T103" fmla="*/ 1 h 7"/>
                <a:gd name="T104" fmla="*/ 0 w 14"/>
                <a:gd name="T105" fmla="*/ 1 h 7"/>
                <a:gd name="T106" fmla="*/ 0 w 14"/>
                <a:gd name="T107" fmla="*/ 0 h 7"/>
                <a:gd name="T108" fmla="*/ 0 w 14"/>
                <a:gd name="T109" fmla="*/ 0 h 7"/>
                <a:gd name="T110" fmla="*/ 0 w 14"/>
                <a:gd name="T111" fmla="*/ 0 h 7"/>
                <a:gd name="T112" fmla="*/ 0 w 14"/>
                <a:gd name="T113" fmla="*/ 0 h 7"/>
                <a:gd name="T114" fmla="*/ 14 w 14"/>
                <a:gd name="T115" fmla="*/ 0 h 7"/>
                <a:gd name="T116" fmla="*/ 14 w 14"/>
                <a:gd name="T117" fmla="*/ 0 h 7"/>
                <a:gd name="T118" fmla="*/ 14 w 14"/>
                <a:gd name="T119" fmla="*/ 0 h 7"/>
                <a:gd name="T120" fmla="*/ 14 w 14"/>
                <a:gd name="T12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 h="7">
                  <a:moveTo>
                    <a:pt x="14" y="0"/>
                  </a:moveTo>
                  <a:lnTo>
                    <a:pt x="14" y="0"/>
                  </a:lnTo>
                  <a:lnTo>
                    <a:pt x="13" y="1"/>
                  </a:lnTo>
                  <a:lnTo>
                    <a:pt x="13" y="1"/>
                  </a:lnTo>
                  <a:lnTo>
                    <a:pt x="13" y="2"/>
                  </a:lnTo>
                  <a:lnTo>
                    <a:pt x="13" y="2"/>
                  </a:lnTo>
                  <a:lnTo>
                    <a:pt x="12" y="2"/>
                  </a:lnTo>
                  <a:lnTo>
                    <a:pt x="12" y="3"/>
                  </a:lnTo>
                  <a:lnTo>
                    <a:pt x="12" y="3"/>
                  </a:lnTo>
                  <a:lnTo>
                    <a:pt x="12" y="4"/>
                  </a:lnTo>
                  <a:lnTo>
                    <a:pt x="12" y="4"/>
                  </a:lnTo>
                  <a:lnTo>
                    <a:pt x="12" y="4"/>
                  </a:lnTo>
                  <a:lnTo>
                    <a:pt x="12" y="5"/>
                  </a:lnTo>
                  <a:lnTo>
                    <a:pt x="12" y="5"/>
                  </a:lnTo>
                  <a:lnTo>
                    <a:pt x="12" y="5"/>
                  </a:lnTo>
                  <a:lnTo>
                    <a:pt x="12" y="5"/>
                  </a:lnTo>
                  <a:lnTo>
                    <a:pt x="11" y="5"/>
                  </a:lnTo>
                  <a:lnTo>
                    <a:pt x="11" y="6"/>
                  </a:lnTo>
                  <a:lnTo>
                    <a:pt x="11" y="6"/>
                  </a:lnTo>
                  <a:lnTo>
                    <a:pt x="11" y="6"/>
                  </a:lnTo>
                  <a:lnTo>
                    <a:pt x="11" y="6"/>
                  </a:lnTo>
                  <a:lnTo>
                    <a:pt x="10" y="6"/>
                  </a:lnTo>
                  <a:lnTo>
                    <a:pt x="10" y="6"/>
                  </a:lnTo>
                  <a:lnTo>
                    <a:pt x="10" y="6"/>
                  </a:lnTo>
                  <a:lnTo>
                    <a:pt x="9" y="7"/>
                  </a:lnTo>
                  <a:lnTo>
                    <a:pt x="9" y="7"/>
                  </a:lnTo>
                  <a:lnTo>
                    <a:pt x="9" y="7"/>
                  </a:lnTo>
                  <a:lnTo>
                    <a:pt x="8" y="7"/>
                  </a:lnTo>
                  <a:lnTo>
                    <a:pt x="8" y="6"/>
                  </a:lnTo>
                  <a:lnTo>
                    <a:pt x="7" y="6"/>
                  </a:lnTo>
                  <a:lnTo>
                    <a:pt x="7" y="6"/>
                  </a:lnTo>
                  <a:lnTo>
                    <a:pt x="7" y="6"/>
                  </a:lnTo>
                  <a:lnTo>
                    <a:pt x="6" y="6"/>
                  </a:lnTo>
                  <a:lnTo>
                    <a:pt x="6" y="6"/>
                  </a:lnTo>
                  <a:lnTo>
                    <a:pt x="5" y="6"/>
                  </a:lnTo>
                  <a:lnTo>
                    <a:pt x="5" y="5"/>
                  </a:lnTo>
                  <a:lnTo>
                    <a:pt x="5" y="5"/>
                  </a:lnTo>
                  <a:lnTo>
                    <a:pt x="5" y="5"/>
                  </a:lnTo>
                  <a:lnTo>
                    <a:pt x="4" y="5"/>
                  </a:lnTo>
                  <a:lnTo>
                    <a:pt x="4" y="4"/>
                  </a:lnTo>
                  <a:lnTo>
                    <a:pt x="3" y="4"/>
                  </a:lnTo>
                  <a:lnTo>
                    <a:pt x="3" y="4"/>
                  </a:lnTo>
                  <a:lnTo>
                    <a:pt x="3" y="4"/>
                  </a:lnTo>
                  <a:lnTo>
                    <a:pt x="2" y="3"/>
                  </a:lnTo>
                  <a:lnTo>
                    <a:pt x="2" y="3"/>
                  </a:lnTo>
                  <a:lnTo>
                    <a:pt x="2" y="3"/>
                  </a:lnTo>
                  <a:lnTo>
                    <a:pt x="0" y="3"/>
                  </a:lnTo>
                  <a:lnTo>
                    <a:pt x="0" y="2"/>
                  </a:lnTo>
                  <a:lnTo>
                    <a:pt x="0" y="2"/>
                  </a:lnTo>
                  <a:lnTo>
                    <a:pt x="0" y="2"/>
                  </a:lnTo>
                  <a:lnTo>
                    <a:pt x="0" y="1"/>
                  </a:lnTo>
                  <a:lnTo>
                    <a:pt x="0" y="1"/>
                  </a:lnTo>
                  <a:lnTo>
                    <a:pt x="0" y="1"/>
                  </a:lnTo>
                  <a:lnTo>
                    <a:pt x="0" y="0"/>
                  </a:lnTo>
                  <a:lnTo>
                    <a:pt x="0" y="0"/>
                  </a:lnTo>
                  <a:lnTo>
                    <a:pt x="0" y="0"/>
                  </a:lnTo>
                  <a:lnTo>
                    <a:pt x="0" y="0"/>
                  </a:lnTo>
                  <a:lnTo>
                    <a:pt x="14" y="0"/>
                  </a:lnTo>
                  <a:lnTo>
                    <a:pt x="14" y="0"/>
                  </a:lnTo>
                  <a:lnTo>
                    <a:pt x="14" y="0"/>
                  </a:lnTo>
                  <a:lnTo>
                    <a:pt x="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41" name="Freeform 684"/>
            <p:cNvSpPr/>
            <p:nvPr/>
          </p:nvSpPr>
          <p:spPr bwMode="auto">
            <a:xfrm>
              <a:off x="8893175" y="4730750"/>
              <a:ext cx="3175" cy="1588"/>
            </a:xfrm>
            <a:custGeom>
              <a:avLst/>
              <a:gdLst>
                <a:gd name="T0" fmla="*/ 1 w 5"/>
                <a:gd name="T1" fmla="*/ 1 h 5"/>
                <a:gd name="T2" fmla="*/ 1 w 5"/>
                <a:gd name="T3" fmla="*/ 1 h 5"/>
                <a:gd name="T4" fmla="*/ 1 w 5"/>
                <a:gd name="T5" fmla="*/ 0 h 5"/>
                <a:gd name="T6" fmla="*/ 2 w 5"/>
                <a:gd name="T7" fmla="*/ 0 h 5"/>
                <a:gd name="T8" fmla="*/ 2 w 5"/>
                <a:gd name="T9" fmla="*/ 0 h 5"/>
                <a:gd name="T10" fmla="*/ 3 w 5"/>
                <a:gd name="T11" fmla="*/ 0 h 5"/>
                <a:gd name="T12" fmla="*/ 3 w 5"/>
                <a:gd name="T13" fmla="*/ 0 h 5"/>
                <a:gd name="T14" fmla="*/ 4 w 5"/>
                <a:gd name="T15" fmla="*/ 0 h 5"/>
                <a:gd name="T16" fmla="*/ 4 w 5"/>
                <a:gd name="T17" fmla="*/ 0 h 5"/>
                <a:gd name="T18" fmla="*/ 4 w 5"/>
                <a:gd name="T19" fmla="*/ 0 h 5"/>
                <a:gd name="T20" fmla="*/ 4 w 5"/>
                <a:gd name="T21" fmla="*/ 0 h 5"/>
                <a:gd name="T22" fmla="*/ 5 w 5"/>
                <a:gd name="T23" fmla="*/ 0 h 5"/>
                <a:gd name="T24" fmla="*/ 5 w 5"/>
                <a:gd name="T25" fmla="*/ 1 h 5"/>
                <a:gd name="T26" fmla="*/ 5 w 5"/>
                <a:gd name="T27" fmla="*/ 1 h 5"/>
                <a:gd name="T28" fmla="*/ 5 w 5"/>
                <a:gd name="T29" fmla="*/ 2 h 5"/>
                <a:gd name="T30" fmla="*/ 5 w 5"/>
                <a:gd name="T31" fmla="*/ 2 h 5"/>
                <a:gd name="T32" fmla="*/ 5 w 5"/>
                <a:gd name="T33" fmla="*/ 2 h 5"/>
                <a:gd name="T34" fmla="*/ 5 w 5"/>
                <a:gd name="T35" fmla="*/ 3 h 5"/>
                <a:gd name="T36" fmla="*/ 5 w 5"/>
                <a:gd name="T37" fmla="*/ 3 h 5"/>
                <a:gd name="T38" fmla="*/ 4 w 5"/>
                <a:gd name="T39" fmla="*/ 3 h 5"/>
                <a:gd name="T40" fmla="*/ 4 w 5"/>
                <a:gd name="T41" fmla="*/ 3 h 5"/>
                <a:gd name="T42" fmla="*/ 4 w 5"/>
                <a:gd name="T43" fmla="*/ 4 h 5"/>
                <a:gd name="T44" fmla="*/ 4 w 5"/>
                <a:gd name="T45" fmla="*/ 4 h 5"/>
                <a:gd name="T46" fmla="*/ 3 w 5"/>
                <a:gd name="T47" fmla="*/ 4 h 5"/>
                <a:gd name="T48" fmla="*/ 3 w 5"/>
                <a:gd name="T49" fmla="*/ 4 h 5"/>
                <a:gd name="T50" fmla="*/ 3 w 5"/>
                <a:gd name="T51" fmla="*/ 5 h 5"/>
                <a:gd name="T52" fmla="*/ 2 w 5"/>
                <a:gd name="T53" fmla="*/ 5 h 5"/>
                <a:gd name="T54" fmla="*/ 2 w 5"/>
                <a:gd name="T55" fmla="*/ 5 h 5"/>
                <a:gd name="T56" fmla="*/ 2 w 5"/>
                <a:gd name="T57" fmla="*/ 5 h 5"/>
                <a:gd name="T58" fmla="*/ 2 w 5"/>
                <a:gd name="T59" fmla="*/ 4 h 5"/>
                <a:gd name="T60" fmla="*/ 2 w 5"/>
                <a:gd name="T61" fmla="*/ 4 h 5"/>
                <a:gd name="T62" fmla="*/ 2 w 5"/>
                <a:gd name="T63" fmla="*/ 4 h 5"/>
                <a:gd name="T64" fmla="*/ 2 w 5"/>
                <a:gd name="T65" fmla="*/ 4 h 5"/>
                <a:gd name="T66" fmla="*/ 2 w 5"/>
                <a:gd name="T67" fmla="*/ 3 h 5"/>
                <a:gd name="T68" fmla="*/ 2 w 5"/>
                <a:gd name="T69" fmla="*/ 3 h 5"/>
                <a:gd name="T70" fmla="*/ 1 w 5"/>
                <a:gd name="T71" fmla="*/ 3 h 5"/>
                <a:gd name="T72" fmla="*/ 1 w 5"/>
                <a:gd name="T73" fmla="*/ 3 h 5"/>
                <a:gd name="T74" fmla="*/ 1 w 5"/>
                <a:gd name="T75" fmla="*/ 3 h 5"/>
                <a:gd name="T76" fmla="*/ 1 w 5"/>
                <a:gd name="T77" fmla="*/ 2 h 5"/>
                <a:gd name="T78" fmla="*/ 0 w 5"/>
                <a:gd name="T79" fmla="*/ 2 h 5"/>
                <a:gd name="T80" fmla="*/ 0 w 5"/>
                <a:gd name="T81" fmla="*/ 2 h 5"/>
                <a:gd name="T82" fmla="*/ 0 w 5"/>
                <a:gd name="T83" fmla="*/ 2 h 5"/>
                <a:gd name="T84" fmla="*/ 0 w 5"/>
                <a:gd name="T85" fmla="*/ 2 h 5"/>
                <a:gd name="T86" fmla="*/ 0 w 5"/>
                <a:gd name="T87" fmla="*/ 2 h 5"/>
                <a:gd name="T88" fmla="*/ 0 w 5"/>
                <a:gd name="T89" fmla="*/ 1 h 5"/>
                <a:gd name="T90" fmla="*/ 0 w 5"/>
                <a:gd name="T91" fmla="*/ 1 h 5"/>
                <a:gd name="T92" fmla="*/ 0 w 5"/>
                <a:gd name="T93" fmla="*/ 1 h 5"/>
                <a:gd name="T94" fmla="*/ 1 w 5"/>
                <a:gd name="T95" fmla="*/ 1 h 5"/>
                <a:gd name="T96" fmla="*/ 1 w 5"/>
                <a:gd name="T97" fmla="*/ 1 h 5"/>
                <a:gd name="T98" fmla="*/ 1 w 5"/>
                <a:gd name="T99"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 h="5">
                  <a:moveTo>
                    <a:pt x="1" y="1"/>
                  </a:moveTo>
                  <a:lnTo>
                    <a:pt x="1" y="1"/>
                  </a:lnTo>
                  <a:lnTo>
                    <a:pt x="1" y="1"/>
                  </a:lnTo>
                  <a:lnTo>
                    <a:pt x="1" y="1"/>
                  </a:lnTo>
                  <a:lnTo>
                    <a:pt x="1" y="1"/>
                  </a:lnTo>
                  <a:lnTo>
                    <a:pt x="1" y="0"/>
                  </a:lnTo>
                  <a:lnTo>
                    <a:pt x="1" y="0"/>
                  </a:lnTo>
                  <a:lnTo>
                    <a:pt x="2" y="0"/>
                  </a:lnTo>
                  <a:lnTo>
                    <a:pt x="2" y="0"/>
                  </a:lnTo>
                  <a:lnTo>
                    <a:pt x="2" y="0"/>
                  </a:lnTo>
                  <a:lnTo>
                    <a:pt x="2" y="0"/>
                  </a:lnTo>
                  <a:lnTo>
                    <a:pt x="3" y="0"/>
                  </a:lnTo>
                  <a:lnTo>
                    <a:pt x="3" y="0"/>
                  </a:lnTo>
                  <a:lnTo>
                    <a:pt x="3" y="0"/>
                  </a:lnTo>
                  <a:lnTo>
                    <a:pt x="3" y="0"/>
                  </a:lnTo>
                  <a:lnTo>
                    <a:pt x="4" y="0"/>
                  </a:lnTo>
                  <a:lnTo>
                    <a:pt x="4" y="0"/>
                  </a:lnTo>
                  <a:lnTo>
                    <a:pt x="4" y="0"/>
                  </a:lnTo>
                  <a:lnTo>
                    <a:pt x="4" y="0"/>
                  </a:lnTo>
                  <a:lnTo>
                    <a:pt x="4" y="0"/>
                  </a:lnTo>
                  <a:lnTo>
                    <a:pt x="4" y="0"/>
                  </a:lnTo>
                  <a:lnTo>
                    <a:pt x="4" y="0"/>
                  </a:lnTo>
                  <a:lnTo>
                    <a:pt x="5" y="0"/>
                  </a:lnTo>
                  <a:lnTo>
                    <a:pt x="5" y="0"/>
                  </a:lnTo>
                  <a:lnTo>
                    <a:pt x="5" y="0"/>
                  </a:lnTo>
                  <a:lnTo>
                    <a:pt x="5" y="1"/>
                  </a:lnTo>
                  <a:lnTo>
                    <a:pt x="5" y="1"/>
                  </a:lnTo>
                  <a:lnTo>
                    <a:pt x="5" y="1"/>
                  </a:lnTo>
                  <a:lnTo>
                    <a:pt x="5" y="1"/>
                  </a:lnTo>
                  <a:lnTo>
                    <a:pt x="5" y="2"/>
                  </a:lnTo>
                  <a:lnTo>
                    <a:pt x="5" y="2"/>
                  </a:lnTo>
                  <a:lnTo>
                    <a:pt x="5" y="2"/>
                  </a:lnTo>
                  <a:lnTo>
                    <a:pt x="5" y="2"/>
                  </a:lnTo>
                  <a:lnTo>
                    <a:pt x="5" y="2"/>
                  </a:lnTo>
                  <a:lnTo>
                    <a:pt x="5" y="3"/>
                  </a:lnTo>
                  <a:lnTo>
                    <a:pt x="5" y="3"/>
                  </a:lnTo>
                  <a:lnTo>
                    <a:pt x="5" y="3"/>
                  </a:lnTo>
                  <a:lnTo>
                    <a:pt x="5" y="3"/>
                  </a:lnTo>
                  <a:lnTo>
                    <a:pt x="4" y="3"/>
                  </a:lnTo>
                  <a:lnTo>
                    <a:pt x="4" y="3"/>
                  </a:lnTo>
                  <a:lnTo>
                    <a:pt x="4" y="3"/>
                  </a:lnTo>
                  <a:lnTo>
                    <a:pt x="4" y="3"/>
                  </a:lnTo>
                  <a:lnTo>
                    <a:pt x="4" y="3"/>
                  </a:lnTo>
                  <a:lnTo>
                    <a:pt x="4" y="4"/>
                  </a:lnTo>
                  <a:lnTo>
                    <a:pt x="4" y="4"/>
                  </a:lnTo>
                  <a:lnTo>
                    <a:pt x="4" y="4"/>
                  </a:lnTo>
                  <a:lnTo>
                    <a:pt x="3" y="4"/>
                  </a:lnTo>
                  <a:lnTo>
                    <a:pt x="3" y="4"/>
                  </a:lnTo>
                  <a:lnTo>
                    <a:pt x="3" y="4"/>
                  </a:lnTo>
                  <a:lnTo>
                    <a:pt x="3" y="4"/>
                  </a:lnTo>
                  <a:lnTo>
                    <a:pt x="3" y="4"/>
                  </a:lnTo>
                  <a:lnTo>
                    <a:pt x="3" y="5"/>
                  </a:lnTo>
                  <a:lnTo>
                    <a:pt x="2" y="5"/>
                  </a:lnTo>
                  <a:lnTo>
                    <a:pt x="2" y="5"/>
                  </a:lnTo>
                  <a:lnTo>
                    <a:pt x="2" y="5"/>
                  </a:lnTo>
                  <a:lnTo>
                    <a:pt x="2" y="5"/>
                  </a:lnTo>
                  <a:lnTo>
                    <a:pt x="2" y="5"/>
                  </a:lnTo>
                  <a:lnTo>
                    <a:pt x="2" y="5"/>
                  </a:lnTo>
                  <a:lnTo>
                    <a:pt x="2" y="4"/>
                  </a:lnTo>
                  <a:lnTo>
                    <a:pt x="2" y="4"/>
                  </a:lnTo>
                  <a:lnTo>
                    <a:pt x="2" y="4"/>
                  </a:lnTo>
                  <a:lnTo>
                    <a:pt x="2" y="4"/>
                  </a:lnTo>
                  <a:lnTo>
                    <a:pt x="2" y="4"/>
                  </a:lnTo>
                  <a:lnTo>
                    <a:pt x="2" y="4"/>
                  </a:lnTo>
                  <a:lnTo>
                    <a:pt x="2" y="4"/>
                  </a:lnTo>
                  <a:lnTo>
                    <a:pt x="2" y="4"/>
                  </a:lnTo>
                  <a:lnTo>
                    <a:pt x="2" y="4"/>
                  </a:lnTo>
                  <a:lnTo>
                    <a:pt x="2" y="3"/>
                  </a:lnTo>
                  <a:lnTo>
                    <a:pt x="2" y="3"/>
                  </a:lnTo>
                  <a:lnTo>
                    <a:pt x="2" y="3"/>
                  </a:lnTo>
                  <a:lnTo>
                    <a:pt x="1" y="3"/>
                  </a:lnTo>
                  <a:lnTo>
                    <a:pt x="1" y="3"/>
                  </a:lnTo>
                  <a:lnTo>
                    <a:pt x="1" y="3"/>
                  </a:lnTo>
                  <a:lnTo>
                    <a:pt x="1" y="3"/>
                  </a:lnTo>
                  <a:lnTo>
                    <a:pt x="1" y="3"/>
                  </a:lnTo>
                  <a:lnTo>
                    <a:pt x="1" y="3"/>
                  </a:lnTo>
                  <a:lnTo>
                    <a:pt x="1" y="2"/>
                  </a:lnTo>
                  <a:lnTo>
                    <a:pt x="1" y="2"/>
                  </a:lnTo>
                  <a:lnTo>
                    <a:pt x="0" y="2"/>
                  </a:lnTo>
                  <a:lnTo>
                    <a:pt x="0" y="2"/>
                  </a:lnTo>
                  <a:lnTo>
                    <a:pt x="0" y="2"/>
                  </a:lnTo>
                  <a:lnTo>
                    <a:pt x="0" y="2"/>
                  </a:lnTo>
                  <a:lnTo>
                    <a:pt x="0" y="2"/>
                  </a:lnTo>
                  <a:lnTo>
                    <a:pt x="0" y="2"/>
                  </a:lnTo>
                  <a:lnTo>
                    <a:pt x="0" y="2"/>
                  </a:lnTo>
                  <a:lnTo>
                    <a:pt x="0" y="2"/>
                  </a:lnTo>
                  <a:lnTo>
                    <a:pt x="0" y="2"/>
                  </a:lnTo>
                  <a:lnTo>
                    <a:pt x="0" y="2"/>
                  </a:lnTo>
                  <a:lnTo>
                    <a:pt x="0" y="2"/>
                  </a:lnTo>
                  <a:lnTo>
                    <a:pt x="0" y="1"/>
                  </a:lnTo>
                  <a:lnTo>
                    <a:pt x="0" y="1"/>
                  </a:lnTo>
                  <a:lnTo>
                    <a:pt x="0" y="1"/>
                  </a:lnTo>
                  <a:lnTo>
                    <a:pt x="0" y="1"/>
                  </a:lnTo>
                  <a:lnTo>
                    <a:pt x="0" y="1"/>
                  </a:lnTo>
                  <a:lnTo>
                    <a:pt x="0" y="1"/>
                  </a:lnTo>
                  <a:lnTo>
                    <a:pt x="1" y="1"/>
                  </a:lnTo>
                  <a:lnTo>
                    <a:pt x="1" y="1"/>
                  </a:lnTo>
                  <a:lnTo>
                    <a:pt x="1" y="1"/>
                  </a:lnTo>
                  <a:lnTo>
                    <a:pt x="1" y="1"/>
                  </a:ln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42" name="Freeform 685"/>
            <p:cNvSpPr/>
            <p:nvPr/>
          </p:nvSpPr>
          <p:spPr bwMode="auto">
            <a:xfrm>
              <a:off x="9064625" y="4757738"/>
              <a:ext cx="3175" cy="4763"/>
            </a:xfrm>
            <a:custGeom>
              <a:avLst/>
              <a:gdLst>
                <a:gd name="T0" fmla="*/ 2 w 7"/>
                <a:gd name="T1" fmla="*/ 2 h 9"/>
                <a:gd name="T2" fmla="*/ 2 w 7"/>
                <a:gd name="T3" fmla="*/ 1 h 9"/>
                <a:gd name="T4" fmla="*/ 3 w 7"/>
                <a:gd name="T5" fmla="*/ 1 h 9"/>
                <a:gd name="T6" fmla="*/ 4 w 7"/>
                <a:gd name="T7" fmla="*/ 1 h 9"/>
                <a:gd name="T8" fmla="*/ 5 w 7"/>
                <a:gd name="T9" fmla="*/ 0 h 9"/>
                <a:gd name="T10" fmla="*/ 5 w 7"/>
                <a:gd name="T11" fmla="*/ 0 h 9"/>
                <a:gd name="T12" fmla="*/ 6 w 7"/>
                <a:gd name="T13" fmla="*/ 0 h 9"/>
                <a:gd name="T14" fmla="*/ 6 w 7"/>
                <a:gd name="T15" fmla="*/ 1 h 9"/>
                <a:gd name="T16" fmla="*/ 7 w 7"/>
                <a:gd name="T17" fmla="*/ 1 h 9"/>
                <a:gd name="T18" fmla="*/ 7 w 7"/>
                <a:gd name="T19" fmla="*/ 2 h 9"/>
                <a:gd name="T20" fmla="*/ 7 w 7"/>
                <a:gd name="T21" fmla="*/ 3 h 9"/>
                <a:gd name="T22" fmla="*/ 7 w 7"/>
                <a:gd name="T23" fmla="*/ 4 h 9"/>
                <a:gd name="T24" fmla="*/ 7 w 7"/>
                <a:gd name="T25" fmla="*/ 5 h 9"/>
                <a:gd name="T26" fmla="*/ 7 w 7"/>
                <a:gd name="T27" fmla="*/ 6 h 9"/>
                <a:gd name="T28" fmla="*/ 7 w 7"/>
                <a:gd name="T29" fmla="*/ 7 h 9"/>
                <a:gd name="T30" fmla="*/ 7 w 7"/>
                <a:gd name="T31" fmla="*/ 7 h 9"/>
                <a:gd name="T32" fmla="*/ 7 w 7"/>
                <a:gd name="T33" fmla="*/ 8 h 9"/>
                <a:gd name="T34" fmla="*/ 6 w 7"/>
                <a:gd name="T35" fmla="*/ 9 h 9"/>
                <a:gd name="T36" fmla="*/ 6 w 7"/>
                <a:gd name="T37" fmla="*/ 9 h 9"/>
                <a:gd name="T38" fmla="*/ 6 w 7"/>
                <a:gd name="T39" fmla="*/ 9 h 9"/>
                <a:gd name="T40" fmla="*/ 5 w 7"/>
                <a:gd name="T41" fmla="*/ 9 h 9"/>
                <a:gd name="T42" fmla="*/ 5 w 7"/>
                <a:gd name="T43" fmla="*/ 9 h 9"/>
                <a:gd name="T44" fmla="*/ 4 w 7"/>
                <a:gd name="T45" fmla="*/ 9 h 9"/>
                <a:gd name="T46" fmla="*/ 4 w 7"/>
                <a:gd name="T47" fmla="*/ 9 h 9"/>
                <a:gd name="T48" fmla="*/ 3 w 7"/>
                <a:gd name="T49" fmla="*/ 9 h 9"/>
                <a:gd name="T50" fmla="*/ 3 w 7"/>
                <a:gd name="T51" fmla="*/ 8 h 9"/>
                <a:gd name="T52" fmla="*/ 3 w 7"/>
                <a:gd name="T53" fmla="*/ 8 h 9"/>
                <a:gd name="T54" fmla="*/ 2 w 7"/>
                <a:gd name="T55" fmla="*/ 8 h 9"/>
                <a:gd name="T56" fmla="*/ 2 w 7"/>
                <a:gd name="T57" fmla="*/ 8 h 9"/>
                <a:gd name="T58" fmla="*/ 2 w 7"/>
                <a:gd name="T59" fmla="*/ 7 h 9"/>
                <a:gd name="T60" fmla="*/ 2 w 7"/>
                <a:gd name="T61" fmla="*/ 7 h 9"/>
                <a:gd name="T62" fmla="*/ 2 w 7"/>
                <a:gd name="T63" fmla="*/ 7 h 9"/>
                <a:gd name="T64" fmla="*/ 1 w 7"/>
                <a:gd name="T65" fmla="*/ 6 h 9"/>
                <a:gd name="T66" fmla="*/ 1 w 7"/>
                <a:gd name="T67" fmla="*/ 6 h 9"/>
                <a:gd name="T68" fmla="*/ 1 w 7"/>
                <a:gd name="T69" fmla="*/ 5 h 9"/>
                <a:gd name="T70" fmla="*/ 1 w 7"/>
                <a:gd name="T71" fmla="*/ 5 h 9"/>
                <a:gd name="T72" fmla="*/ 1 w 7"/>
                <a:gd name="T73" fmla="*/ 5 h 9"/>
                <a:gd name="T74" fmla="*/ 0 w 7"/>
                <a:gd name="T75" fmla="*/ 5 h 9"/>
                <a:gd name="T76" fmla="*/ 0 w 7"/>
                <a:gd name="T77" fmla="*/ 4 h 9"/>
                <a:gd name="T78" fmla="*/ 0 w 7"/>
                <a:gd name="T79" fmla="*/ 4 h 9"/>
                <a:gd name="T80" fmla="*/ 0 w 7"/>
                <a:gd name="T81" fmla="*/ 4 h 9"/>
                <a:gd name="T82" fmla="*/ 0 w 7"/>
                <a:gd name="T83" fmla="*/ 3 h 9"/>
                <a:gd name="T84" fmla="*/ 0 w 7"/>
                <a:gd name="T85" fmla="*/ 3 h 9"/>
                <a:gd name="T86" fmla="*/ 0 w 7"/>
                <a:gd name="T87" fmla="*/ 3 h 9"/>
                <a:gd name="T88" fmla="*/ 0 w 7"/>
                <a:gd name="T89" fmla="*/ 2 h 9"/>
                <a:gd name="T90" fmla="*/ 1 w 7"/>
                <a:gd name="T91" fmla="*/ 2 h 9"/>
                <a:gd name="T92" fmla="*/ 1 w 7"/>
                <a:gd name="T93" fmla="*/ 2 h 9"/>
                <a:gd name="T94" fmla="*/ 2 w 7"/>
                <a:gd name="T95" fmla="*/ 2 h 9"/>
                <a:gd name="T96" fmla="*/ 2 w 7"/>
                <a:gd name="T97" fmla="*/ 2 h 9"/>
                <a:gd name="T98" fmla="*/ 2 w 7"/>
                <a:gd name="T99" fmla="*/ 2 h 9"/>
                <a:gd name="T100" fmla="*/ 2 w 7"/>
                <a:gd name="T101" fmla="*/ 2 h 9"/>
                <a:gd name="T102" fmla="*/ 2 w 7"/>
                <a:gd name="T103" fmla="*/ 2 h 9"/>
                <a:gd name="T104" fmla="*/ 2 w 7"/>
                <a:gd name="T105" fmla="*/ 2 h 9"/>
                <a:gd name="T106" fmla="*/ 2 w 7"/>
                <a:gd name="T107" fmla="*/ 2 h 9"/>
                <a:gd name="T108" fmla="*/ 2 w 7"/>
                <a:gd name="T109" fmla="*/ 2 h 9"/>
                <a:gd name="T110" fmla="*/ 2 w 7"/>
                <a:gd name="T111" fmla="*/ 2 h 9"/>
                <a:gd name="T112" fmla="*/ 2 w 7"/>
                <a:gd name="T113" fmla="*/ 2 h 9"/>
                <a:gd name="T114" fmla="*/ 2 w 7"/>
                <a:gd name="T115" fmla="*/ 2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 h="9">
                  <a:moveTo>
                    <a:pt x="2" y="2"/>
                  </a:moveTo>
                  <a:lnTo>
                    <a:pt x="2" y="2"/>
                  </a:lnTo>
                  <a:lnTo>
                    <a:pt x="2" y="2"/>
                  </a:lnTo>
                  <a:lnTo>
                    <a:pt x="2" y="1"/>
                  </a:lnTo>
                  <a:lnTo>
                    <a:pt x="3" y="1"/>
                  </a:lnTo>
                  <a:lnTo>
                    <a:pt x="3" y="1"/>
                  </a:lnTo>
                  <a:lnTo>
                    <a:pt x="3" y="1"/>
                  </a:lnTo>
                  <a:lnTo>
                    <a:pt x="4" y="1"/>
                  </a:lnTo>
                  <a:lnTo>
                    <a:pt x="4" y="0"/>
                  </a:lnTo>
                  <a:lnTo>
                    <a:pt x="5" y="0"/>
                  </a:lnTo>
                  <a:lnTo>
                    <a:pt x="5" y="0"/>
                  </a:lnTo>
                  <a:lnTo>
                    <a:pt x="5" y="0"/>
                  </a:lnTo>
                  <a:lnTo>
                    <a:pt x="6" y="0"/>
                  </a:lnTo>
                  <a:lnTo>
                    <a:pt x="6" y="0"/>
                  </a:lnTo>
                  <a:lnTo>
                    <a:pt x="6" y="0"/>
                  </a:lnTo>
                  <a:lnTo>
                    <a:pt x="6" y="1"/>
                  </a:lnTo>
                  <a:lnTo>
                    <a:pt x="7" y="1"/>
                  </a:lnTo>
                  <a:lnTo>
                    <a:pt x="7" y="1"/>
                  </a:lnTo>
                  <a:lnTo>
                    <a:pt x="7" y="2"/>
                  </a:lnTo>
                  <a:lnTo>
                    <a:pt x="7" y="2"/>
                  </a:lnTo>
                  <a:lnTo>
                    <a:pt x="7" y="3"/>
                  </a:lnTo>
                  <a:lnTo>
                    <a:pt x="7" y="3"/>
                  </a:lnTo>
                  <a:lnTo>
                    <a:pt x="7" y="4"/>
                  </a:lnTo>
                  <a:lnTo>
                    <a:pt x="7" y="4"/>
                  </a:lnTo>
                  <a:lnTo>
                    <a:pt x="7" y="5"/>
                  </a:lnTo>
                  <a:lnTo>
                    <a:pt x="7" y="5"/>
                  </a:lnTo>
                  <a:lnTo>
                    <a:pt x="7" y="6"/>
                  </a:lnTo>
                  <a:lnTo>
                    <a:pt x="7" y="6"/>
                  </a:lnTo>
                  <a:lnTo>
                    <a:pt x="7" y="6"/>
                  </a:lnTo>
                  <a:lnTo>
                    <a:pt x="7" y="7"/>
                  </a:lnTo>
                  <a:lnTo>
                    <a:pt x="7" y="7"/>
                  </a:lnTo>
                  <a:lnTo>
                    <a:pt x="7" y="7"/>
                  </a:lnTo>
                  <a:lnTo>
                    <a:pt x="7" y="8"/>
                  </a:lnTo>
                  <a:lnTo>
                    <a:pt x="7" y="8"/>
                  </a:lnTo>
                  <a:lnTo>
                    <a:pt x="7" y="8"/>
                  </a:lnTo>
                  <a:lnTo>
                    <a:pt x="6" y="9"/>
                  </a:lnTo>
                  <a:lnTo>
                    <a:pt x="6" y="9"/>
                  </a:lnTo>
                  <a:lnTo>
                    <a:pt x="6" y="9"/>
                  </a:lnTo>
                  <a:lnTo>
                    <a:pt x="6" y="9"/>
                  </a:lnTo>
                  <a:lnTo>
                    <a:pt x="6" y="9"/>
                  </a:lnTo>
                  <a:lnTo>
                    <a:pt x="5" y="9"/>
                  </a:lnTo>
                  <a:lnTo>
                    <a:pt x="5" y="9"/>
                  </a:lnTo>
                  <a:lnTo>
                    <a:pt x="5" y="9"/>
                  </a:lnTo>
                  <a:lnTo>
                    <a:pt x="5" y="9"/>
                  </a:lnTo>
                  <a:lnTo>
                    <a:pt x="4" y="9"/>
                  </a:lnTo>
                  <a:lnTo>
                    <a:pt x="4" y="9"/>
                  </a:lnTo>
                  <a:lnTo>
                    <a:pt x="4" y="9"/>
                  </a:lnTo>
                  <a:lnTo>
                    <a:pt x="4" y="9"/>
                  </a:lnTo>
                  <a:lnTo>
                    <a:pt x="4" y="9"/>
                  </a:lnTo>
                  <a:lnTo>
                    <a:pt x="3" y="9"/>
                  </a:lnTo>
                  <a:lnTo>
                    <a:pt x="3" y="8"/>
                  </a:lnTo>
                  <a:lnTo>
                    <a:pt x="3" y="8"/>
                  </a:lnTo>
                  <a:lnTo>
                    <a:pt x="3" y="8"/>
                  </a:lnTo>
                  <a:lnTo>
                    <a:pt x="3" y="8"/>
                  </a:lnTo>
                  <a:lnTo>
                    <a:pt x="2" y="8"/>
                  </a:lnTo>
                  <a:lnTo>
                    <a:pt x="2" y="8"/>
                  </a:lnTo>
                  <a:lnTo>
                    <a:pt x="2" y="8"/>
                  </a:lnTo>
                  <a:lnTo>
                    <a:pt x="2" y="8"/>
                  </a:lnTo>
                  <a:lnTo>
                    <a:pt x="2" y="8"/>
                  </a:lnTo>
                  <a:lnTo>
                    <a:pt x="2" y="7"/>
                  </a:lnTo>
                  <a:lnTo>
                    <a:pt x="2" y="7"/>
                  </a:lnTo>
                  <a:lnTo>
                    <a:pt x="2" y="7"/>
                  </a:lnTo>
                  <a:lnTo>
                    <a:pt x="2" y="7"/>
                  </a:lnTo>
                  <a:lnTo>
                    <a:pt x="2" y="7"/>
                  </a:lnTo>
                  <a:lnTo>
                    <a:pt x="1" y="6"/>
                  </a:lnTo>
                  <a:lnTo>
                    <a:pt x="1" y="6"/>
                  </a:lnTo>
                  <a:lnTo>
                    <a:pt x="1" y="6"/>
                  </a:lnTo>
                  <a:lnTo>
                    <a:pt x="1" y="6"/>
                  </a:lnTo>
                  <a:lnTo>
                    <a:pt x="1" y="6"/>
                  </a:lnTo>
                  <a:lnTo>
                    <a:pt x="1" y="5"/>
                  </a:lnTo>
                  <a:lnTo>
                    <a:pt x="1" y="5"/>
                  </a:lnTo>
                  <a:lnTo>
                    <a:pt x="1" y="5"/>
                  </a:lnTo>
                  <a:lnTo>
                    <a:pt x="1" y="5"/>
                  </a:lnTo>
                  <a:lnTo>
                    <a:pt x="1" y="5"/>
                  </a:lnTo>
                  <a:lnTo>
                    <a:pt x="1" y="5"/>
                  </a:lnTo>
                  <a:lnTo>
                    <a:pt x="0" y="5"/>
                  </a:lnTo>
                  <a:lnTo>
                    <a:pt x="0" y="4"/>
                  </a:lnTo>
                  <a:lnTo>
                    <a:pt x="0" y="4"/>
                  </a:lnTo>
                  <a:lnTo>
                    <a:pt x="0" y="4"/>
                  </a:lnTo>
                  <a:lnTo>
                    <a:pt x="0" y="4"/>
                  </a:lnTo>
                  <a:lnTo>
                    <a:pt x="0" y="4"/>
                  </a:lnTo>
                  <a:lnTo>
                    <a:pt x="0" y="4"/>
                  </a:lnTo>
                  <a:lnTo>
                    <a:pt x="0" y="3"/>
                  </a:lnTo>
                  <a:lnTo>
                    <a:pt x="0" y="3"/>
                  </a:lnTo>
                  <a:lnTo>
                    <a:pt x="0" y="3"/>
                  </a:lnTo>
                  <a:lnTo>
                    <a:pt x="0" y="3"/>
                  </a:lnTo>
                  <a:lnTo>
                    <a:pt x="0" y="3"/>
                  </a:lnTo>
                  <a:lnTo>
                    <a:pt x="0" y="3"/>
                  </a:lnTo>
                  <a:lnTo>
                    <a:pt x="0" y="2"/>
                  </a:lnTo>
                  <a:lnTo>
                    <a:pt x="0" y="2"/>
                  </a:lnTo>
                  <a:lnTo>
                    <a:pt x="1" y="2"/>
                  </a:lnTo>
                  <a:lnTo>
                    <a:pt x="1" y="2"/>
                  </a:lnTo>
                  <a:lnTo>
                    <a:pt x="1" y="2"/>
                  </a:lnTo>
                  <a:lnTo>
                    <a:pt x="1" y="2"/>
                  </a:lnTo>
                  <a:lnTo>
                    <a:pt x="1"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43" name="Freeform 686"/>
            <p:cNvSpPr/>
            <p:nvPr/>
          </p:nvSpPr>
          <p:spPr bwMode="auto">
            <a:xfrm>
              <a:off x="8975725" y="4797425"/>
              <a:ext cx="3175" cy="1588"/>
            </a:xfrm>
            <a:custGeom>
              <a:avLst/>
              <a:gdLst>
                <a:gd name="T0" fmla="*/ 3 w 5"/>
                <a:gd name="T1" fmla="*/ 0 h 4"/>
                <a:gd name="T2" fmla="*/ 3 w 5"/>
                <a:gd name="T3" fmla="*/ 0 h 4"/>
                <a:gd name="T4" fmla="*/ 3 w 5"/>
                <a:gd name="T5" fmla="*/ 0 h 4"/>
                <a:gd name="T6" fmla="*/ 3 w 5"/>
                <a:gd name="T7" fmla="*/ 0 h 4"/>
                <a:gd name="T8" fmla="*/ 3 w 5"/>
                <a:gd name="T9" fmla="*/ 0 h 4"/>
                <a:gd name="T10" fmla="*/ 3 w 5"/>
                <a:gd name="T11" fmla="*/ 0 h 4"/>
                <a:gd name="T12" fmla="*/ 3 w 5"/>
                <a:gd name="T13" fmla="*/ 0 h 4"/>
                <a:gd name="T14" fmla="*/ 3 w 5"/>
                <a:gd name="T15" fmla="*/ 0 h 4"/>
                <a:gd name="T16" fmla="*/ 3 w 5"/>
                <a:gd name="T17" fmla="*/ 0 h 4"/>
                <a:gd name="T18" fmla="*/ 4 w 5"/>
                <a:gd name="T19" fmla="*/ 0 h 4"/>
                <a:gd name="T20" fmla="*/ 4 w 5"/>
                <a:gd name="T21" fmla="*/ 0 h 4"/>
                <a:gd name="T22" fmla="*/ 5 w 5"/>
                <a:gd name="T23" fmla="*/ 0 h 4"/>
                <a:gd name="T24" fmla="*/ 5 w 5"/>
                <a:gd name="T25" fmla="*/ 0 h 4"/>
                <a:gd name="T26" fmla="*/ 5 w 5"/>
                <a:gd name="T27" fmla="*/ 0 h 4"/>
                <a:gd name="T28" fmla="*/ 5 w 5"/>
                <a:gd name="T29" fmla="*/ 1 h 4"/>
                <a:gd name="T30" fmla="*/ 5 w 5"/>
                <a:gd name="T31" fmla="*/ 1 h 4"/>
                <a:gd name="T32" fmla="*/ 5 w 5"/>
                <a:gd name="T33" fmla="*/ 1 h 4"/>
                <a:gd name="T34" fmla="*/ 5 w 5"/>
                <a:gd name="T35" fmla="*/ 1 h 4"/>
                <a:gd name="T36" fmla="*/ 5 w 5"/>
                <a:gd name="T37" fmla="*/ 2 h 4"/>
                <a:gd name="T38" fmla="*/ 5 w 5"/>
                <a:gd name="T39" fmla="*/ 2 h 4"/>
                <a:gd name="T40" fmla="*/ 5 w 5"/>
                <a:gd name="T41" fmla="*/ 2 h 4"/>
                <a:gd name="T42" fmla="*/ 4 w 5"/>
                <a:gd name="T43" fmla="*/ 3 h 4"/>
                <a:gd name="T44" fmla="*/ 4 w 5"/>
                <a:gd name="T45" fmla="*/ 3 h 4"/>
                <a:gd name="T46" fmla="*/ 3 w 5"/>
                <a:gd name="T47" fmla="*/ 3 h 4"/>
                <a:gd name="T48" fmla="*/ 3 w 5"/>
                <a:gd name="T49" fmla="*/ 4 h 4"/>
                <a:gd name="T50" fmla="*/ 1 w 5"/>
                <a:gd name="T51" fmla="*/ 4 h 4"/>
                <a:gd name="T52" fmla="*/ 1 w 5"/>
                <a:gd name="T53" fmla="*/ 4 h 4"/>
                <a:gd name="T54" fmla="*/ 1 w 5"/>
                <a:gd name="T55" fmla="*/ 4 h 4"/>
                <a:gd name="T56" fmla="*/ 0 w 5"/>
                <a:gd name="T57" fmla="*/ 4 h 4"/>
                <a:gd name="T58" fmla="*/ 0 w 5"/>
                <a:gd name="T59" fmla="*/ 3 h 4"/>
                <a:gd name="T60" fmla="*/ 0 w 5"/>
                <a:gd name="T61" fmla="*/ 3 h 4"/>
                <a:gd name="T62" fmla="*/ 0 w 5"/>
                <a:gd name="T63" fmla="*/ 2 h 4"/>
                <a:gd name="T64" fmla="*/ 1 w 5"/>
                <a:gd name="T65" fmla="*/ 1 h 4"/>
                <a:gd name="T66" fmla="*/ 1 w 5"/>
                <a:gd name="T67" fmla="*/ 1 h 4"/>
                <a:gd name="T68" fmla="*/ 1 w 5"/>
                <a:gd name="T69" fmla="*/ 0 h 4"/>
                <a:gd name="T70" fmla="*/ 3 w 5"/>
                <a:gd name="T71" fmla="*/ 0 h 4"/>
                <a:gd name="T72" fmla="*/ 3 w 5"/>
                <a:gd name="T73" fmla="*/ 0 h 4"/>
                <a:gd name="T74" fmla="*/ 3 w 5"/>
                <a:gd name="T75" fmla="*/ 0 h 4"/>
                <a:gd name="T76" fmla="*/ 3 w 5"/>
                <a:gd name="T77" fmla="*/ 0 h 4"/>
                <a:gd name="T78" fmla="*/ 3 w 5"/>
                <a:gd name="T79" fmla="*/ 0 h 4"/>
                <a:gd name="T80" fmla="*/ 3 w 5"/>
                <a:gd name="T81" fmla="*/ 0 h 4"/>
                <a:gd name="T82" fmla="*/ 3 w 5"/>
                <a:gd name="T8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 h="4">
                  <a:moveTo>
                    <a:pt x="3" y="0"/>
                  </a:moveTo>
                  <a:lnTo>
                    <a:pt x="3" y="0"/>
                  </a:lnTo>
                  <a:lnTo>
                    <a:pt x="3" y="0"/>
                  </a:lnTo>
                  <a:lnTo>
                    <a:pt x="3" y="0"/>
                  </a:lnTo>
                  <a:lnTo>
                    <a:pt x="3" y="0"/>
                  </a:lnTo>
                  <a:lnTo>
                    <a:pt x="3" y="0"/>
                  </a:lnTo>
                  <a:lnTo>
                    <a:pt x="3" y="0"/>
                  </a:lnTo>
                  <a:lnTo>
                    <a:pt x="3" y="0"/>
                  </a:lnTo>
                  <a:lnTo>
                    <a:pt x="3" y="0"/>
                  </a:lnTo>
                  <a:lnTo>
                    <a:pt x="3" y="0"/>
                  </a:lnTo>
                  <a:lnTo>
                    <a:pt x="3" y="0"/>
                  </a:lnTo>
                  <a:lnTo>
                    <a:pt x="3" y="0"/>
                  </a:lnTo>
                  <a:lnTo>
                    <a:pt x="3" y="0"/>
                  </a:lnTo>
                  <a:lnTo>
                    <a:pt x="3" y="0"/>
                  </a:lnTo>
                  <a:lnTo>
                    <a:pt x="3" y="0"/>
                  </a:lnTo>
                  <a:lnTo>
                    <a:pt x="3" y="0"/>
                  </a:lnTo>
                  <a:lnTo>
                    <a:pt x="3" y="0"/>
                  </a:lnTo>
                  <a:lnTo>
                    <a:pt x="3" y="0"/>
                  </a:lnTo>
                  <a:lnTo>
                    <a:pt x="4" y="0"/>
                  </a:lnTo>
                  <a:lnTo>
                    <a:pt x="4" y="0"/>
                  </a:lnTo>
                  <a:lnTo>
                    <a:pt x="4" y="0"/>
                  </a:lnTo>
                  <a:lnTo>
                    <a:pt x="4" y="0"/>
                  </a:lnTo>
                  <a:lnTo>
                    <a:pt x="5" y="0"/>
                  </a:lnTo>
                  <a:lnTo>
                    <a:pt x="5" y="0"/>
                  </a:lnTo>
                  <a:lnTo>
                    <a:pt x="5" y="0"/>
                  </a:lnTo>
                  <a:lnTo>
                    <a:pt x="5" y="0"/>
                  </a:lnTo>
                  <a:lnTo>
                    <a:pt x="5" y="0"/>
                  </a:lnTo>
                  <a:lnTo>
                    <a:pt x="5" y="0"/>
                  </a:lnTo>
                  <a:lnTo>
                    <a:pt x="5" y="0"/>
                  </a:lnTo>
                  <a:lnTo>
                    <a:pt x="5" y="1"/>
                  </a:lnTo>
                  <a:lnTo>
                    <a:pt x="5" y="1"/>
                  </a:lnTo>
                  <a:lnTo>
                    <a:pt x="5" y="1"/>
                  </a:lnTo>
                  <a:lnTo>
                    <a:pt x="5" y="1"/>
                  </a:lnTo>
                  <a:lnTo>
                    <a:pt x="5" y="1"/>
                  </a:lnTo>
                  <a:lnTo>
                    <a:pt x="5" y="1"/>
                  </a:lnTo>
                  <a:lnTo>
                    <a:pt x="5" y="1"/>
                  </a:lnTo>
                  <a:lnTo>
                    <a:pt x="5" y="1"/>
                  </a:lnTo>
                  <a:lnTo>
                    <a:pt x="5" y="2"/>
                  </a:lnTo>
                  <a:lnTo>
                    <a:pt x="5" y="2"/>
                  </a:lnTo>
                  <a:lnTo>
                    <a:pt x="5" y="2"/>
                  </a:lnTo>
                  <a:lnTo>
                    <a:pt x="5" y="2"/>
                  </a:lnTo>
                  <a:lnTo>
                    <a:pt x="5" y="2"/>
                  </a:lnTo>
                  <a:lnTo>
                    <a:pt x="5" y="2"/>
                  </a:lnTo>
                  <a:lnTo>
                    <a:pt x="4" y="3"/>
                  </a:lnTo>
                  <a:lnTo>
                    <a:pt x="4" y="3"/>
                  </a:lnTo>
                  <a:lnTo>
                    <a:pt x="4" y="3"/>
                  </a:lnTo>
                  <a:lnTo>
                    <a:pt x="4" y="3"/>
                  </a:lnTo>
                  <a:lnTo>
                    <a:pt x="3" y="3"/>
                  </a:lnTo>
                  <a:lnTo>
                    <a:pt x="3" y="4"/>
                  </a:lnTo>
                  <a:lnTo>
                    <a:pt x="3" y="4"/>
                  </a:lnTo>
                  <a:lnTo>
                    <a:pt x="3" y="4"/>
                  </a:lnTo>
                  <a:lnTo>
                    <a:pt x="1" y="4"/>
                  </a:lnTo>
                  <a:lnTo>
                    <a:pt x="1" y="4"/>
                  </a:lnTo>
                  <a:lnTo>
                    <a:pt x="1" y="4"/>
                  </a:lnTo>
                  <a:lnTo>
                    <a:pt x="1" y="4"/>
                  </a:lnTo>
                  <a:lnTo>
                    <a:pt x="1" y="4"/>
                  </a:lnTo>
                  <a:lnTo>
                    <a:pt x="0" y="4"/>
                  </a:lnTo>
                  <a:lnTo>
                    <a:pt x="0" y="4"/>
                  </a:lnTo>
                  <a:lnTo>
                    <a:pt x="0" y="3"/>
                  </a:lnTo>
                  <a:lnTo>
                    <a:pt x="0" y="3"/>
                  </a:lnTo>
                  <a:lnTo>
                    <a:pt x="0" y="3"/>
                  </a:lnTo>
                  <a:lnTo>
                    <a:pt x="0" y="3"/>
                  </a:lnTo>
                  <a:lnTo>
                    <a:pt x="0" y="2"/>
                  </a:lnTo>
                  <a:lnTo>
                    <a:pt x="0" y="2"/>
                  </a:lnTo>
                  <a:lnTo>
                    <a:pt x="1" y="2"/>
                  </a:lnTo>
                  <a:lnTo>
                    <a:pt x="1" y="1"/>
                  </a:lnTo>
                  <a:lnTo>
                    <a:pt x="1" y="1"/>
                  </a:lnTo>
                  <a:lnTo>
                    <a:pt x="1" y="1"/>
                  </a:lnTo>
                  <a:lnTo>
                    <a:pt x="1" y="0"/>
                  </a:lnTo>
                  <a:lnTo>
                    <a:pt x="1" y="0"/>
                  </a:lnTo>
                  <a:lnTo>
                    <a:pt x="1" y="0"/>
                  </a:lnTo>
                  <a:lnTo>
                    <a:pt x="3" y="0"/>
                  </a:lnTo>
                  <a:lnTo>
                    <a:pt x="3" y="0"/>
                  </a:lnTo>
                  <a:lnTo>
                    <a:pt x="3" y="0"/>
                  </a:lnTo>
                  <a:lnTo>
                    <a:pt x="3" y="0"/>
                  </a:lnTo>
                  <a:lnTo>
                    <a:pt x="3" y="0"/>
                  </a:lnTo>
                  <a:lnTo>
                    <a:pt x="3" y="0"/>
                  </a:lnTo>
                  <a:lnTo>
                    <a:pt x="3" y="0"/>
                  </a:lnTo>
                  <a:lnTo>
                    <a:pt x="3" y="0"/>
                  </a:lnTo>
                  <a:lnTo>
                    <a:pt x="3" y="0"/>
                  </a:lnTo>
                  <a:lnTo>
                    <a:pt x="3" y="0"/>
                  </a:lnTo>
                  <a:lnTo>
                    <a:pt x="3" y="0"/>
                  </a:lnTo>
                  <a:lnTo>
                    <a:pt x="3"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44" name="Freeform 689"/>
            <p:cNvSpPr/>
            <p:nvPr/>
          </p:nvSpPr>
          <p:spPr bwMode="auto">
            <a:xfrm>
              <a:off x="9072563" y="4810125"/>
              <a:ext cx="11113" cy="6350"/>
            </a:xfrm>
            <a:custGeom>
              <a:avLst/>
              <a:gdLst>
                <a:gd name="T0" fmla="*/ 12 w 19"/>
                <a:gd name="T1" fmla="*/ 12 h 13"/>
                <a:gd name="T2" fmla="*/ 11 w 19"/>
                <a:gd name="T3" fmla="*/ 12 h 13"/>
                <a:gd name="T4" fmla="*/ 10 w 19"/>
                <a:gd name="T5" fmla="*/ 11 h 13"/>
                <a:gd name="T6" fmla="*/ 8 w 19"/>
                <a:gd name="T7" fmla="*/ 10 h 13"/>
                <a:gd name="T8" fmla="*/ 6 w 19"/>
                <a:gd name="T9" fmla="*/ 9 h 13"/>
                <a:gd name="T10" fmla="*/ 4 w 19"/>
                <a:gd name="T11" fmla="*/ 7 h 13"/>
                <a:gd name="T12" fmla="*/ 2 w 19"/>
                <a:gd name="T13" fmla="*/ 6 h 13"/>
                <a:gd name="T14" fmla="*/ 1 w 19"/>
                <a:gd name="T15" fmla="*/ 3 h 13"/>
                <a:gd name="T16" fmla="*/ 0 w 19"/>
                <a:gd name="T17" fmla="*/ 2 h 13"/>
                <a:gd name="T18" fmla="*/ 0 w 19"/>
                <a:gd name="T19" fmla="*/ 1 h 13"/>
                <a:gd name="T20" fmla="*/ 1 w 19"/>
                <a:gd name="T21" fmla="*/ 0 h 13"/>
                <a:gd name="T22" fmla="*/ 2 w 19"/>
                <a:gd name="T23" fmla="*/ 0 h 13"/>
                <a:gd name="T24" fmla="*/ 3 w 19"/>
                <a:gd name="T25" fmla="*/ 0 h 13"/>
                <a:gd name="T26" fmla="*/ 5 w 19"/>
                <a:gd name="T27" fmla="*/ 0 h 13"/>
                <a:gd name="T28" fmla="*/ 6 w 19"/>
                <a:gd name="T29" fmla="*/ 1 h 13"/>
                <a:gd name="T30" fmla="*/ 7 w 19"/>
                <a:gd name="T31" fmla="*/ 1 h 13"/>
                <a:gd name="T32" fmla="*/ 8 w 19"/>
                <a:gd name="T33" fmla="*/ 0 h 13"/>
                <a:gd name="T34" fmla="*/ 9 w 19"/>
                <a:gd name="T35" fmla="*/ 0 h 13"/>
                <a:gd name="T36" fmla="*/ 10 w 19"/>
                <a:gd name="T37" fmla="*/ 0 h 13"/>
                <a:gd name="T38" fmla="*/ 11 w 19"/>
                <a:gd name="T39" fmla="*/ 0 h 13"/>
                <a:gd name="T40" fmla="*/ 11 w 19"/>
                <a:gd name="T41" fmla="*/ 0 h 13"/>
                <a:gd name="T42" fmla="*/ 11 w 19"/>
                <a:gd name="T43" fmla="*/ 1 h 13"/>
                <a:gd name="T44" fmla="*/ 12 w 19"/>
                <a:gd name="T45" fmla="*/ 1 h 13"/>
                <a:gd name="T46" fmla="*/ 12 w 19"/>
                <a:gd name="T47" fmla="*/ 2 h 13"/>
                <a:gd name="T48" fmla="*/ 12 w 19"/>
                <a:gd name="T49" fmla="*/ 3 h 13"/>
                <a:gd name="T50" fmla="*/ 12 w 19"/>
                <a:gd name="T51" fmla="*/ 3 h 13"/>
                <a:gd name="T52" fmla="*/ 12 w 19"/>
                <a:gd name="T53" fmla="*/ 4 h 13"/>
                <a:gd name="T54" fmla="*/ 12 w 19"/>
                <a:gd name="T55" fmla="*/ 6 h 13"/>
                <a:gd name="T56" fmla="*/ 12 w 19"/>
                <a:gd name="T57" fmla="*/ 6 h 13"/>
                <a:gd name="T58" fmla="*/ 12 w 19"/>
                <a:gd name="T59" fmla="*/ 7 h 13"/>
                <a:gd name="T60" fmla="*/ 12 w 19"/>
                <a:gd name="T61" fmla="*/ 7 h 13"/>
                <a:gd name="T62" fmla="*/ 13 w 19"/>
                <a:gd name="T63" fmla="*/ 8 h 13"/>
                <a:gd name="T64" fmla="*/ 15 w 19"/>
                <a:gd name="T65" fmla="*/ 8 h 13"/>
                <a:gd name="T66" fmla="*/ 16 w 19"/>
                <a:gd name="T67" fmla="*/ 9 h 13"/>
                <a:gd name="T68" fmla="*/ 18 w 19"/>
                <a:gd name="T69" fmla="*/ 9 h 13"/>
                <a:gd name="T70" fmla="*/ 19 w 19"/>
                <a:gd name="T71" fmla="*/ 10 h 13"/>
                <a:gd name="T72" fmla="*/ 19 w 19"/>
                <a:gd name="T73" fmla="*/ 10 h 13"/>
                <a:gd name="T74" fmla="*/ 18 w 19"/>
                <a:gd name="T75" fmla="*/ 11 h 13"/>
                <a:gd name="T76" fmla="*/ 16 w 19"/>
                <a:gd name="T77" fmla="*/ 12 h 13"/>
                <a:gd name="T78" fmla="*/ 15 w 19"/>
                <a:gd name="T79" fmla="*/ 13 h 13"/>
                <a:gd name="T80" fmla="*/ 14 w 19"/>
                <a:gd name="T81" fmla="*/ 13 h 13"/>
                <a:gd name="T82" fmla="*/ 13 w 19"/>
                <a:gd name="T83" fmla="*/ 12 h 13"/>
                <a:gd name="T84" fmla="*/ 12 w 19"/>
                <a:gd name="T85" fmla="*/ 12 h 13"/>
                <a:gd name="T86" fmla="*/ 12 w 19"/>
                <a:gd name="T87" fmla="*/ 12 h 13"/>
                <a:gd name="T88" fmla="*/ 12 w 19"/>
                <a:gd name="T89" fmla="*/ 12 h 13"/>
                <a:gd name="T90" fmla="*/ 13 w 19"/>
                <a:gd name="T91" fmla="*/ 12 h 13"/>
                <a:gd name="T92" fmla="*/ 13 w 19"/>
                <a:gd name="T93" fmla="*/ 12 h 13"/>
                <a:gd name="T94" fmla="*/ 13 w 19"/>
                <a:gd name="T95" fmla="*/ 12 h 13"/>
                <a:gd name="T96" fmla="*/ 13 w 19"/>
                <a:gd name="T97" fmla="*/ 1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 h="13">
                  <a:moveTo>
                    <a:pt x="13" y="12"/>
                  </a:moveTo>
                  <a:lnTo>
                    <a:pt x="13" y="12"/>
                  </a:lnTo>
                  <a:lnTo>
                    <a:pt x="12" y="12"/>
                  </a:lnTo>
                  <a:lnTo>
                    <a:pt x="12" y="12"/>
                  </a:lnTo>
                  <a:lnTo>
                    <a:pt x="12" y="12"/>
                  </a:lnTo>
                  <a:lnTo>
                    <a:pt x="11" y="12"/>
                  </a:lnTo>
                  <a:lnTo>
                    <a:pt x="11" y="12"/>
                  </a:lnTo>
                  <a:lnTo>
                    <a:pt x="10" y="11"/>
                  </a:lnTo>
                  <a:lnTo>
                    <a:pt x="10" y="11"/>
                  </a:lnTo>
                  <a:lnTo>
                    <a:pt x="9" y="11"/>
                  </a:lnTo>
                  <a:lnTo>
                    <a:pt x="8" y="11"/>
                  </a:lnTo>
                  <a:lnTo>
                    <a:pt x="8" y="10"/>
                  </a:lnTo>
                  <a:lnTo>
                    <a:pt x="7" y="10"/>
                  </a:lnTo>
                  <a:lnTo>
                    <a:pt x="6" y="9"/>
                  </a:lnTo>
                  <a:lnTo>
                    <a:pt x="6" y="9"/>
                  </a:lnTo>
                  <a:lnTo>
                    <a:pt x="5" y="8"/>
                  </a:lnTo>
                  <a:lnTo>
                    <a:pt x="4" y="8"/>
                  </a:lnTo>
                  <a:lnTo>
                    <a:pt x="4" y="7"/>
                  </a:lnTo>
                  <a:lnTo>
                    <a:pt x="3" y="7"/>
                  </a:lnTo>
                  <a:lnTo>
                    <a:pt x="3" y="6"/>
                  </a:lnTo>
                  <a:lnTo>
                    <a:pt x="2" y="6"/>
                  </a:lnTo>
                  <a:lnTo>
                    <a:pt x="2" y="4"/>
                  </a:lnTo>
                  <a:lnTo>
                    <a:pt x="2" y="4"/>
                  </a:lnTo>
                  <a:lnTo>
                    <a:pt x="1" y="3"/>
                  </a:lnTo>
                  <a:lnTo>
                    <a:pt x="1" y="3"/>
                  </a:lnTo>
                  <a:lnTo>
                    <a:pt x="1" y="2"/>
                  </a:lnTo>
                  <a:lnTo>
                    <a:pt x="0" y="2"/>
                  </a:lnTo>
                  <a:lnTo>
                    <a:pt x="0" y="1"/>
                  </a:lnTo>
                  <a:lnTo>
                    <a:pt x="0" y="1"/>
                  </a:lnTo>
                  <a:lnTo>
                    <a:pt x="0" y="1"/>
                  </a:lnTo>
                  <a:lnTo>
                    <a:pt x="0" y="0"/>
                  </a:lnTo>
                  <a:lnTo>
                    <a:pt x="0" y="0"/>
                  </a:lnTo>
                  <a:lnTo>
                    <a:pt x="1" y="0"/>
                  </a:lnTo>
                  <a:lnTo>
                    <a:pt x="1" y="0"/>
                  </a:lnTo>
                  <a:lnTo>
                    <a:pt x="2" y="0"/>
                  </a:lnTo>
                  <a:lnTo>
                    <a:pt x="2" y="0"/>
                  </a:lnTo>
                  <a:lnTo>
                    <a:pt x="2" y="0"/>
                  </a:lnTo>
                  <a:lnTo>
                    <a:pt x="3" y="0"/>
                  </a:lnTo>
                  <a:lnTo>
                    <a:pt x="3" y="0"/>
                  </a:lnTo>
                  <a:lnTo>
                    <a:pt x="4" y="0"/>
                  </a:lnTo>
                  <a:lnTo>
                    <a:pt x="4" y="0"/>
                  </a:lnTo>
                  <a:lnTo>
                    <a:pt x="5" y="0"/>
                  </a:lnTo>
                  <a:lnTo>
                    <a:pt x="5" y="0"/>
                  </a:lnTo>
                  <a:lnTo>
                    <a:pt x="5" y="1"/>
                  </a:lnTo>
                  <a:lnTo>
                    <a:pt x="6" y="1"/>
                  </a:lnTo>
                  <a:lnTo>
                    <a:pt x="6" y="1"/>
                  </a:lnTo>
                  <a:lnTo>
                    <a:pt x="7" y="1"/>
                  </a:lnTo>
                  <a:lnTo>
                    <a:pt x="7" y="1"/>
                  </a:lnTo>
                  <a:lnTo>
                    <a:pt x="7" y="0"/>
                  </a:lnTo>
                  <a:lnTo>
                    <a:pt x="8" y="0"/>
                  </a:lnTo>
                  <a:lnTo>
                    <a:pt x="8" y="0"/>
                  </a:lnTo>
                  <a:lnTo>
                    <a:pt x="8" y="0"/>
                  </a:lnTo>
                  <a:lnTo>
                    <a:pt x="9" y="0"/>
                  </a:lnTo>
                  <a:lnTo>
                    <a:pt x="9" y="0"/>
                  </a:lnTo>
                  <a:lnTo>
                    <a:pt x="9" y="0"/>
                  </a:lnTo>
                  <a:lnTo>
                    <a:pt x="10" y="0"/>
                  </a:lnTo>
                  <a:lnTo>
                    <a:pt x="10" y="0"/>
                  </a:lnTo>
                  <a:lnTo>
                    <a:pt x="10" y="0"/>
                  </a:lnTo>
                  <a:lnTo>
                    <a:pt x="10" y="0"/>
                  </a:lnTo>
                  <a:lnTo>
                    <a:pt x="11" y="0"/>
                  </a:lnTo>
                  <a:lnTo>
                    <a:pt x="11" y="0"/>
                  </a:lnTo>
                  <a:lnTo>
                    <a:pt x="11" y="0"/>
                  </a:lnTo>
                  <a:lnTo>
                    <a:pt x="11" y="0"/>
                  </a:lnTo>
                  <a:lnTo>
                    <a:pt x="11" y="0"/>
                  </a:lnTo>
                  <a:lnTo>
                    <a:pt x="11" y="0"/>
                  </a:lnTo>
                  <a:lnTo>
                    <a:pt x="11" y="1"/>
                  </a:lnTo>
                  <a:lnTo>
                    <a:pt x="12" y="1"/>
                  </a:lnTo>
                  <a:lnTo>
                    <a:pt x="12" y="1"/>
                  </a:lnTo>
                  <a:lnTo>
                    <a:pt x="12" y="1"/>
                  </a:lnTo>
                  <a:lnTo>
                    <a:pt x="12" y="2"/>
                  </a:lnTo>
                  <a:lnTo>
                    <a:pt x="12" y="2"/>
                  </a:lnTo>
                  <a:lnTo>
                    <a:pt x="12" y="2"/>
                  </a:lnTo>
                  <a:lnTo>
                    <a:pt x="12" y="2"/>
                  </a:lnTo>
                  <a:lnTo>
                    <a:pt x="12" y="2"/>
                  </a:lnTo>
                  <a:lnTo>
                    <a:pt x="12" y="3"/>
                  </a:lnTo>
                  <a:lnTo>
                    <a:pt x="12" y="3"/>
                  </a:lnTo>
                  <a:lnTo>
                    <a:pt x="12" y="3"/>
                  </a:lnTo>
                  <a:lnTo>
                    <a:pt x="12" y="3"/>
                  </a:lnTo>
                  <a:lnTo>
                    <a:pt x="12" y="3"/>
                  </a:lnTo>
                  <a:lnTo>
                    <a:pt x="12" y="4"/>
                  </a:lnTo>
                  <a:lnTo>
                    <a:pt x="12" y="4"/>
                  </a:lnTo>
                  <a:lnTo>
                    <a:pt x="12" y="4"/>
                  </a:lnTo>
                  <a:lnTo>
                    <a:pt x="12" y="4"/>
                  </a:lnTo>
                  <a:lnTo>
                    <a:pt x="12" y="6"/>
                  </a:lnTo>
                  <a:lnTo>
                    <a:pt x="12" y="6"/>
                  </a:lnTo>
                  <a:lnTo>
                    <a:pt x="12" y="6"/>
                  </a:lnTo>
                  <a:lnTo>
                    <a:pt x="12" y="6"/>
                  </a:lnTo>
                  <a:lnTo>
                    <a:pt x="12" y="6"/>
                  </a:lnTo>
                  <a:lnTo>
                    <a:pt x="12" y="7"/>
                  </a:lnTo>
                  <a:lnTo>
                    <a:pt x="12" y="7"/>
                  </a:lnTo>
                  <a:lnTo>
                    <a:pt x="12" y="7"/>
                  </a:lnTo>
                  <a:lnTo>
                    <a:pt x="12" y="7"/>
                  </a:lnTo>
                  <a:lnTo>
                    <a:pt x="12" y="7"/>
                  </a:lnTo>
                  <a:lnTo>
                    <a:pt x="13" y="7"/>
                  </a:lnTo>
                  <a:lnTo>
                    <a:pt x="13" y="8"/>
                  </a:lnTo>
                  <a:lnTo>
                    <a:pt x="13" y="8"/>
                  </a:lnTo>
                  <a:lnTo>
                    <a:pt x="14" y="8"/>
                  </a:lnTo>
                  <a:lnTo>
                    <a:pt x="15" y="8"/>
                  </a:lnTo>
                  <a:lnTo>
                    <a:pt x="15" y="8"/>
                  </a:lnTo>
                  <a:lnTo>
                    <a:pt x="15" y="9"/>
                  </a:lnTo>
                  <a:lnTo>
                    <a:pt x="16" y="9"/>
                  </a:lnTo>
                  <a:lnTo>
                    <a:pt x="16" y="9"/>
                  </a:lnTo>
                  <a:lnTo>
                    <a:pt x="18" y="9"/>
                  </a:lnTo>
                  <a:lnTo>
                    <a:pt x="18" y="9"/>
                  </a:lnTo>
                  <a:lnTo>
                    <a:pt x="18" y="9"/>
                  </a:lnTo>
                  <a:lnTo>
                    <a:pt x="18" y="9"/>
                  </a:lnTo>
                  <a:lnTo>
                    <a:pt x="19" y="9"/>
                  </a:lnTo>
                  <a:lnTo>
                    <a:pt x="19" y="10"/>
                  </a:lnTo>
                  <a:lnTo>
                    <a:pt x="19" y="10"/>
                  </a:lnTo>
                  <a:lnTo>
                    <a:pt x="19" y="10"/>
                  </a:lnTo>
                  <a:lnTo>
                    <a:pt x="19" y="10"/>
                  </a:lnTo>
                  <a:lnTo>
                    <a:pt x="19" y="11"/>
                  </a:lnTo>
                  <a:lnTo>
                    <a:pt x="18" y="11"/>
                  </a:lnTo>
                  <a:lnTo>
                    <a:pt x="18" y="11"/>
                  </a:lnTo>
                  <a:lnTo>
                    <a:pt x="18" y="12"/>
                  </a:lnTo>
                  <a:lnTo>
                    <a:pt x="18" y="12"/>
                  </a:lnTo>
                  <a:lnTo>
                    <a:pt x="16" y="12"/>
                  </a:lnTo>
                  <a:lnTo>
                    <a:pt x="16" y="12"/>
                  </a:lnTo>
                  <a:lnTo>
                    <a:pt x="16" y="12"/>
                  </a:lnTo>
                  <a:lnTo>
                    <a:pt x="15" y="13"/>
                  </a:lnTo>
                  <a:lnTo>
                    <a:pt x="15" y="13"/>
                  </a:lnTo>
                  <a:lnTo>
                    <a:pt x="14" y="13"/>
                  </a:lnTo>
                  <a:lnTo>
                    <a:pt x="14" y="13"/>
                  </a:lnTo>
                  <a:lnTo>
                    <a:pt x="14" y="12"/>
                  </a:lnTo>
                  <a:lnTo>
                    <a:pt x="13" y="12"/>
                  </a:lnTo>
                  <a:lnTo>
                    <a:pt x="13" y="12"/>
                  </a:lnTo>
                  <a:lnTo>
                    <a:pt x="13" y="12"/>
                  </a:lnTo>
                  <a:lnTo>
                    <a:pt x="13" y="12"/>
                  </a:lnTo>
                  <a:lnTo>
                    <a:pt x="12" y="12"/>
                  </a:lnTo>
                  <a:lnTo>
                    <a:pt x="12" y="12"/>
                  </a:lnTo>
                  <a:lnTo>
                    <a:pt x="12" y="12"/>
                  </a:lnTo>
                  <a:lnTo>
                    <a:pt x="12" y="12"/>
                  </a:lnTo>
                  <a:lnTo>
                    <a:pt x="12" y="12"/>
                  </a:lnTo>
                  <a:lnTo>
                    <a:pt x="12" y="12"/>
                  </a:lnTo>
                  <a:lnTo>
                    <a:pt x="12" y="12"/>
                  </a:lnTo>
                  <a:lnTo>
                    <a:pt x="12" y="12"/>
                  </a:lnTo>
                  <a:lnTo>
                    <a:pt x="12" y="12"/>
                  </a:lnTo>
                  <a:lnTo>
                    <a:pt x="13" y="12"/>
                  </a:lnTo>
                  <a:lnTo>
                    <a:pt x="13" y="12"/>
                  </a:lnTo>
                  <a:lnTo>
                    <a:pt x="13" y="12"/>
                  </a:lnTo>
                  <a:lnTo>
                    <a:pt x="13" y="12"/>
                  </a:lnTo>
                  <a:lnTo>
                    <a:pt x="13" y="12"/>
                  </a:lnTo>
                  <a:lnTo>
                    <a:pt x="13" y="12"/>
                  </a:lnTo>
                  <a:lnTo>
                    <a:pt x="13" y="12"/>
                  </a:lnTo>
                  <a:lnTo>
                    <a:pt x="13" y="12"/>
                  </a:lnTo>
                  <a:lnTo>
                    <a:pt x="13" y="12"/>
                  </a:lnTo>
                  <a:lnTo>
                    <a:pt x="13" y="12"/>
                  </a:lnTo>
                  <a:lnTo>
                    <a:pt x="13"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45" name="Freeform 716"/>
            <p:cNvSpPr/>
            <p:nvPr/>
          </p:nvSpPr>
          <p:spPr bwMode="auto">
            <a:xfrm>
              <a:off x="8937625" y="4700588"/>
              <a:ext cx="3175" cy="3175"/>
            </a:xfrm>
            <a:custGeom>
              <a:avLst/>
              <a:gdLst>
                <a:gd name="T0" fmla="*/ 5 w 5"/>
                <a:gd name="T1" fmla="*/ 0 h 6"/>
                <a:gd name="T2" fmla="*/ 5 w 5"/>
                <a:gd name="T3" fmla="*/ 1 h 6"/>
                <a:gd name="T4" fmla="*/ 5 w 5"/>
                <a:gd name="T5" fmla="*/ 1 h 6"/>
                <a:gd name="T6" fmla="*/ 4 w 5"/>
                <a:gd name="T7" fmla="*/ 2 h 6"/>
                <a:gd name="T8" fmla="*/ 4 w 5"/>
                <a:gd name="T9" fmla="*/ 2 h 6"/>
                <a:gd name="T10" fmla="*/ 4 w 5"/>
                <a:gd name="T11" fmla="*/ 2 h 6"/>
                <a:gd name="T12" fmla="*/ 4 w 5"/>
                <a:gd name="T13" fmla="*/ 3 h 6"/>
                <a:gd name="T14" fmla="*/ 4 w 5"/>
                <a:gd name="T15" fmla="*/ 3 h 6"/>
                <a:gd name="T16" fmla="*/ 3 w 5"/>
                <a:gd name="T17" fmla="*/ 3 h 6"/>
                <a:gd name="T18" fmla="*/ 3 w 5"/>
                <a:gd name="T19" fmla="*/ 4 h 6"/>
                <a:gd name="T20" fmla="*/ 3 w 5"/>
                <a:gd name="T21" fmla="*/ 5 h 6"/>
                <a:gd name="T22" fmla="*/ 1 w 5"/>
                <a:gd name="T23" fmla="*/ 5 h 6"/>
                <a:gd name="T24" fmla="*/ 1 w 5"/>
                <a:gd name="T25" fmla="*/ 5 h 6"/>
                <a:gd name="T26" fmla="*/ 1 w 5"/>
                <a:gd name="T27" fmla="*/ 6 h 6"/>
                <a:gd name="T28" fmla="*/ 1 w 5"/>
                <a:gd name="T29" fmla="*/ 6 h 6"/>
                <a:gd name="T30" fmla="*/ 1 w 5"/>
                <a:gd name="T31" fmla="*/ 6 h 6"/>
                <a:gd name="T32" fmla="*/ 0 w 5"/>
                <a:gd name="T33" fmla="*/ 6 h 6"/>
                <a:gd name="T34" fmla="*/ 0 w 5"/>
                <a:gd name="T35" fmla="*/ 6 h 6"/>
                <a:gd name="T36" fmla="*/ 0 w 5"/>
                <a:gd name="T37" fmla="*/ 6 h 6"/>
                <a:gd name="T38" fmla="*/ 0 w 5"/>
                <a:gd name="T39" fmla="*/ 5 h 6"/>
                <a:gd name="T40" fmla="*/ 0 w 5"/>
                <a:gd name="T41" fmla="*/ 5 h 6"/>
                <a:gd name="T42" fmla="*/ 0 w 5"/>
                <a:gd name="T43" fmla="*/ 4 h 6"/>
                <a:gd name="T44" fmla="*/ 0 w 5"/>
                <a:gd name="T45" fmla="*/ 4 h 6"/>
                <a:gd name="T46" fmla="*/ 1 w 5"/>
                <a:gd name="T47" fmla="*/ 3 h 6"/>
                <a:gd name="T48" fmla="*/ 1 w 5"/>
                <a:gd name="T49" fmla="*/ 2 h 6"/>
                <a:gd name="T50" fmla="*/ 1 w 5"/>
                <a:gd name="T51" fmla="*/ 2 h 6"/>
                <a:gd name="T52" fmla="*/ 3 w 5"/>
                <a:gd name="T53" fmla="*/ 1 h 6"/>
                <a:gd name="T54" fmla="*/ 3 w 5"/>
                <a:gd name="T55" fmla="*/ 1 h 6"/>
                <a:gd name="T56" fmla="*/ 4 w 5"/>
                <a:gd name="T57" fmla="*/ 0 h 6"/>
                <a:gd name="T58" fmla="*/ 4 w 5"/>
                <a:gd name="T59" fmla="*/ 0 h 6"/>
                <a:gd name="T60" fmla="*/ 5 w 5"/>
                <a:gd name="T61" fmla="*/ 0 h 6"/>
                <a:gd name="T62" fmla="*/ 5 w 5"/>
                <a:gd name="T63"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 h="6">
                  <a:moveTo>
                    <a:pt x="5" y="0"/>
                  </a:moveTo>
                  <a:lnTo>
                    <a:pt x="5" y="0"/>
                  </a:lnTo>
                  <a:lnTo>
                    <a:pt x="5" y="0"/>
                  </a:lnTo>
                  <a:lnTo>
                    <a:pt x="5" y="1"/>
                  </a:lnTo>
                  <a:lnTo>
                    <a:pt x="5" y="1"/>
                  </a:lnTo>
                  <a:lnTo>
                    <a:pt x="5" y="1"/>
                  </a:lnTo>
                  <a:lnTo>
                    <a:pt x="4" y="1"/>
                  </a:lnTo>
                  <a:lnTo>
                    <a:pt x="4" y="2"/>
                  </a:lnTo>
                  <a:lnTo>
                    <a:pt x="4" y="2"/>
                  </a:lnTo>
                  <a:lnTo>
                    <a:pt x="4" y="2"/>
                  </a:lnTo>
                  <a:lnTo>
                    <a:pt x="4" y="2"/>
                  </a:lnTo>
                  <a:lnTo>
                    <a:pt x="4" y="2"/>
                  </a:lnTo>
                  <a:lnTo>
                    <a:pt x="4" y="2"/>
                  </a:lnTo>
                  <a:lnTo>
                    <a:pt x="4" y="3"/>
                  </a:lnTo>
                  <a:lnTo>
                    <a:pt x="4" y="3"/>
                  </a:lnTo>
                  <a:lnTo>
                    <a:pt x="4" y="3"/>
                  </a:lnTo>
                  <a:lnTo>
                    <a:pt x="4" y="3"/>
                  </a:lnTo>
                  <a:lnTo>
                    <a:pt x="3" y="3"/>
                  </a:lnTo>
                  <a:lnTo>
                    <a:pt x="3" y="4"/>
                  </a:lnTo>
                  <a:lnTo>
                    <a:pt x="3" y="4"/>
                  </a:lnTo>
                  <a:lnTo>
                    <a:pt x="3" y="4"/>
                  </a:lnTo>
                  <a:lnTo>
                    <a:pt x="3" y="5"/>
                  </a:lnTo>
                  <a:lnTo>
                    <a:pt x="3" y="5"/>
                  </a:lnTo>
                  <a:lnTo>
                    <a:pt x="1" y="5"/>
                  </a:lnTo>
                  <a:lnTo>
                    <a:pt x="1" y="5"/>
                  </a:lnTo>
                  <a:lnTo>
                    <a:pt x="1" y="5"/>
                  </a:lnTo>
                  <a:lnTo>
                    <a:pt x="1" y="6"/>
                  </a:lnTo>
                  <a:lnTo>
                    <a:pt x="1" y="6"/>
                  </a:lnTo>
                  <a:lnTo>
                    <a:pt x="1" y="6"/>
                  </a:lnTo>
                  <a:lnTo>
                    <a:pt x="1" y="6"/>
                  </a:lnTo>
                  <a:lnTo>
                    <a:pt x="1" y="6"/>
                  </a:lnTo>
                  <a:lnTo>
                    <a:pt x="1" y="6"/>
                  </a:lnTo>
                  <a:lnTo>
                    <a:pt x="1" y="6"/>
                  </a:lnTo>
                  <a:lnTo>
                    <a:pt x="0" y="6"/>
                  </a:lnTo>
                  <a:lnTo>
                    <a:pt x="0" y="6"/>
                  </a:lnTo>
                  <a:lnTo>
                    <a:pt x="0" y="6"/>
                  </a:lnTo>
                  <a:lnTo>
                    <a:pt x="0" y="6"/>
                  </a:lnTo>
                  <a:lnTo>
                    <a:pt x="0" y="6"/>
                  </a:lnTo>
                  <a:lnTo>
                    <a:pt x="0" y="5"/>
                  </a:lnTo>
                  <a:lnTo>
                    <a:pt x="0" y="5"/>
                  </a:lnTo>
                  <a:lnTo>
                    <a:pt x="0" y="5"/>
                  </a:lnTo>
                  <a:lnTo>
                    <a:pt x="0" y="5"/>
                  </a:lnTo>
                  <a:lnTo>
                    <a:pt x="0" y="5"/>
                  </a:lnTo>
                  <a:lnTo>
                    <a:pt x="0" y="4"/>
                  </a:lnTo>
                  <a:lnTo>
                    <a:pt x="0" y="4"/>
                  </a:lnTo>
                  <a:lnTo>
                    <a:pt x="0" y="4"/>
                  </a:lnTo>
                  <a:lnTo>
                    <a:pt x="1" y="3"/>
                  </a:lnTo>
                  <a:lnTo>
                    <a:pt x="1" y="3"/>
                  </a:lnTo>
                  <a:lnTo>
                    <a:pt x="1" y="3"/>
                  </a:lnTo>
                  <a:lnTo>
                    <a:pt x="1" y="2"/>
                  </a:lnTo>
                  <a:lnTo>
                    <a:pt x="1" y="2"/>
                  </a:lnTo>
                  <a:lnTo>
                    <a:pt x="1" y="2"/>
                  </a:lnTo>
                  <a:lnTo>
                    <a:pt x="3" y="1"/>
                  </a:lnTo>
                  <a:lnTo>
                    <a:pt x="3" y="1"/>
                  </a:lnTo>
                  <a:lnTo>
                    <a:pt x="3" y="1"/>
                  </a:lnTo>
                  <a:lnTo>
                    <a:pt x="3" y="1"/>
                  </a:lnTo>
                  <a:lnTo>
                    <a:pt x="3" y="0"/>
                  </a:lnTo>
                  <a:lnTo>
                    <a:pt x="4" y="0"/>
                  </a:lnTo>
                  <a:lnTo>
                    <a:pt x="4" y="0"/>
                  </a:lnTo>
                  <a:lnTo>
                    <a:pt x="4" y="0"/>
                  </a:lnTo>
                  <a:lnTo>
                    <a:pt x="5" y="0"/>
                  </a:lnTo>
                  <a:lnTo>
                    <a:pt x="5" y="0"/>
                  </a:lnTo>
                  <a:lnTo>
                    <a:pt x="5"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grpSp>
      <p:grpSp>
        <p:nvGrpSpPr>
          <p:cNvPr id="146" name="香港（小图）"/>
          <p:cNvGrpSpPr/>
          <p:nvPr/>
        </p:nvGrpSpPr>
        <p:grpSpPr>
          <a:xfrm>
            <a:off x="1209573" y="4989790"/>
            <a:ext cx="58065" cy="36951"/>
            <a:chOff x="8435975" y="4816475"/>
            <a:chExt cx="52388" cy="33338"/>
          </a:xfrm>
          <a:solidFill>
            <a:srgbClr val="BFBFBF"/>
          </a:solidFill>
        </p:grpSpPr>
        <p:sp>
          <p:nvSpPr>
            <p:cNvPr id="147" name="Freeform 690"/>
            <p:cNvSpPr/>
            <p:nvPr/>
          </p:nvSpPr>
          <p:spPr bwMode="auto">
            <a:xfrm>
              <a:off x="8447088" y="4816475"/>
              <a:ext cx="41275" cy="25400"/>
            </a:xfrm>
            <a:custGeom>
              <a:avLst/>
              <a:gdLst>
                <a:gd name="T0" fmla="*/ 48 w 77"/>
                <a:gd name="T1" fmla="*/ 3 h 48"/>
                <a:gd name="T2" fmla="*/ 46 w 77"/>
                <a:gd name="T3" fmla="*/ 5 h 48"/>
                <a:gd name="T4" fmla="*/ 52 w 77"/>
                <a:gd name="T5" fmla="*/ 2 h 48"/>
                <a:gd name="T6" fmla="*/ 54 w 77"/>
                <a:gd name="T7" fmla="*/ 4 h 48"/>
                <a:gd name="T8" fmla="*/ 58 w 77"/>
                <a:gd name="T9" fmla="*/ 9 h 48"/>
                <a:gd name="T10" fmla="*/ 63 w 77"/>
                <a:gd name="T11" fmla="*/ 8 h 48"/>
                <a:gd name="T12" fmla="*/ 64 w 77"/>
                <a:gd name="T13" fmla="*/ 8 h 48"/>
                <a:gd name="T14" fmla="*/ 63 w 77"/>
                <a:gd name="T15" fmla="*/ 11 h 48"/>
                <a:gd name="T16" fmla="*/ 59 w 77"/>
                <a:gd name="T17" fmla="*/ 12 h 48"/>
                <a:gd name="T18" fmla="*/ 49 w 77"/>
                <a:gd name="T19" fmla="*/ 15 h 48"/>
                <a:gd name="T20" fmla="*/ 41 w 77"/>
                <a:gd name="T21" fmla="*/ 16 h 48"/>
                <a:gd name="T22" fmla="*/ 39 w 77"/>
                <a:gd name="T23" fmla="*/ 18 h 48"/>
                <a:gd name="T24" fmla="*/ 41 w 77"/>
                <a:gd name="T25" fmla="*/ 20 h 48"/>
                <a:gd name="T26" fmla="*/ 45 w 77"/>
                <a:gd name="T27" fmla="*/ 20 h 48"/>
                <a:gd name="T28" fmla="*/ 45 w 77"/>
                <a:gd name="T29" fmla="*/ 23 h 48"/>
                <a:gd name="T30" fmla="*/ 43 w 77"/>
                <a:gd name="T31" fmla="*/ 27 h 48"/>
                <a:gd name="T32" fmla="*/ 43 w 77"/>
                <a:gd name="T33" fmla="*/ 30 h 48"/>
                <a:gd name="T34" fmla="*/ 46 w 77"/>
                <a:gd name="T35" fmla="*/ 29 h 48"/>
                <a:gd name="T36" fmla="*/ 49 w 77"/>
                <a:gd name="T37" fmla="*/ 24 h 48"/>
                <a:gd name="T38" fmla="*/ 53 w 77"/>
                <a:gd name="T39" fmla="*/ 20 h 48"/>
                <a:gd name="T40" fmla="*/ 60 w 77"/>
                <a:gd name="T41" fmla="*/ 15 h 48"/>
                <a:gd name="T42" fmla="*/ 66 w 77"/>
                <a:gd name="T43" fmla="*/ 13 h 48"/>
                <a:gd name="T44" fmla="*/ 68 w 77"/>
                <a:gd name="T45" fmla="*/ 15 h 48"/>
                <a:gd name="T46" fmla="*/ 71 w 77"/>
                <a:gd name="T47" fmla="*/ 17 h 48"/>
                <a:gd name="T48" fmla="*/ 75 w 77"/>
                <a:gd name="T49" fmla="*/ 18 h 48"/>
                <a:gd name="T50" fmla="*/ 77 w 77"/>
                <a:gd name="T51" fmla="*/ 20 h 48"/>
                <a:gd name="T52" fmla="*/ 76 w 77"/>
                <a:gd name="T53" fmla="*/ 25 h 48"/>
                <a:gd name="T54" fmla="*/ 74 w 77"/>
                <a:gd name="T55" fmla="*/ 30 h 48"/>
                <a:gd name="T56" fmla="*/ 69 w 77"/>
                <a:gd name="T57" fmla="*/ 29 h 48"/>
                <a:gd name="T58" fmla="*/ 62 w 77"/>
                <a:gd name="T59" fmla="*/ 27 h 48"/>
                <a:gd name="T60" fmla="*/ 58 w 77"/>
                <a:gd name="T61" fmla="*/ 27 h 48"/>
                <a:gd name="T62" fmla="*/ 54 w 77"/>
                <a:gd name="T63" fmla="*/ 30 h 48"/>
                <a:gd name="T64" fmla="*/ 54 w 77"/>
                <a:gd name="T65" fmla="*/ 34 h 48"/>
                <a:gd name="T66" fmla="*/ 56 w 77"/>
                <a:gd name="T67" fmla="*/ 37 h 48"/>
                <a:gd name="T68" fmla="*/ 61 w 77"/>
                <a:gd name="T69" fmla="*/ 39 h 48"/>
                <a:gd name="T70" fmla="*/ 63 w 77"/>
                <a:gd name="T71" fmla="*/ 44 h 48"/>
                <a:gd name="T72" fmla="*/ 62 w 77"/>
                <a:gd name="T73" fmla="*/ 47 h 48"/>
                <a:gd name="T74" fmla="*/ 58 w 77"/>
                <a:gd name="T75" fmla="*/ 48 h 48"/>
                <a:gd name="T76" fmla="*/ 53 w 77"/>
                <a:gd name="T77" fmla="*/ 44 h 48"/>
                <a:gd name="T78" fmla="*/ 50 w 77"/>
                <a:gd name="T79" fmla="*/ 42 h 48"/>
                <a:gd name="T80" fmla="*/ 46 w 77"/>
                <a:gd name="T81" fmla="*/ 39 h 48"/>
                <a:gd name="T82" fmla="*/ 45 w 77"/>
                <a:gd name="T83" fmla="*/ 39 h 48"/>
                <a:gd name="T84" fmla="*/ 45 w 77"/>
                <a:gd name="T85" fmla="*/ 41 h 48"/>
                <a:gd name="T86" fmla="*/ 44 w 77"/>
                <a:gd name="T87" fmla="*/ 42 h 48"/>
                <a:gd name="T88" fmla="*/ 41 w 77"/>
                <a:gd name="T89" fmla="*/ 42 h 48"/>
                <a:gd name="T90" fmla="*/ 38 w 77"/>
                <a:gd name="T91" fmla="*/ 36 h 48"/>
                <a:gd name="T92" fmla="*/ 30 w 77"/>
                <a:gd name="T93" fmla="*/ 32 h 48"/>
                <a:gd name="T94" fmla="*/ 20 w 77"/>
                <a:gd name="T95" fmla="*/ 34 h 48"/>
                <a:gd name="T96" fmla="*/ 13 w 77"/>
                <a:gd name="T97" fmla="*/ 35 h 48"/>
                <a:gd name="T98" fmla="*/ 6 w 77"/>
                <a:gd name="T99" fmla="*/ 34 h 48"/>
                <a:gd name="T100" fmla="*/ 2 w 77"/>
                <a:gd name="T101" fmla="*/ 33 h 48"/>
                <a:gd name="T102" fmla="*/ 0 w 77"/>
                <a:gd name="T103" fmla="*/ 27 h 48"/>
                <a:gd name="T104" fmla="*/ 1 w 77"/>
                <a:gd name="T105" fmla="*/ 25 h 48"/>
                <a:gd name="T106" fmla="*/ 6 w 77"/>
                <a:gd name="T107" fmla="*/ 23 h 48"/>
                <a:gd name="T108" fmla="*/ 9 w 77"/>
                <a:gd name="T109" fmla="*/ 20 h 48"/>
                <a:gd name="T110" fmla="*/ 14 w 77"/>
                <a:gd name="T111" fmla="*/ 17 h 48"/>
                <a:gd name="T112" fmla="*/ 18 w 77"/>
                <a:gd name="T113" fmla="*/ 15 h 48"/>
                <a:gd name="T114" fmla="*/ 20 w 77"/>
                <a:gd name="T115"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7" h="48">
                  <a:moveTo>
                    <a:pt x="51" y="0"/>
                  </a:moveTo>
                  <a:lnTo>
                    <a:pt x="50" y="0"/>
                  </a:lnTo>
                  <a:lnTo>
                    <a:pt x="50" y="1"/>
                  </a:lnTo>
                  <a:lnTo>
                    <a:pt x="49" y="1"/>
                  </a:lnTo>
                  <a:lnTo>
                    <a:pt x="49" y="1"/>
                  </a:lnTo>
                  <a:lnTo>
                    <a:pt x="49" y="2"/>
                  </a:lnTo>
                  <a:lnTo>
                    <a:pt x="48" y="2"/>
                  </a:lnTo>
                  <a:lnTo>
                    <a:pt x="48" y="2"/>
                  </a:lnTo>
                  <a:lnTo>
                    <a:pt x="48" y="3"/>
                  </a:lnTo>
                  <a:lnTo>
                    <a:pt x="48" y="3"/>
                  </a:lnTo>
                  <a:lnTo>
                    <a:pt x="46" y="4"/>
                  </a:lnTo>
                  <a:lnTo>
                    <a:pt x="46" y="4"/>
                  </a:lnTo>
                  <a:lnTo>
                    <a:pt x="46" y="4"/>
                  </a:lnTo>
                  <a:lnTo>
                    <a:pt x="46" y="5"/>
                  </a:lnTo>
                  <a:lnTo>
                    <a:pt x="46" y="5"/>
                  </a:lnTo>
                  <a:lnTo>
                    <a:pt x="46" y="5"/>
                  </a:lnTo>
                  <a:lnTo>
                    <a:pt x="46" y="5"/>
                  </a:lnTo>
                  <a:lnTo>
                    <a:pt x="46" y="5"/>
                  </a:lnTo>
                  <a:lnTo>
                    <a:pt x="46" y="5"/>
                  </a:lnTo>
                  <a:lnTo>
                    <a:pt x="46" y="5"/>
                  </a:lnTo>
                  <a:lnTo>
                    <a:pt x="48" y="5"/>
                  </a:lnTo>
                  <a:lnTo>
                    <a:pt x="48" y="5"/>
                  </a:lnTo>
                  <a:lnTo>
                    <a:pt x="49" y="5"/>
                  </a:lnTo>
                  <a:lnTo>
                    <a:pt x="49" y="4"/>
                  </a:lnTo>
                  <a:lnTo>
                    <a:pt x="50" y="4"/>
                  </a:lnTo>
                  <a:lnTo>
                    <a:pt x="50" y="4"/>
                  </a:lnTo>
                  <a:lnTo>
                    <a:pt x="51" y="3"/>
                  </a:lnTo>
                  <a:lnTo>
                    <a:pt x="51" y="3"/>
                  </a:lnTo>
                  <a:lnTo>
                    <a:pt x="51" y="3"/>
                  </a:lnTo>
                  <a:lnTo>
                    <a:pt x="52" y="2"/>
                  </a:lnTo>
                  <a:lnTo>
                    <a:pt x="52" y="2"/>
                  </a:lnTo>
                  <a:lnTo>
                    <a:pt x="52" y="2"/>
                  </a:lnTo>
                  <a:lnTo>
                    <a:pt x="53" y="2"/>
                  </a:lnTo>
                  <a:lnTo>
                    <a:pt x="53" y="2"/>
                  </a:lnTo>
                  <a:lnTo>
                    <a:pt x="53" y="2"/>
                  </a:lnTo>
                  <a:lnTo>
                    <a:pt x="53" y="2"/>
                  </a:lnTo>
                  <a:lnTo>
                    <a:pt x="53" y="2"/>
                  </a:lnTo>
                  <a:lnTo>
                    <a:pt x="53" y="3"/>
                  </a:lnTo>
                  <a:lnTo>
                    <a:pt x="54" y="3"/>
                  </a:lnTo>
                  <a:lnTo>
                    <a:pt x="54" y="4"/>
                  </a:lnTo>
                  <a:lnTo>
                    <a:pt x="54" y="4"/>
                  </a:lnTo>
                  <a:lnTo>
                    <a:pt x="54" y="5"/>
                  </a:lnTo>
                  <a:lnTo>
                    <a:pt x="55" y="5"/>
                  </a:lnTo>
                  <a:lnTo>
                    <a:pt x="55" y="6"/>
                  </a:lnTo>
                  <a:lnTo>
                    <a:pt x="56" y="6"/>
                  </a:lnTo>
                  <a:lnTo>
                    <a:pt x="56" y="7"/>
                  </a:lnTo>
                  <a:lnTo>
                    <a:pt x="57" y="7"/>
                  </a:lnTo>
                  <a:lnTo>
                    <a:pt x="57" y="8"/>
                  </a:lnTo>
                  <a:lnTo>
                    <a:pt x="58" y="8"/>
                  </a:lnTo>
                  <a:lnTo>
                    <a:pt x="58" y="9"/>
                  </a:lnTo>
                  <a:lnTo>
                    <a:pt x="59" y="9"/>
                  </a:lnTo>
                  <a:lnTo>
                    <a:pt x="59" y="9"/>
                  </a:lnTo>
                  <a:lnTo>
                    <a:pt x="60" y="9"/>
                  </a:lnTo>
                  <a:lnTo>
                    <a:pt x="61" y="9"/>
                  </a:lnTo>
                  <a:lnTo>
                    <a:pt x="61" y="9"/>
                  </a:lnTo>
                  <a:lnTo>
                    <a:pt x="62" y="9"/>
                  </a:lnTo>
                  <a:lnTo>
                    <a:pt x="62" y="9"/>
                  </a:lnTo>
                  <a:lnTo>
                    <a:pt x="62" y="9"/>
                  </a:lnTo>
                  <a:lnTo>
                    <a:pt x="63" y="8"/>
                  </a:lnTo>
                  <a:lnTo>
                    <a:pt x="63" y="8"/>
                  </a:lnTo>
                  <a:lnTo>
                    <a:pt x="63" y="8"/>
                  </a:lnTo>
                  <a:lnTo>
                    <a:pt x="63" y="8"/>
                  </a:lnTo>
                  <a:lnTo>
                    <a:pt x="63" y="8"/>
                  </a:lnTo>
                  <a:lnTo>
                    <a:pt x="63" y="8"/>
                  </a:lnTo>
                  <a:lnTo>
                    <a:pt x="64" y="8"/>
                  </a:lnTo>
                  <a:lnTo>
                    <a:pt x="64" y="8"/>
                  </a:lnTo>
                  <a:lnTo>
                    <a:pt x="64" y="8"/>
                  </a:lnTo>
                  <a:lnTo>
                    <a:pt x="64" y="8"/>
                  </a:lnTo>
                  <a:lnTo>
                    <a:pt x="64" y="8"/>
                  </a:lnTo>
                  <a:lnTo>
                    <a:pt x="64" y="8"/>
                  </a:lnTo>
                  <a:lnTo>
                    <a:pt x="66" y="8"/>
                  </a:lnTo>
                  <a:lnTo>
                    <a:pt x="66" y="8"/>
                  </a:lnTo>
                  <a:lnTo>
                    <a:pt x="66" y="8"/>
                  </a:lnTo>
                  <a:lnTo>
                    <a:pt x="66" y="8"/>
                  </a:lnTo>
                  <a:lnTo>
                    <a:pt x="66" y="9"/>
                  </a:lnTo>
                  <a:lnTo>
                    <a:pt x="66" y="9"/>
                  </a:lnTo>
                  <a:lnTo>
                    <a:pt x="64" y="9"/>
                  </a:lnTo>
                  <a:lnTo>
                    <a:pt x="64" y="9"/>
                  </a:lnTo>
                  <a:lnTo>
                    <a:pt x="64" y="9"/>
                  </a:lnTo>
                  <a:lnTo>
                    <a:pt x="63" y="11"/>
                  </a:lnTo>
                  <a:lnTo>
                    <a:pt x="63" y="11"/>
                  </a:lnTo>
                  <a:lnTo>
                    <a:pt x="63" y="11"/>
                  </a:lnTo>
                  <a:lnTo>
                    <a:pt x="62" y="11"/>
                  </a:lnTo>
                  <a:lnTo>
                    <a:pt x="62" y="11"/>
                  </a:lnTo>
                  <a:lnTo>
                    <a:pt x="61" y="11"/>
                  </a:lnTo>
                  <a:lnTo>
                    <a:pt x="61" y="12"/>
                  </a:lnTo>
                  <a:lnTo>
                    <a:pt x="61" y="12"/>
                  </a:lnTo>
                  <a:lnTo>
                    <a:pt x="60" y="12"/>
                  </a:lnTo>
                  <a:lnTo>
                    <a:pt x="59" y="12"/>
                  </a:lnTo>
                  <a:lnTo>
                    <a:pt x="59" y="12"/>
                  </a:lnTo>
                  <a:lnTo>
                    <a:pt x="58" y="13"/>
                  </a:lnTo>
                  <a:lnTo>
                    <a:pt x="57" y="13"/>
                  </a:lnTo>
                  <a:lnTo>
                    <a:pt x="56" y="13"/>
                  </a:lnTo>
                  <a:lnTo>
                    <a:pt x="55" y="13"/>
                  </a:lnTo>
                  <a:lnTo>
                    <a:pt x="54" y="13"/>
                  </a:lnTo>
                  <a:lnTo>
                    <a:pt x="53" y="14"/>
                  </a:lnTo>
                  <a:lnTo>
                    <a:pt x="52" y="14"/>
                  </a:lnTo>
                  <a:lnTo>
                    <a:pt x="51" y="14"/>
                  </a:lnTo>
                  <a:lnTo>
                    <a:pt x="50" y="14"/>
                  </a:lnTo>
                  <a:lnTo>
                    <a:pt x="49" y="15"/>
                  </a:lnTo>
                  <a:lnTo>
                    <a:pt x="48" y="15"/>
                  </a:lnTo>
                  <a:lnTo>
                    <a:pt x="48" y="15"/>
                  </a:lnTo>
                  <a:lnTo>
                    <a:pt x="46" y="15"/>
                  </a:lnTo>
                  <a:lnTo>
                    <a:pt x="45" y="15"/>
                  </a:lnTo>
                  <a:lnTo>
                    <a:pt x="44" y="15"/>
                  </a:lnTo>
                  <a:lnTo>
                    <a:pt x="44" y="15"/>
                  </a:lnTo>
                  <a:lnTo>
                    <a:pt x="43" y="16"/>
                  </a:lnTo>
                  <a:lnTo>
                    <a:pt x="42" y="16"/>
                  </a:lnTo>
                  <a:lnTo>
                    <a:pt x="42" y="16"/>
                  </a:lnTo>
                  <a:lnTo>
                    <a:pt x="41" y="16"/>
                  </a:lnTo>
                  <a:lnTo>
                    <a:pt x="40" y="16"/>
                  </a:lnTo>
                  <a:lnTo>
                    <a:pt x="40" y="16"/>
                  </a:lnTo>
                  <a:lnTo>
                    <a:pt x="40" y="17"/>
                  </a:lnTo>
                  <a:lnTo>
                    <a:pt x="39" y="17"/>
                  </a:lnTo>
                  <a:lnTo>
                    <a:pt x="39" y="17"/>
                  </a:lnTo>
                  <a:lnTo>
                    <a:pt x="39" y="17"/>
                  </a:lnTo>
                  <a:lnTo>
                    <a:pt x="39" y="17"/>
                  </a:lnTo>
                  <a:lnTo>
                    <a:pt x="39" y="18"/>
                  </a:lnTo>
                  <a:lnTo>
                    <a:pt x="39" y="18"/>
                  </a:lnTo>
                  <a:lnTo>
                    <a:pt x="39" y="18"/>
                  </a:lnTo>
                  <a:lnTo>
                    <a:pt x="39" y="18"/>
                  </a:lnTo>
                  <a:lnTo>
                    <a:pt x="40" y="19"/>
                  </a:lnTo>
                  <a:lnTo>
                    <a:pt x="40" y="19"/>
                  </a:lnTo>
                  <a:lnTo>
                    <a:pt x="40" y="19"/>
                  </a:lnTo>
                  <a:lnTo>
                    <a:pt x="40" y="19"/>
                  </a:lnTo>
                  <a:lnTo>
                    <a:pt x="40" y="19"/>
                  </a:lnTo>
                  <a:lnTo>
                    <a:pt x="41" y="19"/>
                  </a:lnTo>
                  <a:lnTo>
                    <a:pt x="41" y="19"/>
                  </a:lnTo>
                  <a:lnTo>
                    <a:pt x="41" y="19"/>
                  </a:lnTo>
                  <a:lnTo>
                    <a:pt x="41" y="20"/>
                  </a:lnTo>
                  <a:lnTo>
                    <a:pt x="42" y="20"/>
                  </a:lnTo>
                  <a:lnTo>
                    <a:pt x="42" y="20"/>
                  </a:lnTo>
                  <a:lnTo>
                    <a:pt x="42" y="20"/>
                  </a:lnTo>
                  <a:lnTo>
                    <a:pt x="43" y="19"/>
                  </a:lnTo>
                  <a:lnTo>
                    <a:pt x="43" y="19"/>
                  </a:lnTo>
                  <a:lnTo>
                    <a:pt x="44" y="19"/>
                  </a:lnTo>
                  <a:lnTo>
                    <a:pt x="44" y="20"/>
                  </a:lnTo>
                  <a:lnTo>
                    <a:pt x="44" y="20"/>
                  </a:lnTo>
                  <a:lnTo>
                    <a:pt x="45" y="20"/>
                  </a:lnTo>
                  <a:lnTo>
                    <a:pt x="45" y="20"/>
                  </a:lnTo>
                  <a:lnTo>
                    <a:pt x="45" y="20"/>
                  </a:lnTo>
                  <a:lnTo>
                    <a:pt x="45" y="20"/>
                  </a:lnTo>
                  <a:lnTo>
                    <a:pt x="45" y="21"/>
                  </a:lnTo>
                  <a:lnTo>
                    <a:pt x="45" y="21"/>
                  </a:lnTo>
                  <a:lnTo>
                    <a:pt x="45" y="21"/>
                  </a:lnTo>
                  <a:lnTo>
                    <a:pt x="45" y="22"/>
                  </a:lnTo>
                  <a:lnTo>
                    <a:pt x="45" y="22"/>
                  </a:lnTo>
                  <a:lnTo>
                    <a:pt x="45" y="22"/>
                  </a:lnTo>
                  <a:lnTo>
                    <a:pt x="45" y="23"/>
                  </a:lnTo>
                  <a:lnTo>
                    <a:pt x="45" y="23"/>
                  </a:lnTo>
                  <a:lnTo>
                    <a:pt x="45" y="24"/>
                  </a:lnTo>
                  <a:lnTo>
                    <a:pt x="45" y="24"/>
                  </a:lnTo>
                  <a:lnTo>
                    <a:pt x="45" y="24"/>
                  </a:lnTo>
                  <a:lnTo>
                    <a:pt x="44" y="25"/>
                  </a:lnTo>
                  <a:lnTo>
                    <a:pt x="44" y="25"/>
                  </a:lnTo>
                  <a:lnTo>
                    <a:pt x="44" y="25"/>
                  </a:lnTo>
                  <a:lnTo>
                    <a:pt x="44" y="26"/>
                  </a:lnTo>
                  <a:lnTo>
                    <a:pt x="43" y="26"/>
                  </a:lnTo>
                  <a:lnTo>
                    <a:pt x="43" y="26"/>
                  </a:lnTo>
                  <a:lnTo>
                    <a:pt x="43" y="27"/>
                  </a:lnTo>
                  <a:lnTo>
                    <a:pt x="43" y="27"/>
                  </a:lnTo>
                  <a:lnTo>
                    <a:pt x="43" y="27"/>
                  </a:lnTo>
                  <a:lnTo>
                    <a:pt x="43" y="29"/>
                  </a:lnTo>
                  <a:lnTo>
                    <a:pt x="42" y="29"/>
                  </a:lnTo>
                  <a:lnTo>
                    <a:pt x="42" y="29"/>
                  </a:lnTo>
                  <a:lnTo>
                    <a:pt x="42" y="29"/>
                  </a:lnTo>
                  <a:lnTo>
                    <a:pt x="42" y="30"/>
                  </a:lnTo>
                  <a:lnTo>
                    <a:pt x="43" y="30"/>
                  </a:lnTo>
                  <a:lnTo>
                    <a:pt x="43" y="30"/>
                  </a:lnTo>
                  <a:lnTo>
                    <a:pt x="43" y="30"/>
                  </a:lnTo>
                  <a:lnTo>
                    <a:pt x="43" y="30"/>
                  </a:lnTo>
                  <a:lnTo>
                    <a:pt x="43" y="30"/>
                  </a:lnTo>
                  <a:lnTo>
                    <a:pt x="44" y="30"/>
                  </a:lnTo>
                  <a:lnTo>
                    <a:pt x="44" y="30"/>
                  </a:lnTo>
                  <a:lnTo>
                    <a:pt x="44" y="30"/>
                  </a:lnTo>
                  <a:lnTo>
                    <a:pt x="44" y="30"/>
                  </a:lnTo>
                  <a:lnTo>
                    <a:pt x="45" y="30"/>
                  </a:lnTo>
                  <a:lnTo>
                    <a:pt x="45" y="29"/>
                  </a:lnTo>
                  <a:lnTo>
                    <a:pt x="45" y="29"/>
                  </a:lnTo>
                  <a:lnTo>
                    <a:pt x="46" y="29"/>
                  </a:lnTo>
                  <a:lnTo>
                    <a:pt x="46" y="29"/>
                  </a:lnTo>
                  <a:lnTo>
                    <a:pt x="46" y="27"/>
                  </a:lnTo>
                  <a:lnTo>
                    <a:pt x="46" y="27"/>
                  </a:lnTo>
                  <a:lnTo>
                    <a:pt x="46" y="27"/>
                  </a:lnTo>
                  <a:lnTo>
                    <a:pt x="48" y="26"/>
                  </a:lnTo>
                  <a:lnTo>
                    <a:pt x="48" y="26"/>
                  </a:lnTo>
                  <a:lnTo>
                    <a:pt x="48" y="25"/>
                  </a:lnTo>
                  <a:lnTo>
                    <a:pt x="48" y="25"/>
                  </a:lnTo>
                  <a:lnTo>
                    <a:pt x="49" y="24"/>
                  </a:lnTo>
                  <a:lnTo>
                    <a:pt x="49" y="24"/>
                  </a:lnTo>
                  <a:lnTo>
                    <a:pt x="49" y="23"/>
                  </a:lnTo>
                  <a:lnTo>
                    <a:pt x="49" y="23"/>
                  </a:lnTo>
                  <a:lnTo>
                    <a:pt x="50" y="22"/>
                  </a:lnTo>
                  <a:lnTo>
                    <a:pt x="50" y="22"/>
                  </a:lnTo>
                  <a:lnTo>
                    <a:pt x="51" y="22"/>
                  </a:lnTo>
                  <a:lnTo>
                    <a:pt x="51" y="21"/>
                  </a:lnTo>
                  <a:lnTo>
                    <a:pt x="52" y="21"/>
                  </a:lnTo>
                  <a:lnTo>
                    <a:pt x="52" y="21"/>
                  </a:lnTo>
                  <a:lnTo>
                    <a:pt x="53" y="20"/>
                  </a:lnTo>
                  <a:lnTo>
                    <a:pt x="53" y="20"/>
                  </a:lnTo>
                  <a:lnTo>
                    <a:pt x="54" y="20"/>
                  </a:lnTo>
                  <a:lnTo>
                    <a:pt x="55" y="19"/>
                  </a:lnTo>
                  <a:lnTo>
                    <a:pt x="55" y="19"/>
                  </a:lnTo>
                  <a:lnTo>
                    <a:pt x="56" y="18"/>
                  </a:lnTo>
                  <a:lnTo>
                    <a:pt x="57" y="18"/>
                  </a:lnTo>
                  <a:lnTo>
                    <a:pt x="58" y="17"/>
                  </a:lnTo>
                  <a:lnTo>
                    <a:pt x="58" y="17"/>
                  </a:lnTo>
                  <a:lnTo>
                    <a:pt x="59" y="16"/>
                  </a:lnTo>
                  <a:lnTo>
                    <a:pt x="60" y="16"/>
                  </a:lnTo>
                  <a:lnTo>
                    <a:pt x="60" y="15"/>
                  </a:lnTo>
                  <a:lnTo>
                    <a:pt x="61" y="15"/>
                  </a:lnTo>
                  <a:lnTo>
                    <a:pt x="62" y="14"/>
                  </a:lnTo>
                  <a:lnTo>
                    <a:pt x="63" y="14"/>
                  </a:lnTo>
                  <a:lnTo>
                    <a:pt x="63" y="13"/>
                  </a:lnTo>
                  <a:lnTo>
                    <a:pt x="64" y="13"/>
                  </a:lnTo>
                  <a:lnTo>
                    <a:pt x="64" y="13"/>
                  </a:lnTo>
                  <a:lnTo>
                    <a:pt x="64" y="13"/>
                  </a:lnTo>
                  <a:lnTo>
                    <a:pt x="66" y="13"/>
                  </a:lnTo>
                  <a:lnTo>
                    <a:pt x="66" y="13"/>
                  </a:lnTo>
                  <a:lnTo>
                    <a:pt x="66" y="13"/>
                  </a:lnTo>
                  <a:lnTo>
                    <a:pt x="66" y="13"/>
                  </a:lnTo>
                  <a:lnTo>
                    <a:pt x="66" y="13"/>
                  </a:lnTo>
                  <a:lnTo>
                    <a:pt x="67" y="13"/>
                  </a:lnTo>
                  <a:lnTo>
                    <a:pt x="67" y="13"/>
                  </a:lnTo>
                  <a:lnTo>
                    <a:pt x="67" y="13"/>
                  </a:lnTo>
                  <a:lnTo>
                    <a:pt x="67" y="14"/>
                  </a:lnTo>
                  <a:lnTo>
                    <a:pt x="67" y="14"/>
                  </a:lnTo>
                  <a:lnTo>
                    <a:pt x="68" y="14"/>
                  </a:lnTo>
                  <a:lnTo>
                    <a:pt x="68" y="14"/>
                  </a:lnTo>
                  <a:lnTo>
                    <a:pt x="68" y="15"/>
                  </a:lnTo>
                  <a:lnTo>
                    <a:pt x="69" y="15"/>
                  </a:lnTo>
                  <a:lnTo>
                    <a:pt x="69" y="15"/>
                  </a:lnTo>
                  <a:lnTo>
                    <a:pt x="69" y="16"/>
                  </a:lnTo>
                  <a:lnTo>
                    <a:pt x="69" y="16"/>
                  </a:lnTo>
                  <a:lnTo>
                    <a:pt x="70" y="16"/>
                  </a:lnTo>
                  <a:lnTo>
                    <a:pt x="70" y="16"/>
                  </a:lnTo>
                  <a:lnTo>
                    <a:pt x="70" y="17"/>
                  </a:lnTo>
                  <a:lnTo>
                    <a:pt x="70" y="17"/>
                  </a:lnTo>
                  <a:lnTo>
                    <a:pt x="71" y="17"/>
                  </a:lnTo>
                  <a:lnTo>
                    <a:pt x="71" y="17"/>
                  </a:lnTo>
                  <a:lnTo>
                    <a:pt x="71" y="18"/>
                  </a:lnTo>
                  <a:lnTo>
                    <a:pt x="72" y="18"/>
                  </a:lnTo>
                  <a:lnTo>
                    <a:pt x="72" y="18"/>
                  </a:lnTo>
                  <a:lnTo>
                    <a:pt x="73" y="18"/>
                  </a:lnTo>
                  <a:lnTo>
                    <a:pt x="73" y="18"/>
                  </a:lnTo>
                  <a:lnTo>
                    <a:pt x="74" y="18"/>
                  </a:lnTo>
                  <a:lnTo>
                    <a:pt x="74" y="18"/>
                  </a:lnTo>
                  <a:lnTo>
                    <a:pt x="75" y="18"/>
                  </a:lnTo>
                  <a:lnTo>
                    <a:pt x="75" y="18"/>
                  </a:lnTo>
                  <a:lnTo>
                    <a:pt x="75" y="18"/>
                  </a:lnTo>
                  <a:lnTo>
                    <a:pt x="75" y="18"/>
                  </a:lnTo>
                  <a:lnTo>
                    <a:pt x="76" y="18"/>
                  </a:lnTo>
                  <a:lnTo>
                    <a:pt x="76" y="19"/>
                  </a:lnTo>
                  <a:lnTo>
                    <a:pt x="76" y="19"/>
                  </a:lnTo>
                  <a:lnTo>
                    <a:pt x="76" y="19"/>
                  </a:lnTo>
                  <a:lnTo>
                    <a:pt x="76" y="19"/>
                  </a:lnTo>
                  <a:lnTo>
                    <a:pt x="76" y="19"/>
                  </a:lnTo>
                  <a:lnTo>
                    <a:pt x="76" y="20"/>
                  </a:lnTo>
                  <a:lnTo>
                    <a:pt x="76" y="20"/>
                  </a:lnTo>
                  <a:lnTo>
                    <a:pt x="77" y="20"/>
                  </a:lnTo>
                  <a:lnTo>
                    <a:pt x="77" y="21"/>
                  </a:lnTo>
                  <a:lnTo>
                    <a:pt x="77" y="21"/>
                  </a:lnTo>
                  <a:lnTo>
                    <a:pt x="77" y="22"/>
                  </a:lnTo>
                  <a:lnTo>
                    <a:pt x="77" y="22"/>
                  </a:lnTo>
                  <a:lnTo>
                    <a:pt x="77" y="23"/>
                  </a:lnTo>
                  <a:lnTo>
                    <a:pt x="77" y="23"/>
                  </a:lnTo>
                  <a:lnTo>
                    <a:pt x="77" y="24"/>
                  </a:lnTo>
                  <a:lnTo>
                    <a:pt x="76" y="24"/>
                  </a:lnTo>
                  <a:lnTo>
                    <a:pt x="76" y="25"/>
                  </a:lnTo>
                  <a:lnTo>
                    <a:pt x="76" y="25"/>
                  </a:lnTo>
                  <a:lnTo>
                    <a:pt x="76" y="26"/>
                  </a:lnTo>
                  <a:lnTo>
                    <a:pt x="76" y="26"/>
                  </a:lnTo>
                  <a:lnTo>
                    <a:pt x="76" y="27"/>
                  </a:lnTo>
                  <a:lnTo>
                    <a:pt x="75" y="27"/>
                  </a:lnTo>
                  <a:lnTo>
                    <a:pt x="75" y="29"/>
                  </a:lnTo>
                  <a:lnTo>
                    <a:pt x="75" y="29"/>
                  </a:lnTo>
                  <a:lnTo>
                    <a:pt x="75" y="29"/>
                  </a:lnTo>
                  <a:lnTo>
                    <a:pt x="74" y="29"/>
                  </a:lnTo>
                  <a:lnTo>
                    <a:pt x="74" y="29"/>
                  </a:lnTo>
                  <a:lnTo>
                    <a:pt x="74" y="30"/>
                  </a:lnTo>
                  <a:lnTo>
                    <a:pt x="73" y="30"/>
                  </a:lnTo>
                  <a:lnTo>
                    <a:pt x="73" y="30"/>
                  </a:lnTo>
                  <a:lnTo>
                    <a:pt x="72" y="30"/>
                  </a:lnTo>
                  <a:lnTo>
                    <a:pt x="72" y="30"/>
                  </a:lnTo>
                  <a:lnTo>
                    <a:pt x="71" y="30"/>
                  </a:lnTo>
                  <a:lnTo>
                    <a:pt x="71" y="30"/>
                  </a:lnTo>
                  <a:lnTo>
                    <a:pt x="70" y="30"/>
                  </a:lnTo>
                  <a:lnTo>
                    <a:pt x="70" y="30"/>
                  </a:lnTo>
                  <a:lnTo>
                    <a:pt x="69" y="29"/>
                  </a:lnTo>
                  <a:lnTo>
                    <a:pt x="69" y="29"/>
                  </a:lnTo>
                  <a:lnTo>
                    <a:pt x="68" y="29"/>
                  </a:lnTo>
                  <a:lnTo>
                    <a:pt x="67" y="29"/>
                  </a:lnTo>
                  <a:lnTo>
                    <a:pt x="67" y="29"/>
                  </a:lnTo>
                  <a:lnTo>
                    <a:pt x="66" y="29"/>
                  </a:lnTo>
                  <a:lnTo>
                    <a:pt x="64" y="27"/>
                  </a:lnTo>
                  <a:lnTo>
                    <a:pt x="64" y="27"/>
                  </a:lnTo>
                  <a:lnTo>
                    <a:pt x="63" y="27"/>
                  </a:lnTo>
                  <a:lnTo>
                    <a:pt x="63" y="27"/>
                  </a:lnTo>
                  <a:lnTo>
                    <a:pt x="62" y="27"/>
                  </a:lnTo>
                  <a:lnTo>
                    <a:pt x="62" y="27"/>
                  </a:lnTo>
                  <a:lnTo>
                    <a:pt x="61" y="27"/>
                  </a:lnTo>
                  <a:lnTo>
                    <a:pt x="61" y="27"/>
                  </a:lnTo>
                  <a:lnTo>
                    <a:pt x="60" y="27"/>
                  </a:lnTo>
                  <a:lnTo>
                    <a:pt x="60" y="27"/>
                  </a:lnTo>
                  <a:lnTo>
                    <a:pt x="60" y="27"/>
                  </a:lnTo>
                  <a:lnTo>
                    <a:pt x="59" y="27"/>
                  </a:lnTo>
                  <a:lnTo>
                    <a:pt x="59" y="27"/>
                  </a:lnTo>
                  <a:lnTo>
                    <a:pt x="58" y="27"/>
                  </a:lnTo>
                  <a:lnTo>
                    <a:pt x="58" y="27"/>
                  </a:lnTo>
                  <a:lnTo>
                    <a:pt x="58" y="27"/>
                  </a:lnTo>
                  <a:lnTo>
                    <a:pt x="57" y="27"/>
                  </a:lnTo>
                  <a:lnTo>
                    <a:pt x="57" y="27"/>
                  </a:lnTo>
                  <a:lnTo>
                    <a:pt x="57" y="27"/>
                  </a:lnTo>
                  <a:lnTo>
                    <a:pt x="56" y="29"/>
                  </a:lnTo>
                  <a:lnTo>
                    <a:pt x="56" y="29"/>
                  </a:lnTo>
                  <a:lnTo>
                    <a:pt x="55" y="29"/>
                  </a:lnTo>
                  <a:lnTo>
                    <a:pt x="55" y="29"/>
                  </a:lnTo>
                  <a:lnTo>
                    <a:pt x="55" y="30"/>
                  </a:lnTo>
                  <a:lnTo>
                    <a:pt x="55" y="30"/>
                  </a:lnTo>
                  <a:lnTo>
                    <a:pt x="54" y="30"/>
                  </a:lnTo>
                  <a:lnTo>
                    <a:pt x="54" y="30"/>
                  </a:lnTo>
                  <a:lnTo>
                    <a:pt x="54" y="31"/>
                  </a:lnTo>
                  <a:lnTo>
                    <a:pt x="54" y="31"/>
                  </a:lnTo>
                  <a:lnTo>
                    <a:pt x="54" y="31"/>
                  </a:lnTo>
                  <a:lnTo>
                    <a:pt x="54" y="32"/>
                  </a:lnTo>
                  <a:lnTo>
                    <a:pt x="54" y="32"/>
                  </a:lnTo>
                  <a:lnTo>
                    <a:pt x="54" y="33"/>
                  </a:lnTo>
                  <a:lnTo>
                    <a:pt x="54" y="33"/>
                  </a:lnTo>
                  <a:lnTo>
                    <a:pt x="54" y="33"/>
                  </a:lnTo>
                  <a:lnTo>
                    <a:pt x="54" y="34"/>
                  </a:lnTo>
                  <a:lnTo>
                    <a:pt x="54" y="34"/>
                  </a:lnTo>
                  <a:lnTo>
                    <a:pt x="55" y="34"/>
                  </a:lnTo>
                  <a:lnTo>
                    <a:pt x="55" y="35"/>
                  </a:lnTo>
                  <a:lnTo>
                    <a:pt x="55" y="35"/>
                  </a:lnTo>
                  <a:lnTo>
                    <a:pt x="55" y="35"/>
                  </a:lnTo>
                  <a:lnTo>
                    <a:pt x="55" y="36"/>
                  </a:lnTo>
                  <a:lnTo>
                    <a:pt x="55" y="36"/>
                  </a:lnTo>
                  <a:lnTo>
                    <a:pt x="56" y="36"/>
                  </a:lnTo>
                  <a:lnTo>
                    <a:pt x="56" y="36"/>
                  </a:lnTo>
                  <a:lnTo>
                    <a:pt x="56" y="37"/>
                  </a:lnTo>
                  <a:lnTo>
                    <a:pt x="57" y="37"/>
                  </a:lnTo>
                  <a:lnTo>
                    <a:pt x="57" y="37"/>
                  </a:lnTo>
                  <a:lnTo>
                    <a:pt x="58" y="37"/>
                  </a:lnTo>
                  <a:lnTo>
                    <a:pt x="58" y="38"/>
                  </a:lnTo>
                  <a:lnTo>
                    <a:pt x="59" y="38"/>
                  </a:lnTo>
                  <a:lnTo>
                    <a:pt x="59" y="38"/>
                  </a:lnTo>
                  <a:lnTo>
                    <a:pt x="60" y="38"/>
                  </a:lnTo>
                  <a:lnTo>
                    <a:pt x="60" y="39"/>
                  </a:lnTo>
                  <a:lnTo>
                    <a:pt x="61" y="39"/>
                  </a:lnTo>
                  <a:lnTo>
                    <a:pt x="61" y="39"/>
                  </a:lnTo>
                  <a:lnTo>
                    <a:pt x="62" y="40"/>
                  </a:lnTo>
                  <a:lnTo>
                    <a:pt x="62" y="40"/>
                  </a:lnTo>
                  <a:lnTo>
                    <a:pt x="62" y="41"/>
                  </a:lnTo>
                  <a:lnTo>
                    <a:pt x="62" y="41"/>
                  </a:lnTo>
                  <a:lnTo>
                    <a:pt x="63" y="41"/>
                  </a:lnTo>
                  <a:lnTo>
                    <a:pt x="63" y="42"/>
                  </a:lnTo>
                  <a:lnTo>
                    <a:pt x="63" y="42"/>
                  </a:lnTo>
                  <a:lnTo>
                    <a:pt x="63" y="43"/>
                  </a:lnTo>
                  <a:lnTo>
                    <a:pt x="63" y="43"/>
                  </a:lnTo>
                  <a:lnTo>
                    <a:pt x="63" y="44"/>
                  </a:lnTo>
                  <a:lnTo>
                    <a:pt x="63" y="44"/>
                  </a:lnTo>
                  <a:lnTo>
                    <a:pt x="63" y="44"/>
                  </a:lnTo>
                  <a:lnTo>
                    <a:pt x="63" y="45"/>
                  </a:lnTo>
                  <a:lnTo>
                    <a:pt x="63" y="45"/>
                  </a:lnTo>
                  <a:lnTo>
                    <a:pt x="63" y="45"/>
                  </a:lnTo>
                  <a:lnTo>
                    <a:pt x="63" y="45"/>
                  </a:lnTo>
                  <a:lnTo>
                    <a:pt x="63" y="47"/>
                  </a:lnTo>
                  <a:lnTo>
                    <a:pt x="63" y="47"/>
                  </a:lnTo>
                  <a:lnTo>
                    <a:pt x="62" y="47"/>
                  </a:lnTo>
                  <a:lnTo>
                    <a:pt x="62" y="47"/>
                  </a:lnTo>
                  <a:lnTo>
                    <a:pt x="62" y="48"/>
                  </a:lnTo>
                  <a:lnTo>
                    <a:pt x="62" y="48"/>
                  </a:lnTo>
                  <a:lnTo>
                    <a:pt x="62" y="48"/>
                  </a:lnTo>
                  <a:lnTo>
                    <a:pt x="61" y="48"/>
                  </a:lnTo>
                  <a:lnTo>
                    <a:pt x="61" y="48"/>
                  </a:lnTo>
                  <a:lnTo>
                    <a:pt x="60" y="48"/>
                  </a:lnTo>
                  <a:lnTo>
                    <a:pt x="60" y="48"/>
                  </a:lnTo>
                  <a:lnTo>
                    <a:pt x="59" y="48"/>
                  </a:lnTo>
                  <a:lnTo>
                    <a:pt x="59" y="48"/>
                  </a:lnTo>
                  <a:lnTo>
                    <a:pt x="58" y="48"/>
                  </a:lnTo>
                  <a:lnTo>
                    <a:pt x="58" y="47"/>
                  </a:lnTo>
                  <a:lnTo>
                    <a:pt x="57" y="47"/>
                  </a:lnTo>
                  <a:lnTo>
                    <a:pt x="56" y="47"/>
                  </a:lnTo>
                  <a:lnTo>
                    <a:pt x="56" y="45"/>
                  </a:lnTo>
                  <a:lnTo>
                    <a:pt x="55" y="45"/>
                  </a:lnTo>
                  <a:lnTo>
                    <a:pt x="55" y="45"/>
                  </a:lnTo>
                  <a:lnTo>
                    <a:pt x="54" y="44"/>
                  </a:lnTo>
                  <a:lnTo>
                    <a:pt x="54" y="44"/>
                  </a:lnTo>
                  <a:lnTo>
                    <a:pt x="54" y="44"/>
                  </a:lnTo>
                  <a:lnTo>
                    <a:pt x="53" y="44"/>
                  </a:lnTo>
                  <a:lnTo>
                    <a:pt x="53" y="44"/>
                  </a:lnTo>
                  <a:lnTo>
                    <a:pt x="53" y="44"/>
                  </a:lnTo>
                  <a:lnTo>
                    <a:pt x="52" y="43"/>
                  </a:lnTo>
                  <a:lnTo>
                    <a:pt x="52" y="43"/>
                  </a:lnTo>
                  <a:lnTo>
                    <a:pt x="52" y="43"/>
                  </a:lnTo>
                  <a:lnTo>
                    <a:pt x="51" y="43"/>
                  </a:lnTo>
                  <a:lnTo>
                    <a:pt x="51" y="42"/>
                  </a:lnTo>
                  <a:lnTo>
                    <a:pt x="51" y="42"/>
                  </a:lnTo>
                  <a:lnTo>
                    <a:pt x="50" y="42"/>
                  </a:lnTo>
                  <a:lnTo>
                    <a:pt x="50" y="42"/>
                  </a:lnTo>
                  <a:lnTo>
                    <a:pt x="50" y="41"/>
                  </a:lnTo>
                  <a:lnTo>
                    <a:pt x="49" y="41"/>
                  </a:lnTo>
                  <a:lnTo>
                    <a:pt x="49" y="41"/>
                  </a:lnTo>
                  <a:lnTo>
                    <a:pt x="49" y="40"/>
                  </a:lnTo>
                  <a:lnTo>
                    <a:pt x="48" y="40"/>
                  </a:lnTo>
                  <a:lnTo>
                    <a:pt x="48" y="40"/>
                  </a:lnTo>
                  <a:lnTo>
                    <a:pt x="48" y="40"/>
                  </a:lnTo>
                  <a:lnTo>
                    <a:pt x="48" y="39"/>
                  </a:lnTo>
                  <a:lnTo>
                    <a:pt x="48" y="39"/>
                  </a:lnTo>
                  <a:lnTo>
                    <a:pt x="46" y="39"/>
                  </a:lnTo>
                  <a:lnTo>
                    <a:pt x="46" y="39"/>
                  </a:lnTo>
                  <a:lnTo>
                    <a:pt x="46" y="39"/>
                  </a:lnTo>
                  <a:lnTo>
                    <a:pt x="46" y="38"/>
                  </a:lnTo>
                  <a:lnTo>
                    <a:pt x="46" y="38"/>
                  </a:lnTo>
                  <a:lnTo>
                    <a:pt x="46" y="38"/>
                  </a:lnTo>
                  <a:lnTo>
                    <a:pt x="46" y="38"/>
                  </a:lnTo>
                  <a:lnTo>
                    <a:pt x="46" y="38"/>
                  </a:lnTo>
                  <a:lnTo>
                    <a:pt x="45" y="38"/>
                  </a:lnTo>
                  <a:lnTo>
                    <a:pt x="45" y="39"/>
                  </a:lnTo>
                  <a:lnTo>
                    <a:pt x="45" y="39"/>
                  </a:lnTo>
                  <a:lnTo>
                    <a:pt x="45" y="39"/>
                  </a:lnTo>
                  <a:lnTo>
                    <a:pt x="45" y="39"/>
                  </a:lnTo>
                  <a:lnTo>
                    <a:pt x="45" y="39"/>
                  </a:lnTo>
                  <a:lnTo>
                    <a:pt x="45" y="39"/>
                  </a:lnTo>
                  <a:lnTo>
                    <a:pt x="45" y="40"/>
                  </a:lnTo>
                  <a:lnTo>
                    <a:pt x="45" y="40"/>
                  </a:lnTo>
                  <a:lnTo>
                    <a:pt x="45" y="40"/>
                  </a:lnTo>
                  <a:lnTo>
                    <a:pt x="45" y="41"/>
                  </a:lnTo>
                  <a:lnTo>
                    <a:pt x="45" y="41"/>
                  </a:lnTo>
                  <a:lnTo>
                    <a:pt x="45" y="41"/>
                  </a:lnTo>
                  <a:lnTo>
                    <a:pt x="45" y="41"/>
                  </a:lnTo>
                  <a:lnTo>
                    <a:pt x="45" y="41"/>
                  </a:lnTo>
                  <a:lnTo>
                    <a:pt x="45" y="42"/>
                  </a:lnTo>
                  <a:lnTo>
                    <a:pt x="45" y="42"/>
                  </a:lnTo>
                  <a:lnTo>
                    <a:pt x="45" y="42"/>
                  </a:lnTo>
                  <a:lnTo>
                    <a:pt x="45" y="42"/>
                  </a:lnTo>
                  <a:lnTo>
                    <a:pt x="44" y="42"/>
                  </a:lnTo>
                  <a:lnTo>
                    <a:pt x="44" y="42"/>
                  </a:lnTo>
                  <a:lnTo>
                    <a:pt x="44" y="42"/>
                  </a:lnTo>
                  <a:lnTo>
                    <a:pt x="44" y="42"/>
                  </a:lnTo>
                  <a:lnTo>
                    <a:pt x="43" y="42"/>
                  </a:lnTo>
                  <a:lnTo>
                    <a:pt x="43" y="43"/>
                  </a:lnTo>
                  <a:lnTo>
                    <a:pt x="43" y="43"/>
                  </a:lnTo>
                  <a:lnTo>
                    <a:pt x="42" y="43"/>
                  </a:lnTo>
                  <a:lnTo>
                    <a:pt x="42" y="43"/>
                  </a:lnTo>
                  <a:lnTo>
                    <a:pt x="42" y="43"/>
                  </a:lnTo>
                  <a:lnTo>
                    <a:pt x="42" y="43"/>
                  </a:lnTo>
                  <a:lnTo>
                    <a:pt x="41" y="43"/>
                  </a:lnTo>
                  <a:lnTo>
                    <a:pt x="41" y="43"/>
                  </a:lnTo>
                  <a:lnTo>
                    <a:pt x="41" y="42"/>
                  </a:lnTo>
                  <a:lnTo>
                    <a:pt x="41" y="42"/>
                  </a:lnTo>
                  <a:lnTo>
                    <a:pt x="40" y="42"/>
                  </a:lnTo>
                  <a:lnTo>
                    <a:pt x="40" y="42"/>
                  </a:lnTo>
                  <a:lnTo>
                    <a:pt x="40" y="41"/>
                  </a:lnTo>
                  <a:lnTo>
                    <a:pt x="40" y="41"/>
                  </a:lnTo>
                  <a:lnTo>
                    <a:pt x="40" y="40"/>
                  </a:lnTo>
                  <a:lnTo>
                    <a:pt x="39" y="39"/>
                  </a:lnTo>
                  <a:lnTo>
                    <a:pt x="39" y="38"/>
                  </a:lnTo>
                  <a:lnTo>
                    <a:pt x="38" y="37"/>
                  </a:lnTo>
                  <a:lnTo>
                    <a:pt x="38" y="36"/>
                  </a:lnTo>
                  <a:lnTo>
                    <a:pt x="37" y="36"/>
                  </a:lnTo>
                  <a:lnTo>
                    <a:pt x="37" y="35"/>
                  </a:lnTo>
                  <a:lnTo>
                    <a:pt x="36" y="34"/>
                  </a:lnTo>
                  <a:lnTo>
                    <a:pt x="35" y="34"/>
                  </a:lnTo>
                  <a:lnTo>
                    <a:pt x="35" y="33"/>
                  </a:lnTo>
                  <a:lnTo>
                    <a:pt x="34" y="33"/>
                  </a:lnTo>
                  <a:lnTo>
                    <a:pt x="33" y="32"/>
                  </a:lnTo>
                  <a:lnTo>
                    <a:pt x="32" y="32"/>
                  </a:lnTo>
                  <a:lnTo>
                    <a:pt x="31" y="32"/>
                  </a:lnTo>
                  <a:lnTo>
                    <a:pt x="30" y="32"/>
                  </a:lnTo>
                  <a:lnTo>
                    <a:pt x="30" y="32"/>
                  </a:lnTo>
                  <a:lnTo>
                    <a:pt x="28" y="33"/>
                  </a:lnTo>
                  <a:lnTo>
                    <a:pt x="27" y="33"/>
                  </a:lnTo>
                  <a:lnTo>
                    <a:pt x="26" y="33"/>
                  </a:lnTo>
                  <a:lnTo>
                    <a:pt x="25" y="33"/>
                  </a:lnTo>
                  <a:lnTo>
                    <a:pt x="24" y="33"/>
                  </a:lnTo>
                  <a:lnTo>
                    <a:pt x="23" y="34"/>
                  </a:lnTo>
                  <a:lnTo>
                    <a:pt x="22" y="34"/>
                  </a:lnTo>
                  <a:lnTo>
                    <a:pt x="21" y="34"/>
                  </a:lnTo>
                  <a:lnTo>
                    <a:pt x="20" y="34"/>
                  </a:lnTo>
                  <a:lnTo>
                    <a:pt x="19" y="34"/>
                  </a:lnTo>
                  <a:lnTo>
                    <a:pt x="18" y="34"/>
                  </a:lnTo>
                  <a:lnTo>
                    <a:pt x="17" y="34"/>
                  </a:lnTo>
                  <a:lnTo>
                    <a:pt x="17" y="35"/>
                  </a:lnTo>
                  <a:lnTo>
                    <a:pt x="16" y="35"/>
                  </a:lnTo>
                  <a:lnTo>
                    <a:pt x="15" y="35"/>
                  </a:lnTo>
                  <a:lnTo>
                    <a:pt x="15" y="35"/>
                  </a:lnTo>
                  <a:lnTo>
                    <a:pt x="14" y="35"/>
                  </a:lnTo>
                  <a:lnTo>
                    <a:pt x="14" y="35"/>
                  </a:lnTo>
                  <a:lnTo>
                    <a:pt x="13" y="35"/>
                  </a:lnTo>
                  <a:lnTo>
                    <a:pt x="13" y="35"/>
                  </a:lnTo>
                  <a:lnTo>
                    <a:pt x="12" y="35"/>
                  </a:lnTo>
                  <a:lnTo>
                    <a:pt x="10" y="35"/>
                  </a:lnTo>
                  <a:lnTo>
                    <a:pt x="10" y="35"/>
                  </a:lnTo>
                  <a:lnTo>
                    <a:pt x="9" y="35"/>
                  </a:lnTo>
                  <a:lnTo>
                    <a:pt x="9" y="34"/>
                  </a:lnTo>
                  <a:lnTo>
                    <a:pt x="8" y="34"/>
                  </a:lnTo>
                  <a:lnTo>
                    <a:pt x="7" y="34"/>
                  </a:lnTo>
                  <a:lnTo>
                    <a:pt x="7" y="34"/>
                  </a:lnTo>
                  <a:lnTo>
                    <a:pt x="6" y="34"/>
                  </a:lnTo>
                  <a:lnTo>
                    <a:pt x="6" y="34"/>
                  </a:lnTo>
                  <a:lnTo>
                    <a:pt x="5" y="34"/>
                  </a:lnTo>
                  <a:lnTo>
                    <a:pt x="5" y="34"/>
                  </a:lnTo>
                  <a:lnTo>
                    <a:pt x="5" y="34"/>
                  </a:lnTo>
                  <a:lnTo>
                    <a:pt x="4" y="34"/>
                  </a:lnTo>
                  <a:lnTo>
                    <a:pt x="4" y="34"/>
                  </a:lnTo>
                  <a:lnTo>
                    <a:pt x="3" y="33"/>
                  </a:lnTo>
                  <a:lnTo>
                    <a:pt x="3" y="33"/>
                  </a:lnTo>
                  <a:lnTo>
                    <a:pt x="3" y="33"/>
                  </a:lnTo>
                  <a:lnTo>
                    <a:pt x="2" y="33"/>
                  </a:lnTo>
                  <a:lnTo>
                    <a:pt x="2" y="32"/>
                  </a:lnTo>
                  <a:lnTo>
                    <a:pt x="2" y="32"/>
                  </a:lnTo>
                  <a:lnTo>
                    <a:pt x="1" y="32"/>
                  </a:lnTo>
                  <a:lnTo>
                    <a:pt x="1" y="31"/>
                  </a:lnTo>
                  <a:lnTo>
                    <a:pt x="1" y="31"/>
                  </a:lnTo>
                  <a:lnTo>
                    <a:pt x="1" y="30"/>
                  </a:lnTo>
                  <a:lnTo>
                    <a:pt x="1" y="30"/>
                  </a:lnTo>
                  <a:lnTo>
                    <a:pt x="0" y="29"/>
                  </a:lnTo>
                  <a:lnTo>
                    <a:pt x="0" y="29"/>
                  </a:lnTo>
                  <a:lnTo>
                    <a:pt x="0" y="27"/>
                  </a:lnTo>
                  <a:lnTo>
                    <a:pt x="0" y="27"/>
                  </a:lnTo>
                  <a:lnTo>
                    <a:pt x="0" y="27"/>
                  </a:lnTo>
                  <a:lnTo>
                    <a:pt x="0" y="26"/>
                  </a:lnTo>
                  <a:lnTo>
                    <a:pt x="0" y="26"/>
                  </a:lnTo>
                  <a:lnTo>
                    <a:pt x="0" y="26"/>
                  </a:lnTo>
                  <a:lnTo>
                    <a:pt x="0" y="26"/>
                  </a:lnTo>
                  <a:lnTo>
                    <a:pt x="1" y="25"/>
                  </a:lnTo>
                  <a:lnTo>
                    <a:pt x="1" y="25"/>
                  </a:lnTo>
                  <a:lnTo>
                    <a:pt x="1" y="25"/>
                  </a:lnTo>
                  <a:lnTo>
                    <a:pt x="1" y="25"/>
                  </a:lnTo>
                  <a:lnTo>
                    <a:pt x="2" y="25"/>
                  </a:lnTo>
                  <a:lnTo>
                    <a:pt x="2" y="24"/>
                  </a:lnTo>
                  <a:lnTo>
                    <a:pt x="3" y="24"/>
                  </a:lnTo>
                  <a:lnTo>
                    <a:pt x="3" y="24"/>
                  </a:lnTo>
                  <a:lnTo>
                    <a:pt x="4" y="24"/>
                  </a:lnTo>
                  <a:lnTo>
                    <a:pt x="4" y="24"/>
                  </a:lnTo>
                  <a:lnTo>
                    <a:pt x="5" y="24"/>
                  </a:lnTo>
                  <a:lnTo>
                    <a:pt x="5" y="24"/>
                  </a:lnTo>
                  <a:lnTo>
                    <a:pt x="6" y="23"/>
                  </a:lnTo>
                  <a:lnTo>
                    <a:pt x="6" y="23"/>
                  </a:lnTo>
                  <a:lnTo>
                    <a:pt x="6" y="23"/>
                  </a:lnTo>
                  <a:lnTo>
                    <a:pt x="7" y="23"/>
                  </a:lnTo>
                  <a:lnTo>
                    <a:pt x="7" y="23"/>
                  </a:lnTo>
                  <a:lnTo>
                    <a:pt x="7" y="23"/>
                  </a:lnTo>
                  <a:lnTo>
                    <a:pt x="8" y="22"/>
                  </a:lnTo>
                  <a:lnTo>
                    <a:pt x="8" y="22"/>
                  </a:lnTo>
                  <a:lnTo>
                    <a:pt x="9" y="22"/>
                  </a:lnTo>
                  <a:lnTo>
                    <a:pt x="9" y="21"/>
                  </a:lnTo>
                  <a:lnTo>
                    <a:pt x="9" y="21"/>
                  </a:lnTo>
                  <a:lnTo>
                    <a:pt x="9" y="20"/>
                  </a:lnTo>
                  <a:lnTo>
                    <a:pt x="10" y="20"/>
                  </a:lnTo>
                  <a:lnTo>
                    <a:pt x="10" y="19"/>
                  </a:lnTo>
                  <a:lnTo>
                    <a:pt x="10" y="19"/>
                  </a:lnTo>
                  <a:lnTo>
                    <a:pt x="12" y="18"/>
                  </a:lnTo>
                  <a:lnTo>
                    <a:pt x="12" y="18"/>
                  </a:lnTo>
                  <a:lnTo>
                    <a:pt x="13" y="18"/>
                  </a:lnTo>
                  <a:lnTo>
                    <a:pt x="13" y="17"/>
                  </a:lnTo>
                  <a:lnTo>
                    <a:pt x="13" y="17"/>
                  </a:lnTo>
                  <a:lnTo>
                    <a:pt x="14" y="17"/>
                  </a:lnTo>
                  <a:lnTo>
                    <a:pt x="14" y="17"/>
                  </a:lnTo>
                  <a:lnTo>
                    <a:pt x="14" y="17"/>
                  </a:lnTo>
                  <a:lnTo>
                    <a:pt x="15" y="16"/>
                  </a:lnTo>
                  <a:lnTo>
                    <a:pt x="15" y="16"/>
                  </a:lnTo>
                  <a:lnTo>
                    <a:pt x="16" y="16"/>
                  </a:lnTo>
                  <a:lnTo>
                    <a:pt x="16" y="16"/>
                  </a:lnTo>
                  <a:lnTo>
                    <a:pt x="16" y="16"/>
                  </a:lnTo>
                  <a:lnTo>
                    <a:pt x="17" y="16"/>
                  </a:lnTo>
                  <a:lnTo>
                    <a:pt x="17" y="16"/>
                  </a:lnTo>
                  <a:lnTo>
                    <a:pt x="18" y="16"/>
                  </a:lnTo>
                  <a:lnTo>
                    <a:pt x="18" y="15"/>
                  </a:lnTo>
                  <a:lnTo>
                    <a:pt x="18" y="15"/>
                  </a:lnTo>
                  <a:lnTo>
                    <a:pt x="19" y="15"/>
                  </a:lnTo>
                  <a:lnTo>
                    <a:pt x="19" y="15"/>
                  </a:lnTo>
                  <a:lnTo>
                    <a:pt x="19" y="14"/>
                  </a:lnTo>
                  <a:lnTo>
                    <a:pt x="19" y="14"/>
                  </a:lnTo>
                  <a:lnTo>
                    <a:pt x="20" y="13"/>
                  </a:lnTo>
                  <a:lnTo>
                    <a:pt x="20" y="13"/>
                  </a:lnTo>
                  <a:lnTo>
                    <a:pt x="20" y="13"/>
                  </a:lnTo>
                  <a:lnTo>
                    <a:pt x="20" y="12"/>
                  </a:lnTo>
                  <a:lnTo>
                    <a:pt x="20" y="12"/>
                  </a:lnTo>
                  <a:lnTo>
                    <a:pt x="20" y="11"/>
                  </a:lnTo>
                  <a:lnTo>
                    <a:pt x="20" y="11"/>
                  </a:lnTo>
                  <a:lnTo>
                    <a:pt x="19" y="9"/>
                  </a:lnTo>
                  <a:lnTo>
                    <a:pt x="19" y="9"/>
                  </a:lnTo>
                  <a:lnTo>
                    <a:pt x="42" y="3"/>
                  </a:lnTo>
                  <a:lnTo>
                    <a:pt x="51" y="0"/>
                  </a:lnTo>
                  <a:lnTo>
                    <a:pt x="51" y="0"/>
                  </a:lnTo>
                  <a:lnTo>
                    <a:pt x="51" y="0"/>
                  </a:lnTo>
                  <a:lnTo>
                    <a:pt x="5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48" name="Freeform 693"/>
            <p:cNvSpPr/>
            <p:nvPr/>
          </p:nvSpPr>
          <p:spPr bwMode="auto">
            <a:xfrm>
              <a:off x="8435975" y="4829175"/>
              <a:ext cx="3175" cy="3175"/>
            </a:xfrm>
            <a:custGeom>
              <a:avLst/>
              <a:gdLst>
                <a:gd name="T0" fmla="*/ 3 w 6"/>
                <a:gd name="T1" fmla="*/ 5 h 5"/>
                <a:gd name="T2" fmla="*/ 3 w 6"/>
                <a:gd name="T3" fmla="*/ 5 h 5"/>
                <a:gd name="T4" fmla="*/ 3 w 6"/>
                <a:gd name="T5" fmla="*/ 5 h 5"/>
                <a:gd name="T6" fmla="*/ 3 w 6"/>
                <a:gd name="T7" fmla="*/ 3 h 5"/>
                <a:gd name="T8" fmla="*/ 2 w 6"/>
                <a:gd name="T9" fmla="*/ 3 h 5"/>
                <a:gd name="T10" fmla="*/ 2 w 6"/>
                <a:gd name="T11" fmla="*/ 3 h 5"/>
                <a:gd name="T12" fmla="*/ 2 w 6"/>
                <a:gd name="T13" fmla="*/ 3 h 5"/>
                <a:gd name="T14" fmla="*/ 1 w 6"/>
                <a:gd name="T15" fmla="*/ 2 h 5"/>
                <a:gd name="T16" fmla="*/ 1 w 6"/>
                <a:gd name="T17" fmla="*/ 2 h 5"/>
                <a:gd name="T18" fmla="*/ 1 w 6"/>
                <a:gd name="T19" fmla="*/ 2 h 5"/>
                <a:gd name="T20" fmla="*/ 0 w 6"/>
                <a:gd name="T21" fmla="*/ 2 h 5"/>
                <a:gd name="T22" fmla="*/ 0 w 6"/>
                <a:gd name="T23" fmla="*/ 2 h 5"/>
                <a:gd name="T24" fmla="*/ 0 w 6"/>
                <a:gd name="T25" fmla="*/ 2 h 5"/>
                <a:gd name="T26" fmla="*/ 0 w 6"/>
                <a:gd name="T27" fmla="*/ 2 h 5"/>
                <a:gd name="T28" fmla="*/ 0 w 6"/>
                <a:gd name="T29" fmla="*/ 2 h 5"/>
                <a:gd name="T30" fmla="*/ 0 w 6"/>
                <a:gd name="T31" fmla="*/ 1 h 5"/>
                <a:gd name="T32" fmla="*/ 0 w 6"/>
                <a:gd name="T33" fmla="*/ 1 h 5"/>
                <a:gd name="T34" fmla="*/ 0 w 6"/>
                <a:gd name="T35" fmla="*/ 1 h 5"/>
                <a:gd name="T36" fmla="*/ 1 w 6"/>
                <a:gd name="T37" fmla="*/ 1 h 5"/>
                <a:gd name="T38" fmla="*/ 1 w 6"/>
                <a:gd name="T39" fmla="*/ 0 h 5"/>
                <a:gd name="T40" fmla="*/ 2 w 6"/>
                <a:gd name="T41" fmla="*/ 0 h 5"/>
                <a:gd name="T42" fmla="*/ 2 w 6"/>
                <a:gd name="T43" fmla="*/ 0 h 5"/>
                <a:gd name="T44" fmla="*/ 3 w 6"/>
                <a:gd name="T45" fmla="*/ 0 h 5"/>
                <a:gd name="T46" fmla="*/ 3 w 6"/>
                <a:gd name="T47" fmla="*/ 0 h 5"/>
                <a:gd name="T48" fmla="*/ 4 w 6"/>
                <a:gd name="T49" fmla="*/ 0 h 5"/>
                <a:gd name="T50" fmla="*/ 4 w 6"/>
                <a:gd name="T51" fmla="*/ 0 h 5"/>
                <a:gd name="T52" fmla="*/ 4 w 6"/>
                <a:gd name="T53" fmla="*/ 0 h 5"/>
                <a:gd name="T54" fmla="*/ 4 w 6"/>
                <a:gd name="T55" fmla="*/ 0 h 5"/>
                <a:gd name="T56" fmla="*/ 5 w 6"/>
                <a:gd name="T57" fmla="*/ 1 h 5"/>
                <a:gd name="T58" fmla="*/ 5 w 6"/>
                <a:gd name="T59" fmla="*/ 1 h 5"/>
                <a:gd name="T60" fmla="*/ 5 w 6"/>
                <a:gd name="T61" fmla="*/ 1 h 5"/>
                <a:gd name="T62" fmla="*/ 5 w 6"/>
                <a:gd name="T63" fmla="*/ 1 h 5"/>
                <a:gd name="T64" fmla="*/ 5 w 6"/>
                <a:gd name="T65" fmla="*/ 2 h 5"/>
                <a:gd name="T66" fmla="*/ 5 w 6"/>
                <a:gd name="T67" fmla="*/ 2 h 5"/>
                <a:gd name="T68" fmla="*/ 5 w 6"/>
                <a:gd name="T69" fmla="*/ 2 h 5"/>
                <a:gd name="T70" fmla="*/ 6 w 6"/>
                <a:gd name="T71" fmla="*/ 3 h 5"/>
                <a:gd name="T72" fmla="*/ 6 w 6"/>
                <a:gd name="T73" fmla="*/ 3 h 5"/>
                <a:gd name="T74" fmla="*/ 6 w 6"/>
                <a:gd name="T75" fmla="*/ 5 h 5"/>
                <a:gd name="T76" fmla="*/ 6 w 6"/>
                <a:gd name="T77" fmla="*/ 5 h 5"/>
                <a:gd name="T78" fmla="*/ 6 w 6"/>
                <a:gd name="T79" fmla="*/ 5 h 5"/>
                <a:gd name="T80" fmla="*/ 6 w 6"/>
                <a:gd name="T81" fmla="*/ 5 h 5"/>
                <a:gd name="T82" fmla="*/ 5 w 6"/>
                <a:gd name="T83" fmla="*/ 5 h 5"/>
                <a:gd name="T84" fmla="*/ 5 w 6"/>
                <a:gd name="T85" fmla="*/ 5 h 5"/>
                <a:gd name="T86" fmla="*/ 5 w 6"/>
                <a:gd name="T87" fmla="*/ 5 h 5"/>
                <a:gd name="T88" fmla="*/ 4 w 6"/>
                <a:gd name="T89" fmla="*/ 5 h 5"/>
                <a:gd name="T90" fmla="*/ 4 w 6"/>
                <a:gd name="T91" fmla="*/ 5 h 5"/>
                <a:gd name="T92" fmla="*/ 3 w 6"/>
                <a:gd name="T93" fmla="*/ 5 h 5"/>
                <a:gd name="T94" fmla="*/ 3 w 6"/>
                <a:gd name="T95" fmla="*/ 5 h 5"/>
                <a:gd name="T96" fmla="*/ 3 w 6"/>
                <a:gd name="T97" fmla="*/ 5 h 5"/>
                <a:gd name="T98" fmla="*/ 3 w 6"/>
                <a:gd name="T99" fmla="*/ 5 h 5"/>
                <a:gd name="T100" fmla="*/ 3 w 6"/>
                <a:gd name="T101" fmla="*/ 5 h 5"/>
                <a:gd name="T102" fmla="*/ 3 w 6"/>
                <a:gd name="T103" fmla="*/ 5 h 5"/>
                <a:gd name="T104" fmla="*/ 3 w 6"/>
                <a:gd name="T105" fmla="*/ 5 h 5"/>
                <a:gd name="T106" fmla="*/ 3 w 6"/>
                <a:gd name="T107" fmla="*/ 5 h 5"/>
                <a:gd name="T108" fmla="*/ 3 w 6"/>
                <a:gd name="T109" fmla="*/ 5 h 5"/>
                <a:gd name="T110" fmla="*/ 3 w 6"/>
                <a:gd name="T111" fmla="*/ 5 h 5"/>
                <a:gd name="T112" fmla="*/ 3 w 6"/>
                <a:gd name="T113" fmla="*/ 5 h 5"/>
                <a:gd name="T114" fmla="*/ 3 w 6"/>
                <a:gd name="T115"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 h="5">
                  <a:moveTo>
                    <a:pt x="3" y="5"/>
                  </a:moveTo>
                  <a:lnTo>
                    <a:pt x="3" y="5"/>
                  </a:lnTo>
                  <a:lnTo>
                    <a:pt x="3" y="5"/>
                  </a:lnTo>
                  <a:lnTo>
                    <a:pt x="3" y="5"/>
                  </a:lnTo>
                  <a:lnTo>
                    <a:pt x="3" y="5"/>
                  </a:lnTo>
                  <a:lnTo>
                    <a:pt x="3" y="5"/>
                  </a:lnTo>
                  <a:lnTo>
                    <a:pt x="3" y="3"/>
                  </a:lnTo>
                  <a:lnTo>
                    <a:pt x="3" y="3"/>
                  </a:lnTo>
                  <a:lnTo>
                    <a:pt x="3" y="3"/>
                  </a:lnTo>
                  <a:lnTo>
                    <a:pt x="2" y="3"/>
                  </a:lnTo>
                  <a:lnTo>
                    <a:pt x="2" y="3"/>
                  </a:lnTo>
                  <a:lnTo>
                    <a:pt x="2" y="3"/>
                  </a:lnTo>
                  <a:lnTo>
                    <a:pt x="2" y="3"/>
                  </a:lnTo>
                  <a:lnTo>
                    <a:pt x="2" y="3"/>
                  </a:lnTo>
                  <a:lnTo>
                    <a:pt x="2" y="2"/>
                  </a:lnTo>
                  <a:lnTo>
                    <a:pt x="1" y="2"/>
                  </a:lnTo>
                  <a:lnTo>
                    <a:pt x="1" y="2"/>
                  </a:lnTo>
                  <a:lnTo>
                    <a:pt x="1" y="2"/>
                  </a:lnTo>
                  <a:lnTo>
                    <a:pt x="1" y="2"/>
                  </a:lnTo>
                  <a:lnTo>
                    <a:pt x="1" y="2"/>
                  </a:lnTo>
                  <a:lnTo>
                    <a:pt x="1" y="2"/>
                  </a:lnTo>
                  <a:lnTo>
                    <a:pt x="0" y="2"/>
                  </a:lnTo>
                  <a:lnTo>
                    <a:pt x="0" y="2"/>
                  </a:lnTo>
                  <a:lnTo>
                    <a:pt x="0" y="2"/>
                  </a:lnTo>
                  <a:lnTo>
                    <a:pt x="0" y="2"/>
                  </a:lnTo>
                  <a:lnTo>
                    <a:pt x="0" y="2"/>
                  </a:lnTo>
                  <a:lnTo>
                    <a:pt x="0" y="2"/>
                  </a:lnTo>
                  <a:lnTo>
                    <a:pt x="0" y="2"/>
                  </a:lnTo>
                  <a:lnTo>
                    <a:pt x="0" y="2"/>
                  </a:lnTo>
                  <a:lnTo>
                    <a:pt x="0" y="2"/>
                  </a:lnTo>
                  <a:lnTo>
                    <a:pt x="0" y="2"/>
                  </a:lnTo>
                  <a:lnTo>
                    <a:pt x="0" y="1"/>
                  </a:lnTo>
                  <a:lnTo>
                    <a:pt x="0" y="1"/>
                  </a:lnTo>
                  <a:lnTo>
                    <a:pt x="0" y="1"/>
                  </a:lnTo>
                  <a:lnTo>
                    <a:pt x="0" y="1"/>
                  </a:lnTo>
                  <a:lnTo>
                    <a:pt x="0" y="1"/>
                  </a:lnTo>
                  <a:lnTo>
                    <a:pt x="1" y="1"/>
                  </a:lnTo>
                  <a:lnTo>
                    <a:pt x="1" y="1"/>
                  </a:lnTo>
                  <a:lnTo>
                    <a:pt x="1" y="1"/>
                  </a:lnTo>
                  <a:lnTo>
                    <a:pt x="1" y="0"/>
                  </a:lnTo>
                  <a:lnTo>
                    <a:pt x="1" y="0"/>
                  </a:lnTo>
                  <a:lnTo>
                    <a:pt x="2" y="0"/>
                  </a:lnTo>
                  <a:lnTo>
                    <a:pt x="2" y="0"/>
                  </a:lnTo>
                  <a:lnTo>
                    <a:pt x="2" y="0"/>
                  </a:lnTo>
                  <a:lnTo>
                    <a:pt x="2" y="0"/>
                  </a:lnTo>
                  <a:lnTo>
                    <a:pt x="3" y="0"/>
                  </a:lnTo>
                  <a:lnTo>
                    <a:pt x="3" y="0"/>
                  </a:lnTo>
                  <a:lnTo>
                    <a:pt x="3" y="0"/>
                  </a:lnTo>
                  <a:lnTo>
                    <a:pt x="3" y="0"/>
                  </a:lnTo>
                  <a:lnTo>
                    <a:pt x="4" y="0"/>
                  </a:lnTo>
                  <a:lnTo>
                    <a:pt x="4" y="0"/>
                  </a:lnTo>
                  <a:lnTo>
                    <a:pt x="4" y="0"/>
                  </a:lnTo>
                  <a:lnTo>
                    <a:pt x="4" y="0"/>
                  </a:lnTo>
                  <a:lnTo>
                    <a:pt x="4" y="0"/>
                  </a:lnTo>
                  <a:lnTo>
                    <a:pt x="4" y="0"/>
                  </a:lnTo>
                  <a:lnTo>
                    <a:pt x="4" y="0"/>
                  </a:lnTo>
                  <a:lnTo>
                    <a:pt x="4" y="0"/>
                  </a:lnTo>
                  <a:lnTo>
                    <a:pt x="5" y="1"/>
                  </a:lnTo>
                  <a:lnTo>
                    <a:pt x="5" y="1"/>
                  </a:lnTo>
                  <a:lnTo>
                    <a:pt x="5" y="1"/>
                  </a:lnTo>
                  <a:lnTo>
                    <a:pt x="5" y="1"/>
                  </a:lnTo>
                  <a:lnTo>
                    <a:pt x="5" y="1"/>
                  </a:lnTo>
                  <a:lnTo>
                    <a:pt x="5" y="1"/>
                  </a:lnTo>
                  <a:lnTo>
                    <a:pt x="5" y="1"/>
                  </a:lnTo>
                  <a:lnTo>
                    <a:pt x="5" y="1"/>
                  </a:lnTo>
                  <a:lnTo>
                    <a:pt x="5" y="2"/>
                  </a:lnTo>
                  <a:lnTo>
                    <a:pt x="5" y="2"/>
                  </a:lnTo>
                  <a:lnTo>
                    <a:pt x="5" y="2"/>
                  </a:lnTo>
                  <a:lnTo>
                    <a:pt x="5" y="2"/>
                  </a:lnTo>
                  <a:lnTo>
                    <a:pt x="5" y="2"/>
                  </a:lnTo>
                  <a:lnTo>
                    <a:pt x="5" y="3"/>
                  </a:lnTo>
                  <a:lnTo>
                    <a:pt x="6" y="3"/>
                  </a:lnTo>
                  <a:lnTo>
                    <a:pt x="6" y="3"/>
                  </a:lnTo>
                  <a:lnTo>
                    <a:pt x="6" y="3"/>
                  </a:lnTo>
                  <a:lnTo>
                    <a:pt x="6" y="3"/>
                  </a:lnTo>
                  <a:lnTo>
                    <a:pt x="6" y="5"/>
                  </a:lnTo>
                  <a:lnTo>
                    <a:pt x="6" y="5"/>
                  </a:lnTo>
                  <a:lnTo>
                    <a:pt x="6" y="5"/>
                  </a:lnTo>
                  <a:lnTo>
                    <a:pt x="6" y="5"/>
                  </a:lnTo>
                  <a:lnTo>
                    <a:pt x="6" y="5"/>
                  </a:lnTo>
                  <a:lnTo>
                    <a:pt x="6" y="5"/>
                  </a:lnTo>
                  <a:lnTo>
                    <a:pt x="6" y="5"/>
                  </a:lnTo>
                  <a:lnTo>
                    <a:pt x="5" y="5"/>
                  </a:lnTo>
                  <a:lnTo>
                    <a:pt x="5" y="5"/>
                  </a:lnTo>
                  <a:lnTo>
                    <a:pt x="5" y="5"/>
                  </a:lnTo>
                  <a:lnTo>
                    <a:pt x="5" y="5"/>
                  </a:lnTo>
                  <a:lnTo>
                    <a:pt x="5" y="5"/>
                  </a:lnTo>
                  <a:lnTo>
                    <a:pt x="5" y="5"/>
                  </a:lnTo>
                  <a:lnTo>
                    <a:pt x="4" y="5"/>
                  </a:lnTo>
                  <a:lnTo>
                    <a:pt x="4" y="5"/>
                  </a:lnTo>
                  <a:lnTo>
                    <a:pt x="4" y="5"/>
                  </a:lnTo>
                  <a:lnTo>
                    <a:pt x="4" y="5"/>
                  </a:lnTo>
                  <a:lnTo>
                    <a:pt x="4"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lnTo>
                    <a:pt x="3"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49" name="Freeform 694"/>
            <p:cNvSpPr/>
            <p:nvPr/>
          </p:nvSpPr>
          <p:spPr bwMode="auto">
            <a:xfrm>
              <a:off x="8442325" y="4835525"/>
              <a:ext cx="17463" cy="14288"/>
            </a:xfrm>
            <a:custGeom>
              <a:avLst/>
              <a:gdLst>
                <a:gd name="T0" fmla="*/ 0 w 33"/>
                <a:gd name="T1" fmla="*/ 20 h 26"/>
                <a:gd name="T2" fmla="*/ 1 w 33"/>
                <a:gd name="T3" fmla="*/ 18 h 26"/>
                <a:gd name="T4" fmla="*/ 4 w 33"/>
                <a:gd name="T5" fmla="*/ 16 h 26"/>
                <a:gd name="T6" fmla="*/ 6 w 33"/>
                <a:gd name="T7" fmla="*/ 15 h 26"/>
                <a:gd name="T8" fmla="*/ 8 w 33"/>
                <a:gd name="T9" fmla="*/ 12 h 26"/>
                <a:gd name="T10" fmla="*/ 11 w 33"/>
                <a:gd name="T11" fmla="*/ 9 h 26"/>
                <a:gd name="T12" fmla="*/ 12 w 33"/>
                <a:gd name="T13" fmla="*/ 9 h 26"/>
                <a:gd name="T14" fmla="*/ 13 w 33"/>
                <a:gd name="T15" fmla="*/ 11 h 26"/>
                <a:gd name="T16" fmla="*/ 15 w 33"/>
                <a:gd name="T17" fmla="*/ 11 h 26"/>
                <a:gd name="T18" fmla="*/ 16 w 33"/>
                <a:gd name="T19" fmla="*/ 11 h 26"/>
                <a:gd name="T20" fmla="*/ 18 w 33"/>
                <a:gd name="T21" fmla="*/ 11 h 26"/>
                <a:gd name="T22" fmla="*/ 20 w 33"/>
                <a:gd name="T23" fmla="*/ 9 h 26"/>
                <a:gd name="T24" fmla="*/ 23 w 33"/>
                <a:gd name="T25" fmla="*/ 7 h 26"/>
                <a:gd name="T26" fmla="*/ 24 w 33"/>
                <a:gd name="T27" fmla="*/ 5 h 26"/>
                <a:gd name="T28" fmla="*/ 25 w 33"/>
                <a:gd name="T29" fmla="*/ 4 h 26"/>
                <a:gd name="T30" fmla="*/ 27 w 33"/>
                <a:gd name="T31" fmla="*/ 2 h 26"/>
                <a:gd name="T32" fmla="*/ 28 w 33"/>
                <a:gd name="T33" fmla="*/ 1 h 26"/>
                <a:gd name="T34" fmla="*/ 30 w 33"/>
                <a:gd name="T35" fmla="*/ 0 h 26"/>
                <a:gd name="T36" fmla="*/ 31 w 33"/>
                <a:gd name="T37" fmla="*/ 0 h 26"/>
                <a:gd name="T38" fmla="*/ 32 w 33"/>
                <a:gd name="T39" fmla="*/ 1 h 26"/>
                <a:gd name="T40" fmla="*/ 33 w 33"/>
                <a:gd name="T41" fmla="*/ 2 h 26"/>
                <a:gd name="T42" fmla="*/ 33 w 33"/>
                <a:gd name="T43" fmla="*/ 3 h 26"/>
                <a:gd name="T44" fmla="*/ 32 w 33"/>
                <a:gd name="T45" fmla="*/ 4 h 26"/>
                <a:gd name="T46" fmla="*/ 30 w 33"/>
                <a:gd name="T47" fmla="*/ 6 h 26"/>
                <a:gd name="T48" fmla="*/ 28 w 33"/>
                <a:gd name="T49" fmla="*/ 7 h 26"/>
                <a:gd name="T50" fmla="*/ 27 w 33"/>
                <a:gd name="T51" fmla="*/ 8 h 26"/>
                <a:gd name="T52" fmla="*/ 28 w 33"/>
                <a:gd name="T53" fmla="*/ 9 h 26"/>
                <a:gd name="T54" fmla="*/ 28 w 33"/>
                <a:gd name="T55" fmla="*/ 12 h 26"/>
                <a:gd name="T56" fmla="*/ 28 w 33"/>
                <a:gd name="T57" fmla="*/ 14 h 26"/>
                <a:gd name="T58" fmla="*/ 28 w 33"/>
                <a:gd name="T59" fmla="*/ 16 h 26"/>
                <a:gd name="T60" fmla="*/ 28 w 33"/>
                <a:gd name="T61" fmla="*/ 18 h 26"/>
                <a:gd name="T62" fmla="*/ 28 w 33"/>
                <a:gd name="T63" fmla="*/ 20 h 26"/>
                <a:gd name="T64" fmla="*/ 26 w 33"/>
                <a:gd name="T65" fmla="*/ 22 h 26"/>
                <a:gd name="T66" fmla="*/ 24 w 33"/>
                <a:gd name="T67" fmla="*/ 23 h 26"/>
                <a:gd name="T68" fmla="*/ 23 w 33"/>
                <a:gd name="T69" fmla="*/ 22 h 26"/>
                <a:gd name="T70" fmla="*/ 22 w 33"/>
                <a:gd name="T71" fmla="*/ 21 h 26"/>
                <a:gd name="T72" fmla="*/ 22 w 33"/>
                <a:gd name="T73" fmla="*/ 20 h 26"/>
                <a:gd name="T74" fmla="*/ 20 w 33"/>
                <a:gd name="T75" fmla="*/ 19 h 26"/>
                <a:gd name="T76" fmla="*/ 18 w 33"/>
                <a:gd name="T77" fmla="*/ 20 h 26"/>
                <a:gd name="T78" fmla="*/ 17 w 33"/>
                <a:gd name="T79" fmla="*/ 21 h 26"/>
                <a:gd name="T80" fmla="*/ 16 w 33"/>
                <a:gd name="T81" fmla="*/ 22 h 26"/>
                <a:gd name="T82" fmla="*/ 15 w 33"/>
                <a:gd name="T83" fmla="*/ 23 h 26"/>
                <a:gd name="T84" fmla="*/ 14 w 33"/>
                <a:gd name="T85" fmla="*/ 24 h 26"/>
                <a:gd name="T86" fmla="*/ 12 w 33"/>
                <a:gd name="T87" fmla="*/ 24 h 26"/>
                <a:gd name="T88" fmla="*/ 11 w 33"/>
                <a:gd name="T89" fmla="*/ 24 h 26"/>
                <a:gd name="T90" fmla="*/ 8 w 33"/>
                <a:gd name="T91" fmla="*/ 25 h 26"/>
                <a:gd name="T92" fmla="*/ 6 w 33"/>
                <a:gd name="T93" fmla="*/ 25 h 26"/>
                <a:gd name="T94" fmla="*/ 4 w 33"/>
                <a:gd name="T95" fmla="*/ 25 h 26"/>
                <a:gd name="T96" fmla="*/ 2 w 33"/>
                <a:gd name="T97" fmla="*/ 26 h 26"/>
                <a:gd name="T98" fmla="*/ 1 w 33"/>
                <a:gd name="T99" fmla="*/ 26 h 26"/>
                <a:gd name="T100" fmla="*/ 0 w 33"/>
                <a:gd name="T101" fmla="*/ 25 h 26"/>
                <a:gd name="T102" fmla="*/ 0 w 33"/>
                <a:gd name="T103" fmla="*/ 24 h 26"/>
                <a:gd name="T104" fmla="*/ 0 w 33"/>
                <a:gd name="T105" fmla="*/ 22 h 26"/>
                <a:gd name="T106" fmla="*/ 0 w 33"/>
                <a:gd name="T107" fmla="*/ 21 h 26"/>
                <a:gd name="T108" fmla="*/ 0 w 33"/>
                <a:gd name="T10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3" h="26">
                  <a:moveTo>
                    <a:pt x="0" y="20"/>
                  </a:moveTo>
                  <a:lnTo>
                    <a:pt x="0" y="20"/>
                  </a:lnTo>
                  <a:lnTo>
                    <a:pt x="0" y="20"/>
                  </a:lnTo>
                  <a:lnTo>
                    <a:pt x="0" y="20"/>
                  </a:lnTo>
                  <a:lnTo>
                    <a:pt x="0" y="20"/>
                  </a:lnTo>
                  <a:lnTo>
                    <a:pt x="0" y="20"/>
                  </a:lnTo>
                  <a:lnTo>
                    <a:pt x="1" y="19"/>
                  </a:lnTo>
                  <a:lnTo>
                    <a:pt x="1" y="19"/>
                  </a:lnTo>
                  <a:lnTo>
                    <a:pt x="1" y="19"/>
                  </a:lnTo>
                  <a:lnTo>
                    <a:pt x="1" y="18"/>
                  </a:lnTo>
                  <a:lnTo>
                    <a:pt x="2" y="18"/>
                  </a:lnTo>
                  <a:lnTo>
                    <a:pt x="2" y="17"/>
                  </a:lnTo>
                  <a:lnTo>
                    <a:pt x="2" y="17"/>
                  </a:lnTo>
                  <a:lnTo>
                    <a:pt x="4" y="17"/>
                  </a:lnTo>
                  <a:lnTo>
                    <a:pt x="4" y="16"/>
                  </a:lnTo>
                  <a:lnTo>
                    <a:pt x="4" y="16"/>
                  </a:lnTo>
                  <a:lnTo>
                    <a:pt x="5" y="16"/>
                  </a:lnTo>
                  <a:lnTo>
                    <a:pt x="5" y="15"/>
                  </a:lnTo>
                  <a:lnTo>
                    <a:pt x="6" y="15"/>
                  </a:lnTo>
                  <a:lnTo>
                    <a:pt x="6" y="15"/>
                  </a:lnTo>
                  <a:lnTo>
                    <a:pt x="7" y="14"/>
                  </a:lnTo>
                  <a:lnTo>
                    <a:pt x="7" y="14"/>
                  </a:lnTo>
                  <a:lnTo>
                    <a:pt x="7" y="13"/>
                  </a:lnTo>
                  <a:lnTo>
                    <a:pt x="8" y="12"/>
                  </a:lnTo>
                  <a:lnTo>
                    <a:pt x="8" y="12"/>
                  </a:lnTo>
                  <a:lnTo>
                    <a:pt x="9" y="11"/>
                  </a:lnTo>
                  <a:lnTo>
                    <a:pt x="9" y="11"/>
                  </a:lnTo>
                  <a:lnTo>
                    <a:pt x="10" y="11"/>
                  </a:lnTo>
                  <a:lnTo>
                    <a:pt x="10" y="9"/>
                  </a:lnTo>
                  <a:lnTo>
                    <a:pt x="11" y="9"/>
                  </a:lnTo>
                  <a:lnTo>
                    <a:pt x="11" y="9"/>
                  </a:lnTo>
                  <a:lnTo>
                    <a:pt x="12" y="9"/>
                  </a:lnTo>
                  <a:lnTo>
                    <a:pt x="12" y="9"/>
                  </a:lnTo>
                  <a:lnTo>
                    <a:pt x="12" y="9"/>
                  </a:lnTo>
                  <a:lnTo>
                    <a:pt x="12" y="9"/>
                  </a:lnTo>
                  <a:lnTo>
                    <a:pt x="13" y="9"/>
                  </a:lnTo>
                  <a:lnTo>
                    <a:pt x="13" y="11"/>
                  </a:lnTo>
                  <a:lnTo>
                    <a:pt x="13" y="11"/>
                  </a:lnTo>
                  <a:lnTo>
                    <a:pt x="13" y="11"/>
                  </a:lnTo>
                  <a:lnTo>
                    <a:pt x="13" y="11"/>
                  </a:lnTo>
                  <a:lnTo>
                    <a:pt x="14" y="11"/>
                  </a:lnTo>
                  <a:lnTo>
                    <a:pt x="14" y="11"/>
                  </a:lnTo>
                  <a:lnTo>
                    <a:pt x="14" y="11"/>
                  </a:lnTo>
                  <a:lnTo>
                    <a:pt x="14" y="11"/>
                  </a:lnTo>
                  <a:lnTo>
                    <a:pt x="15" y="11"/>
                  </a:lnTo>
                  <a:lnTo>
                    <a:pt x="15" y="11"/>
                  </a:lnTo>
                  <a:lnTo>
                    <a:pt x="15" y="11"/>
                  </a:lnTo>
                  <a:lnTo>
                    <a:pt x="15" y="11"/>
                  </a:lnTo>
                  <a:lnTo>
                    <a:pt x="16" y="11"/>
                  </a:lnTo>
                  <a:lnTo>
                    <a:pt x="16" y="11"/>
                  </a:lnTo>
                  <a:lnTo>
                    <a:pt x="16" y="11"/>
                  </a:lnTo>
                  <a:lnTo>
                    <a:pt x="17" y="11"/>
                  </a:lnTo>
                  <a:lnTo>
                    <a:pt x="17" y="11"/>
                  </a:lnTo>
                  <a:lnTo>
                    <a:pt x="18" y="11"/>
                  </a:lnTo>
                  <a:lnTo>
                    <a:pt x="18" y="11"/>
                  </a:lnTo>
                  <a:lnTo>
                    <a:pt x="19" y="9"/>
                  </a:lnTo>
                  <a:lnTo>
                    <a:pt x="19" y="9"/>
                  </a:lnTo>
                  <a:lnTo>
                    <a:pt x="19" y="9"/>
                  </a:lnTo>
                  <a:lnTo>
                    <a:pt x="20" y="9"/>
                  </a:lnTo>
                  <a:lnTo>
                    <a:pt x="20" y="9"/>
                  </a:lnTo>
                  <a:lnTo>
                    <a:pt x="22" y="8"/>
                  </a:lnTo>
                  <a:lnTo>
                    <a:pt x="22" y="8"/>
                  </a:lnTo>
                  <a:lnTo>
                    <a:pt x="22" y="8"/>
                  </a:lnTo>
                  <a:lnTo>
                    <a:pt x="23" y="7"/>
                  </a:lnTo>
                  <a:lnTo>
                    <a:pt x="23" y="7"/>
                  </a:lnTo>
                  <a:lnTo>
                    <a:pt x="23" y="7"/>
                  </a:lnTo>
                  <a:lnTo>
                    <a:pt x="23" y="6"/>
                  </a:lnTo>
                  <a:lnTo>
                    <a:pt x="24" y="6"/>
                  </a:lnTo>
                  <a:lnTo>
                    <a:pt x="24" y="6"/>
                  </a:lnTo>
                  <a:lnTo>
                    <a:pt x="24" y="5"/>
                  </a:lnTo>
                  <a:lnTo>
                    <a:pt x="24" y="5"/>
                  </a:lnTo>
                  <a:lnTo>
                    <a:pt x="25" y="5"/>
                  </a:lnTo>
                  <a:lnTo>
                    <a:pt x="25" y="4"/>
                  </a:lnTo>
                  <a:lnTo>
                    <a:pt x="25" y="4"/>
                  </a:lnTo>
                  <a:lnTo>
                    <a:pt x="25" y="4"/>
                  </a:lnTo>
                  <a:lnTo>
                    <a:pt x="26" y="3"/>
                  </a:lnTo>
                  <a:lnTo>
                    <a:pt x="26" y="3"/>
                  </a:lnTo>
                  <a:lnTo>
                    <a:pt x="26" y="3"/>
                  </a:lnTo>
                  <a:lnTo>
                    <a:pt x="27" y="3"/>
                  </a:lnTo>
                  <a:lnTo>
                    <a:pt x="27" y="2"/>
                  </a:lnTo>
                  <a:lnTo>
                    <a:pt x="27" y="2"/>
                  </a:lnTo>
                  <a:lnTo>
                    <a:pt x="27" y="2"/>
                  </a:lnTo>
                  <a:lnTo>
                    <a:pt x="28" y="2"/>
                  </a:lnTo>
                  <a:lnTo>
                    <a:pt x="28" y="1"/>
                  </a:lnTo>
                  <a:lnTo>
                    <a:pt x="28" y="1"/>
                  </a:lnTo>
                  <a:lnTo>
                    <a:pt x="29" y="1"/>
                  </a:lnTo>
                  <a:lnTo>
                    <a:pt x="29" y="1"/>
                  </a:lnTo>
                  <a:lnTo>
                    <a:pt x="29" y="0"/>
                  </a:lnTo>
                  <a:lnTo>
                    <a:pt x="29" y="0"/>
                  </a:lnTo>
                  <a:lnTo>
                    <a:pt x="30" y="0"/>
                  </a:lnTo>
                  <a:lnTo>
                    <a:pt x="30" y="0"/>
                  </a:lnTo>
                  <a:lnTo>
                    <a:pt x="30" y="0"/>
                  </a:lnTo>
                  <a:lnTo>
                    <a:pt x="30" y="0"/>
                  </a:lnTo>
                  <a:lnTo>
                    <a:pt x="31" y="0"/>
                  </a:lnTo>
                  <a:lnTo>
                    <a:pt x="31" y="0"/>
                  </a:lnTo>
                  <a:lnTo>
                    <a:pt x="31" y="0"/>
                  </a:lnTo>
                  <a:lnTo>
                    <a:pt x="31" y="0"/>
                  </a:lnTo>
                  <a:lnTo>
                    <a:pt x="32" y="0"/>
                  </a:lnTo>
                  <a:lnTo>
                    <a:pt x="32" y="0"/>
                  </a:lnTo>
                  <a:lnTo>
                    <a:pt x="32" y="1"/>
                  </a:lnTo>
                  <a:lnTo>
                    <a:pt x="32" y="1"/>
                  </a:lnTo>
                  <a:lnTo>
                    <a:pt x="32" y="1"/>
                  </a:lnTo>
                  <a:lnTo>
                    <a:pt x="33" y="1"/>
                  </a:lnTo>
                  <a:lnTo>
                    <a:pt x="33" y="2"/>
                  </a:lnTo>
                  <a:lnTo>
                    <a:pt x="33" y="2"/>
                  </a:lnTo>
                  <a:lnTo>
                    <a:pt x="33" y="2"/>
                  </a:lnTo>
                  <a:lnTo>
                    <a:pt x="33" y="2"/>
                  </a:lnTo>
                  <a:lnTo>
                    <a:pt x="33" y="2"/>
                  </a:lnTo>
                  <a:lnTo>
                    <a:pt x="33" y="3"/>
                  </a:lnTo>
                  <a:lnTo>
                    <a:pt x="33" y="3"/>
                  </a:lnTo>
                  <a:lnTo>
                    <a:pt x="33" y="3"/>
                  </a:lnTo>
                  <a:lnTo>
                    <a:pt x="33" y="4"/>
                  </a:lnTo>
                  <a:lnTo>
                    <a:pt x="32" y="4"/>
                  </a:lnTo>
                  <a:lnTo>
                    <a:pt x="32" y="4"/>
                  </a:lnTo>
                  <a:lnTo>
                    <a:pt x="32" y="4"/>
                  </a:lnTo>
                  <a:lnTo>
                    <a:pt x="31" y="5"/>
                  </a:lnTo>
                  <a:lnTo>
                    <a:pt x="31" y="5"/>
                  </a:lnTo>
                  <a:lnTo>
                    <a:pt x="30" y="5"/>
                  </a:lnTo>
                  <a:lnTo>
                    <a:pt x="30" y="5"/>
                  </a:lnTo>
                  <a:lnTo>
                    <a:pt x="30" y="6"/>
                  </a:lnTo>
                  <a:lnTo>
                    <a:pt x="29" y="6"/>
                  </a:lnTo>
                  <a:lnTo>
                    <a:pt x="29" y="6"/>
                  </a:lnTo>
                  <a:lnTo>
                    <a:pt x="29" y="6"/>
                  </a:lnTo>
                  <a:lnTo>
                    <a:pt x="28" y="6"/>
                  </a:lnTo>
                  <a:lnTo>
                    <a:pt x="28" y="7"/>
                  </a:lnTo>
                  <a:lnTo>
                    <a:pt x="28" y="7"/>
                  </a:lnTo>
                  <a:lnTo>
                    <a:pt x="28" y="7"/>
                  </a:lnTo>
                  <a:lnTo>
                    <a:pt x="28" y="7"/>
                  </a:lnTo>
                  <a:lnTo>
                    <a:pt x="27" y="7"/>
                  </a:lnTo>
                  <a:lnTo>
                    <a:pt x="27" y="8"/>
                  </a:lnTo>
                  <a:lnTo>
                    <a:pt x="28" y="8"/>
                  </a:lnTo>
                  <a:lnTo>
                    <a:pt x="28" y="8"/>
                  </a:lnTo>
                  <a:lnTo>
                    <a:pt x="28" y="9"/>
                  </a:lnTo>
                  <a:lnTo>
                    <a:pt x="28" y="9"/>
                  </a:lnTo>
                  <a:lnTo>
                    <a:pt x="28" y="9"/>
                  </a:lnTo>
                  <a:lnTo>
                    <a:pt x="28" y="9"/>
                  </a:lnTo>
                  <a:lnTo>
                    <a:pt x="28" y="11"/>
                  </a:lnTo>
                  <a:lnTo>
                    <a:pt x="28" y="11"/>
                  </a:lnTo>
                  <a:lnTo>
                    <a:pt x="28" y="11"/>
                  </a:lnTo>
                  <a:lnTo>
                    <a:pt x="28" y="12"/>
                  </a:lnTo>
                  <a:lnTo>
                    <a:pt x="28" y="12"/>
                  </a:lnTo>
                  <a:lnTo>
                    <a:pt x="28" y="12"/>
                  </a:lnTo>
                  <a:lnTo>
                    <a:pt x="28" y="13"/>
                  </a:lnTo>
                  <a:lnTo>
                    <a:pt x="28" y="13"/>
                  </a:lnTo>
                  <a:lnTo>
                    <a:pt x="28" y="14"/>
                  </a:lnTo>
                  <a:lnTo>
                    <a:pt x="28" y="14"/>
                  </a:lnTo>
                  <a:lnTo>
                    <a:pt x="28" y="15"/>
                  </a:lnTo>
                  <a:lnTo>
                    <a:pt x="28" y="15"/>
                  </a:lnTo>
                  <a:lnTo>
                    <a:pt x="28" y="15"/>
                  </a:lnTo>
                  <a:lnTo>
                    <a:pt x="28" y="16"/>
                  </a:lnTo>
                  <a:lnTo>
                    <a:pt x="28" y="16"/>
                  </a:lnTo>
                  <a:lnTo>
                    <a:pt x="28" y="17"/>
                  </a:lnTo>
                  <a:lnTo>
                    <a:pt x="28" y="17"/>
                  </a:lnTo>
                  <a:lnTo>
                    <a:pt x="28" y="18"/>
                  </a:lnTo>
                  <a:lnTo>
                    <a:pt x="28" y="18"/>
                  </a:lnTo>
                  <a:lnTo>
                    <a:pt x="28" y="19"/>
                  </a:lnTo>
                  <a:lnTo>
                    <a:pt x="28" y="19"/>
                  </a:lnTo>
                  <a:lnTo>
                    <a:pt x="28" y="20"/>
                  </a:lnTo>
                  <a:lnTo>
                    <a:pt x="28" y="20"/>
                  </a:lnTo>
                  <a:lnTo>
                    <a:pt x="28" y="20"/>
                  </a:lnTo>
                  <a:lnTo>
                    <a:pt x="27" y="21"/>
                  </a:lnTo>
                  <a:lnTo>
                    <a:pt x="27" y="21"/>
                  </a:lnTo>
                  <a:lnTo>
                    <a:pt x="27" y="21"/>
                  </a:lnTo>
                  <a:lnTo>
                    <a:pt x="27" y="22"/>
                  </a:lnTo>
                  <a:lnTo>
                    <a:pt x="26" y="22"/>
                  </a:lnTo>
                  <a:lnTo>
                    <a:pt x="26" y="22"/>
                  </a:lnTo>
                  <a:lnTo>
                    <a:pt x="26" y="22"/>
                  </a:lnTo>
                  <a:lnTo>
                    <a:pt x="25" y="22"/>
                  </a:lnTo>
                  <a:lnTo>
                    <a:pt x="25" y="23"/>
                  </a:lnTo>
                  <a:lnTo>
                    <a:pt x="24" y="23"/>
                  </a:lnTo>
                  <a:lnTo>
                    <a:pt x="24" y="23"/>
                  </a:lnTo>
                  <a:lnTo>
                    <a:pt x="24" y="23"/>
                  </a:lnTo>
                  <a:lnTo>
                    <a:pt x="23" y="23"/>
                  </a:lnTo>
                  <a:lnTo>
                    <a:pt x="23" y="23"/>
                  </a:lnTo>
                  <a:lnTo>
                    <a:pt x="23" y="22"/>
                  </a:lnTo>
                  <a:lnTo>
                    <a:pt x="23" y="22"/>
                  </a:lnTo>
                  <a:lnTo>
                    <a:pt x="23" y="22"/>
                  </a:lnTo>
                  <a:lnTo>
                    <a:pt x="23" y="22"/>
                  </a:lnTo>
                  <a:lnTo>
                    <a:pt x="23" y="21"/>
                  </a:lnTo>
                  <a:lnTo>
                    <a:pt x="22" y="21"/>
                  </a:lnTo>
                  <a:lnTo>
                    <a:pt x="22" y="21"/>
                  </a:lnTo>
                  <a:lnTo>
                    <a:pt x="22" y="20"/>
                  </a:lnTo>
                  <a:lnTo>
                    <a:pt x="22" y="20"/>
                  </a:lnTo>
                  <a:lnTo>
                    <a:pt x="22" y="20"/>
                  </a:lnTo>
                  <a:lnTo>
                    <a:pt x="22" y="20"/>
                  </a:lnTo>
                  <a:lnTo>
                    <a:pt x="22" y="19"/>
                  </a:lnTo>
                  <a:lnTo>
                    <a:pt x="22" y="19"/>
                  </a:lnTo>
                  <a:lnTo>
                    <a:pt x="22" y="19"/>
                  </a:lnTo>
                  <a:lnTo>
                    <a:pt x="20" y="19"/>
                  </a:lnTo>
                  <a:lnTo>
                    <a:pt x="20" y="19"/>
                  </a:lnTo>
                  <a:lnTo>
                    <a:pt x="20" y="19"/>
                  </a:lnTo>
                  <a:lnTo>
                    <a:pt x="19" y="19"/>
                  </a:lnTo>
                  <a:lnTo>
                    <a:pt x="19" y="20"/>
                  </a:lnTo>
                  <a:lnTo>
                    <a:pt x="18" y="20"/>
                  </a:lnTo>
                  <a:lnTo>
                    <a:pt x="18" y="20"/>
                  </a:lnTo>
                  <a:lnTo>
                    <a:pt x="18" y="20"/>
                  </a:lnTo>
                  <a:lnTo>
                    <a:pt x="17" y="20"/>
                  </a:lnTo>
                  <a:lnTo>
                    <a:pt x="17" y="21"/>
                  </a:lnTo>
                  <a:lnTo>
                    <a:pt x="17" y="21"/>
                  </a:lnTo>
                  <a:lnTo>
                    <a:pt x="17" y="21"/>
                  </a:lnTo>
                  <a:lnTo>
                    <a:pt x="16" y="21"/>
                  </a:lnTo>
                  <a:lnTo>
                    <a:pt x="16" y="21"/>
                  </a:lnTo>
                  <a:lnTo>
                    <a:pt x="16" y="21"/>
                  </a:lnTo>
                  <a:lnTo>
                    <a:pt x="16" y="21"/>
                  </a:lnTo>
                  <a:lnTo>
                    <a:pt x="16" y="22"/>
                  </a:lnTo>
                  <a:lnTo>
                    <a:pt x="15" y="22"/>
                  </a:lnTo>
                  <a:lnTo>
                    <a:pt x="15" y="22"/>
                  </a:lnTo>
                  <a:lnTo>
                    <a:pt x="15" y="22"/>
                  </a:lnTo>
                  <a:lnTo>
                    <a:pt x="15" y="23"/>
                  </a:lnTo>
                  <a:lnTo>
                    <a:pt x="15" y="23"/>
                  </a:lnTo>
                  <a:lnTo>
                    <a:pt x="14" y="23"/>
                  </a:lnTo>
                  <a:lnTo>
                    <a:pt x="14" y="23"/>
                  </a:lnTo>
                  <a:lnTo>
                    <a:pt x="14" y="23"/>
                  </a:lnTo>
                  <a:lnTo>
                    <a:pt x="14" y="24"/>
                  </a:lnTo>
                  <a:lnTo>
                    <a:pt x="14" y="24"/>
                  </a:lnTo>
                  <a:lnTo>
                    <a:pt x="13" y="24"/>
                  </a:lnTo>
                  <a:lnTo>
                    <a:pt x="13" y="24"/>
                  </a:lnTo>
                  <a:lnTo>
                    <a:pt x="13" y="24"/>
                  </a:lnTo>
                  <a:lnTo>
                    <a:pt x="13" y="24"/>
                  </a:lnTo>
                  <a:lnTo>
                    <a:pt x="12" y="24"/>
                  </a:lnTo>
                  <a:lnTo>
                    <a:pt x="12" y="24"/>
                  </a:lnTo>
                  <a:lnTo>
                    <a:pt x="12" y="24"/>
                  </a:lnTo>
                  <a:lnTo>
                    <a:pt x="11" y="24"/>
                  </a:lnTo>
                  <a:lnTo>
                    <a:pt x="11" y="24"/>
                  </a:lnTo>
                  <a:lnTo>
                    <a:pt x="11" y="24"/>
                  </a:lnTo>
                  <a:lnTo>
                    <a:pt x="10" y="25"/>
                  </a:lnTo>
                  <a:lnTo>
                    <a:pt x="10" y="25"/>
                  </a:lnTo>
                  <a:lnTo>
                    <a:pt x="9" y="25"/>
                  </a:lnTo>
                  <a:lnTo>
                    <a:pt x="9" y="25"/>
                  </a:lnTo>
                  <a:lnTo>
                    <a:pt x="8" y="25"/>
                  </a:lnTo>
                  <a:lnTo>
                    <a:pt x="8" y="25"/>
                  </a:lnTo>
                  <a:lnTo>
                    <a:pt x="8" y="25"/>
                  </a:lnTo>
                  <a:lnTo>
                    <a:pt x="7" y="25"/>
                  </a:lnTo>
                  <a:lnTo>
                    <a:pt x="7" y="25"/>
                  </a:lnTo>
                  <a:lnTo>
                    <a:pt x="6" y="25"/>
                  </a:lnTo>
                  <a:lnTo>
                    <a:pt x="6" y="25"/>
                  </a:lnTo>
                  <a:lnTo>
                    <a:pt x="6" y="25"/>
                  </a:lnTo>
                  <a:lnTo>
                    <a:pt x="5" y="25"/>
                  </a:lnTo>
                  <a:lnTo>
                    <a:pt x="5" y="25"/>
                  </a:lnTo>
                  <a:lnTo>
                    <a:pt x="4" y="25"/>
                  </a:lnTo>
                  <a:lnTo>
                    <a:pt x="4" y="26"/>
                  </a:lnTo>
                  <a:lnTo>
                    <a:pt x="2" y="26"/>
                  </a:lnTo>
                  <a:lnTo>
                    <a:pt x="2" y="26"/>
                  </a:lnTo>
                  <a:lnTo>
                    <a:pt x="2" y="26"/>
                  </a:lnTo>
                  <a:lnTo>
                    <a:pt x="2" y="26"/>
                  </a:lnTo>
                  <a:lnTo>
                    <a:pt x="1" y="26"/>
                  </a:lnTo>
                  <a:lnTo>
                    <a:pt x="1" y="26"/>
                  </a:lnTo>
                  <a:lnTo>
                    <a:pt x="1" y="26"/>
                  </a:lnTo>
                  <a:lnTo>
                    <a:pt x="1" y="26"/>
                  </a:lnTo>
                  <a:lnTo>
                    <a:pt x="1" y="26"/>
                  </a:lnTo>
                  <a:lnTo>
                    <a:pt x="0" y="25"/>
                  </a:lnTo>
                  <a:lnTo>
                    <a:pt x="0" y="25"/>
                  </a:lnTo>
                  <a:lnTo>
                    <a:pt x="0" y="25"/>
                  </a:lnTo>
                  <a:lnTo>
                    <a:pt x="0" y="25"/>
                  </a:lnTo>
                  <a:lnTo>
                    <a:pt x="0" y="25"/>
                  </a:lnTo>
                  <a:lnTo>
                    <a:pt x="0" y="24"/>
                  </a:lnTo>
                  <a:lnTo>
                    <a:pt x="0" y="24"/>
                  </a:lnTo>
                  <a:lnTo>
                    <a:pt x="0" y="24"/>
                  </a:lnTo>
                  <a:lnTo>
                    <a:pt x="0" y="24"/>
                  </a:lnTo>
                  <a:lnTo>
                    <a:pt x="0" y="24"/>
                  </a:lnTo>
                  <a:lnTo>
                    <a:pt x="0" y="23"/>
                  </a:lnTo>
                  <a:lnTo>
                    <a:pt x="0" y="23"/>
                  </a:lnTo>
                  <a:lnTo>
                    <a:pt x="0" y="23"/>
                  </a:lnTo>
                  <a:lnTo>
                    <a:pt x="0" y="23"/>
                  </a:lnTo>
                  <a:lnTo>
                    <a:pt x="0" y="22"/>
                  </a:lnTo>
                  <a:lnTo>
                    <a:pt x="0" y="22"/>
                  </a:lnTo>
                  <a:lnTo>
                    <a:pt x="0" y="22"/>
                  </a:lnTo>
                  <a:lnTo>
                    <a:pt x="0" y="22"/>
                  </a:lnTo>
                  <a:lnTo>
                    <a:pt x="0" y="21"/>
                  </a:lnTo>
                  <a:lnTo>
                    <a:pt x="0" y="21"/>
                  </a:lnTo>
                  <a:lnTo>
                    <a:pt x="0" y="21"/>
                  </a:lnTo>
                  <a:lnTo>
                    <a:pt x="0" y="21"/>
                  </a:lnTo>
                  <a:lnTo>
                    <a:pt x="0" y="20"/>
                  </a:lnTo>
                  <a:lnTo>
                    <a:pt x="0" y="20"/>
                  </a:lnTo>
                  <a:lnTo>
                    <a:pt x="0" y="20"/>
                  </a:lnTo>
                  <a:lnTo>
                    <a:pt x="0"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50" name="Freeform 695"/>
            <p:cNvSpPr/>
            <p:nvPr/>
          </p:nvSpPr>
          <p:spPr bwMode="auto">
            <a:xfrm>
              <a:off x="8464550" y="4840288"/>
              <a:ext cx="11113" cy="7938"/>
            </a:xfrm>
            <a:custGeom>
              <a:avLst/>
              <a:gdLst>
                <a:gd name="T0" fmla="*/ 1 w 22"/>
                <a:gd name="T1" fmla="*/ 7 h 16"/>
                <a:gd name="T2" fmla="*/ 1 w 22"/>
                <a:gd name="T3" fmla="*/ 6 h 16"/>
                <a:gd name="T4" fmla="*/ 0 w 22"/>
                <a:gd name="T5" fmla="*/ 4 h 16"/>
                <a:gd name="T6" fmla="*/ 1 w 22"/>
                <a:gd name="T7" fmla="*/ 3 h 16"/>
                <a:gd name="T8" fmla="*/ 2 w 22"/>
                <a:gd name="T9" fmla="*/ 1 h 16"/>
                <a:gd name="T10" fmla="*/ 3 w 22"/>
                <a:gd name="T11" fmla="*/ 1 h 16"/>
                <a:gd name="T12" fmla="*/ 4 w 22"/>
                <a:gd name="T13" fmla="*/ 0 h 16"/>
                <a:gd name="T14" fmla="*/ 5 w 22"/>
                <a:gd name="T15" fmla="*/ 1 h 16"/>
                <a:gd name="T16" fmla="*/ 6 w 22"/>
                <a:gd name="T17" fmla="*/ 1 h 16"/>
                <a:gd name="T18" fmla="*/ 8 w 22"/>
                <a:gd name="T19" fmla="*/ 1 h 16"/>
                <a:gd name="T20" fmla="*/ 9 w 22"/>
                <a:gd name="T21" fmla="*/ 1 h 16"/>
                <a:gd name="T22" fmla="*/ 10 w 22"/>
                <a:gd name="T23" fmla="*/ 1 h 16"/>
                <a:gd name="T24" fmla="*/ 12 w 22"/>
                <a:gd name="T25" fmla="*/ 0 h 16"/>
                <a:gd name="T26" fmla="*/ 13 w 22"/>
                <a:gd name="T27" fmla="*/ 0 h 16"/>
                <a:gd name="T28" fmla="*/ 15 w 22"/>
                <a:gd name="T29" fmla="*/ 0 h 16"/>
                <a:gd name="T30" fmla="*/ 17 w 22"/>
                <a:gd name="T31" fmla="*/ 1 h 16"/>
                <a:gd name="T32" fmla="*/ 18 w 22"/>
                <a:gd name="T33" fmla="*/ 1 h 16"/>
                <a:gd name="T34" fmla="*/ 20 w 22"/>
                <a:gd name="T35" fmla="*/ 3 h 16"/>
                <a:gd name="T36" fmla="*/ 21 w 22"/>
                <a:gd name="T37" fmla="*/ 4 h 16"/>
                <a:gd name="T38" fmla="*/ 22 w 22"/>
                <a:gd name="T39" fmla="*/ 5 h 16"/>
                <a:gd name="T40" fmla="*/ 22 w 22"/>
                <a:gd name="T41" fmla="*/ 7 h 16"/>
                <a:gd name="T42" fmla="*/ 22 w 22"/>
                <a:gd name="T43" fmla="*/ 8 h 16"/>
                <a:gd name="T44" fmla="*/ 22 w 22"/>
                <a:gd name="T45" fmla="*/ 8 h 16"/>
                <a:gd name="T46" fmla="*/ 22 w 22"/>
                <a:gd name="T47" fmla="*/ 9 h 16"/>
                <a:gd name="T48" fmla="*/ 22 w 22"/>
                <a:gd name="T49" fmla="*/ 10 h 16"/>
                <a:gd name="T50" fmla="*/ 22 w 22"/>
                <a:gd name="T51" fmla="*/ 11 h 16"/>
                <a:gd name="T52" fmla="*/ 22 w 22"/>
                <a:gd name="T53" fmla="*/ 12 h 16"/>
                <a:gd name="T54" fmla="*/ 22 w 22"/>
                <a:gd name="T55" fmla="*/ 13 h 16"/>
                <a:gd name="T56" fmla="*/ 21 w 22"/>
                <a:gd name="T57" fmla="*/ 14 h 16"/>
                <a:gd name="T58" fmla="*/ 20 w 22"/>
                <a:gd name="T59" fmla="*/ 14 h 16"/>
                <a:gd name="T60" fmla="*/ 18 w 22"/>
                <a:gd name="T61" fmla="*/ 15 h 16"/>
                <a:gd name="T62" fmla="*/ 17 w 22"/>
                <a:gd name="T63" fmla="*/ 16 h 16"/>
                <a:gd name="T64" fmla="*/ 16 w 22"/>
                <a:gd name="T65" fmla="*/ 16 h 16"/>
                <a:gd name="T66" fmla="*/ 15 w 22"/>
                <a:gd name="T67" fmla="*/ 15 h 16"/>
                <a:gd name="T68" fmla="*/ 13 w 22"/>
                <a:gd name="T69" fmla="*/ 14 h 16"/>
                <a:gd name="T70" fmla="*/ 13 w 22"/>
                <a:gd name="T71" fmla="*/ 13 h 16"/>
                <a:gd name="T72" fmla="*/ 12 w 22"/>
                <a:gd name="T73" fmla="*/ 12 h 16"/>
                <a:gd name="T74" fmla="*/ 11 w 22"/>
                <a:gd name="T75" fmla="*/ 12 h 16"/>
                <a:gd name="T76" fmla="*/ 9 w 22"/>
                <a:gd name="T77" fmla="*/ 11 h 16"/>
                <a:gd name="T78" fmla="*/ 7 w 22"/>
                <a:gd name="T79" fmla="*/ 10 h 16"/>
                <a:gd name="T80" fmla="*/ 6 w 22"/>
                <a:gd name="T81" fmla="*/ 9 h 16"/>
                <a:gd name="T82" fmla="*/ 4 w 22"/>
                <a:gd name="T83" fmla="*/ 9 h 16"/>
                <a:gd name="T84" fmla="*/ 3 w 22"/>
                <a:gd name="T85" fmla="*/ 8 h 16"/>
                <a:gd name="T86" fmla="*/ 2 w 22"/>
                <a:gd name="T87" fmla="*/ 7 h 16"/>
                <a:gd name="T88" fmla="*/ 2 w 22"/>
                <a:gd name="T89" fmla="*/ 7 h 16"/>
                <a:gd name="T90" fmla="*/ 2 w 22"/>
                <a:gd name="T91" fmla="*/ 7 h 16"/>
                <a:gd name="T92" fmla="*/ 2 w 22"/>
                <a:gd name="T93" fmla="*/ 7 h 16"/>
                <a:gd name="T94" fmla="*/ 2 w 22"/>
                <a:gd name="T95" fmla="*/ 7 h 16"/>
                <a:gd name="T96" fmla="*/ 1 w 22"/>
                <a:gd name="T97"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 h="16">
                  <a:moveTo>
                    <a:pt x="1" y="9"/>
                  </a:moveTo>
                  <a:lnTo>
                    <a:pt x="2" y="7"/>
                  </a:lnTo>
                  <a:lnTo>
                    <a:pt x="2" y="7"/>
                  </a:lnTo>
                  <a:lnTo>
                    <a:pt x="1" y="7"/>
                  </a:lnTo>
                  <a:lnTo>
                    <a:pt x="1" y="7"/>
                  </a:lnTo>
                  <a:lnTo>
                    <a:pt x="1" y="6"/>
                  </a:lnTo>
                  <a:lnTo>
                    <a:pt x="1" y="6"/>
                  </a:lnTo>
                  <a:lnTo>
                    <a:pt x="1" y="6"/>
                  </a:lnTo>
                  <a:lnTo>
                    <a:pt x="1" y="5"/>
                  </a:lnTo>
                  <a:lnTo>
                    <a:pt x="0" y="5"/>
                  </a:lnTo>
                  <a:lnTo>
                    <a:pt x="0" y="5"/>
                  </a:lnTo>
                  <a:lnTo>
                    <a:pt x="0" y="4"/>
                  </a:lnTo>
                  <a:lnTo>
                    <a:pt x="0" y="4"/>
                  </a:lnTo>
                  <a:lnTo>
                    <a:pt x="0" y="4"/>
                  </a:lnTo>
                  <a:lnTo>
                    <a:pt x="0" y="3"/>
                  </a:lnTo>
                  <a:lnTo>
                    <a:pt x="1" y="3"/>
                  </a:lnTo>
                  <a:lnTo>
                    <a:pt x="1" y="3"/>
                  </a:lnTo>
                  <a:lnTo>
                    <a:pt x="1" y="3"/>
                  </a:lnTo>
                  <a:lnTo>
                    <a:pt x="2" y="3"/>
                  </a:lnTo>
                  <a:lnTo>
                    <a:pt x="2" y="1"/>
                  </a:lnTo>
                  <a:lnTo>
                    <a:pt x="2" y="1"/>
                  </a:lnTo>
                  <a:lnTo>
                    <a:pt x="2" y="1"/>
                  </a:lnTo>
                  <a:lnTo>
                    <a:pt x="3" y="1"/>
                  </a:lnTo>
                  <a:lnTo>
                    <a:pt x="3" y="1"/>
                  </a:lnTo>
                  <a:lnTo>
                    <a:pt x="3" y="1"/>
                  </a:lnTo>
                  <a:lnTo>
                    <a:pt x="4" y="0"/>
                  </a:lnTo>
                  <a:lnTo>
                    <a:pt x="4" y="0"/>
                  </a:lnTo>
                  <a:lnTo>
                    <a:pt x="4" y="0"/>
                  </a:lnTo>
                  <a:lnTo>
                    <a:pt x="4" y="0"/>
                  </a:lnTo>
                  <a:lnTo>
                    <a:pt x="5" y="0"/>
                  </a:lnTo>
                  <a:lnTo>
                    <a:pt x="5" y="0"/>
                  </a:lnTo>
                  <a:lnTo>
                    <a:pt x="5" y="1"/>
                  </a:lnTo>
                  <a:lnTo>
                    <a:pt x="6" y="1"/>
                  </a:lnTo>
                  <a:lnTo>
                    <a:pt x="6" y="1"/>
                  </a:lnTo>
                  <a:lnTo>
                    <a:pt x="6" y="1"/>
                  </a:lnTo>
                  <a:lnTo>
                    <a:pt x="6" y="1"/>
                  </a:lnTo>
                  <a:lnTo>
                    <a:pt x="7" y="1"/>
                  </a:lnTo>
                  <a:lnTo>
                    <a:pt x="7" y="1"/>
                  </a:lnTo>
                  <a:lnTo>
                    <a:pt x="7" y="1"/>
                  </a:lnTo>
                  <a:lnTo>
                    <a:pt x="8" y="1"/>
                  </a:lnTo>
                  <a:lnTo>
                    <a:pt x="8" y="1"/>
                  </a:lnTo>
                  <a:lnTo>
                    <a:pt x="8" y="1"/>
                  </a:lnTo>
                  <a:lnTo>
                    <a:pt x="9" y="1"/>
                  </a:lnTo>
                  <a:lnTo>
                    <a:pt x="9" y="1"/>
                  </a:lnTo>
                  <a:lnTo>
                    <a:pt x="9" y="1"/>
                  </a:lnTo>
                  <a:lnTo>
                    <a:pt x="10" y="1"/>
                  </a:lnTo>
                  <a:lnTo>
                    <a:pt x="10" y="1"/>
                  </a:lnTo>
                  <a:lnTo>
                    <a:pt x="10" y="1"/>
                  </a:lnTo>
                  <a:lnTo>
                    <a:pt x="11" y="1"/>
                  </a:lnTo>
                  <a:lnTo>
                    <a:pt x="11" y="0"/>
                  </a:lnTo>
                  <a:lnTo>
                    <a:pt x="11" y="0"/>
                  </a:lnTo>
                  <a:lnTo>
                    <a:pt x="12" y="0"/>
                  </a:lnTo>
                  <a:lnTo>
                    <a:pt x="12" y="0"/>
                  </a:lnTo>
                  <a:lnTo>
                    <a:pt x="12" y="0"/>
                  </a:lnTo>
                  <a:lnTo>
                    <a:pt x="13" y="0"/>
                  </a:lnTo>
                  <a:lnTo>
                    <a:pt x="13" y="0"/>
                  </a:lnTo>
                  <a:lnTo>
                    <a:pt x="13" y="0"/>
                  </a:lnTo>
                  <a:lnTo>
                    <a:pt x="15" y="0"/>
                  </a:lnTo>
                  <a:lnTo>
                    <a:pt x="15" y="0"/>
                  </a:lnTo>
                  <a:lnTo>
                    <a:pt x="15" y="0"/>
                  </a:lnTo>
                  <a:lnTo>
                    <a:pt x="16" y="0"/>
                  </a:lnTo>
                  <a:lnTo>
                    <a:pt x="16" y="0"/>
                  </a:lnTo>
                  <a:lnTo>
                    <a:pt x="16" y="0"/>
                  </a:lnTo>
                  <a:lnTo>
                    <a:pt x="17" y="1"/>
                  </a:lnTo>
                  <a:lnTo>
                    <a:pt x="17" y="1"/>
                  </a:lnTo>
                  <a:lnTo>
                    <a:pt x="17" y="1"/>
                  </a:lnTo>
                  <a:lnTo>
                    <a:pt x="18" y="1"/>
                  </a:lnTo>
                  <a:lnTo>
                    <a:pt x="18" y="1"/>
                  </a:lnTo>
                  <a:lnTo>
                    <a:pt x="18" y="3"/>
                  </a:lnTo>
                  <a:lnTo>
                    <a:pt x="19" y="3"/>
                  </a:lnTo>
                  <a:lnTo>
                    <a:pt x="19" y="3"/>
                  </a:lnTo>
                  <a:lnTo>
                    <a:pt x="20" y="3"/>
                  </a:lnTo>
                  <a:lnTo>
                    <a:pt x="20" y="3"/>
                  </a:lnTo>
                  <a:lnTo>
                    <a:pt x="20" y="4"/>
                  </a:lnTo>
                  <a:lnTo>
                    <a:pt x="21" y="4"/>
                  </a:lnTo>
                  <a:lnTo>
                    <a:pt x="21" y="4"/>
                  </a:lnTo>
                  <a:lnTo>
                    <a:pt x="21" y="4"/>
                  </a:lnTo>
                  <a:lnTo>
                    <a:pt x="21" y="5"/>
                  </a:lnTo>
                  <a:lnTo>
                    <a:pt x="21" y="5"/>
                  </a:lnTo>
                  <a:lnTo>
                    <a:pt x="22" y="5"/>
                  </a:lnTo>
                  <a:lnTo>
                    <a:pt x="22" y="6"/>
                  </a:lnTo>
                  <a:lnTo>
                    <a:pt x="22" y="6"/>
                  </a:lnTo>
                  <a:lnTo>
                    <a:pt x="22" y="7"/>
                  </a:lnTo>
                  <a:lnTo>
                    <a:pt x="22" y="7"/>
                  </a:lnTo>
                  <a:lnTo>
                    <a:pt x="22" y="7"/>
                  </a:lnTo>
                  <a:lnTo>
                    <a:pt x="22" y="7"/>
                  </a:lnTo>
                  <a:lnTo>
                    <a:pt x="22" y="8"/>
                  </a:lnTo>
                  <a:lnTo>
                    <a:pt x="22" y="8"/>
                  </a:lnTo>
                  <a:lnTo>
                    <a:pt x="22" y="8"/>
                  </a:lnTo>
                  <a:lnTo>
                    <a:pt x="22" y="8"/>
                  </a:lnTo>
                  <a:lnTo>
                    <a:pt x="22" y="8"/>
                  </a:lnTo>
                  <a:lnTo>
                    <a:pt x="22" y="8"/>
                  </a:lnTo>
                  <a:lnTo>
                    <a:pt x="22" y="8"/>
                  </a:lnTo>
                  <a:lnTo>
                    <a:pt x="22" y="9"/>
                  </a:lnTo>
                  <a:lnTo>
                    <a:pt x="22" y="9"/>
                  </a:lnTo>
                  <a:lnTo>
                    <a:pt x="22" y="9"/>
                  </a:lnTo>
                  <a:lnTo>
                    <a:pt x="22" y="9"/>
                  </a:lnTo>
                  <a:lnTo>
                    <a:pt x="22" y="10"/>
                  </a:lnTo>
                  <a:lnTo>
                    <a:pt x="22" y="10"/>
                  </a:lnTo>
                  <a:lnTo>
                    <a:pt x="22" y="10"/>
                  </a:lnTo>
                  <a:lnTo>
                    <a:pt x="22" y="10"/>
                  </a:lnTo>
                  <a:lnTo>
                    <a:pt x="22" y="11"/>
                  </a:lnTo>
                  <a:lnTo>
                    <a:pt x="22" y="11"/>
                  </a:lnTo>
                  <a:lnTo>
                    <a:pt x="22" y="11"/>
                  </a:lnTo>
                  <a:lnTo>
                    <a:pt x="22" y="11"/>
                  </a:lnTo>
                  <a:lnTo>
                    <a:pt x="22" y="12"/>
                  </a:lnTo>
                  <a:lnTo>
                    <a:pt x="22" y="12"/>
                  </a:lnTo>
                  <a:lnTo>
                    <a:pt x="22" y="12"/>
                  </a:lnTo>
                  <a:lnTo>
                    <a:pt x="22" y="12"/>
                  </a:lnTo>
                  <a:lnTo>
                    <a:pt x="22" y="13"/>
                  </a:lnTo>
                  <a:lnTo>
                    <a:pt x="22" y="13"/>
                  </a:lnTo>
                  <a:lnTo>
                    <a:pt x="22" y="13"/>
                  </a:lnTo>
                  <a:lnTo>
                    <a:pt x="22" y="13"/>
                  </a:lnTo>
                  <a:lnTo>
                    <a:pt x="22" y="13"/>
                  </a:lnTo>
                  <a:lnTo>
                    <a:pt x="21" y="13"/>
                  </a:lnTo>
                  <a:lnTo>
                    <a:pt x="21" y="14"/>
                  </a:lnTo>
                  <a:lnTo>
                    <a:pt x="21" y="14"/>
                  </a:lnTo>
                  <a:lnTo>
                    <a:pt x="21" y="14"/>
                  </a:lnTo>
                  <a:lnTo>
                    <a:pt x="20" y="14"/>
                  </a:lnTo>
                  <a:lnTo>
                    <a:pt x="20" y="14"/>
                  </a:lnTo>
                  <a:lnTo>
                    <a:pt x="19" y="15"/>
                  </a:lnTo>
                  <a:lnTo>
                    <a:pt x="19" y="15"/>
                  </a:lnTo>
                  <a:lnTo>
                    <a:pt x="19" y="15"/>
                  </a:lnTo>
                  <a:lnTo>
                    <a:pt x="18" y="15"/>
                  </a:lnTo>
                  <a:lnTo>
                    <a:pt x="18" y="15"/>
                  </a:lnTo>
                  <a:lnTo>
                    <a:pt x="18" y="16"/>
                  </a:lnTo>
                  <a:lnTo>
                    <a:pt x="17" y="16"/>
                  </a:lnTo>
                  <a:lnTo>
                    <a:pt x="17" y="16"/>
                  </a:lnTo>
                  <a:lnTo>
                    <a:pt x="17" y="16"/>
                  </a:lnTo>
                  <a:lnTo>
                    <a:pt x="16" y="16"/>
                  </a:lnTo>
                  <a:lnTo>
                    <a:pt x="16" y="16"/>
                  </a:lnTo>
                  <a:lnTo>
                    <a:pt x="16" y="16"/>
                  </a:lnTo>
                  <a:lnTo>
                    <a:pt x="16" y="16"/>
                  </a:lnTo>
                  <a:lnTo>
                    <a:pt x="16" y="15"/>
                  </a:lnTo>
                  <a:lnTo>
                    <a:pt x="15" y="15"/>
                  </a:lnTo>
                  <a:lnTo>
                    <a:pt x="15" y="15"/>
                  </a:lnTo>
                  <a:lnTo>
                    <a:pt x="15" y="15"/>
                  </a:lnTo>
                  <a:lnTo>
                    <a:pt x="15" y="14"/>
                  </a:lnTo>
                  <a:lnTo>
                    <a:pt x="15" y="14"/>
                  </a:lnTo>
                  <a:lnTo>
                    <a:pt x="13" y="14"/>
                  </a:lnTo>
                  <a:lnTo>
                    <a:pt x="13" y="14"/>
                  </a:lnTo>
                  <a:lnTo>
                    <a:pt x="13" y="13"/>
                  </a:lnTo>
                  <a:lnTo>
                    <a:pt x="13" y="13"/>
                  </a:lnTo>
                  <a:lnTo>
                    <a:pt x="13" y="13"/>
                  </a:lnTo>
                  <a:lnTo>
                    <a:pt x="13" y="13"/>
                  </a:lnTo>
                  <a:lnTo>
                    <a:pt x="13" y="13"/>
                  </a:lnTo>
                  <a:lnTo>
                    <a:pt x="13" y="12"/>
                  </a:lnTo>
                  <a:lnTo>
                    <a:pt x="12" y="12"/>
                  </a:lnTo>
                  <a:lnTo>
                    <a:pt x="12" y="12"/>
                  </a:lnTo>
                  <a:lnTo>
                    <a:pt x="12" y="12"/>
                  </a:lnTo>
                  <a:lnTo>
                    <a:pt x="12" y="12"/>
                  </a:lnTo>
                  <a:lnTo>
                    <a:pt x="11" y="12"/>
                  </a:lnTo>
                  <a:lnTo>
                    <a:pt x="11" y="11"/>
                  </a:lnTo>
                  <a:lnTo>
                    <a:pt x="10" y="11"/>
                  </a:lnTo>
                  <a:lnTo>
                    <a:pt x="10" y="11"/>
                  </a:lnTo>
                  <a:lnTo>
                    <a:pt x="9" y="11"/>
                  </a:lnTo>
                  <a:lnTo>
                    <a:pt x="9" y="11"/>
                  </a:lnTo>
                  <a:lnTo>
                    <a:pt x="8" y="10"/>
                  </a:lnTo>
                  <a:lnTo>
                    <a:pt x="8" y="10"/>
                  </a:lnTo>
                  <a:lnTo>
                    <a:pt x="7" y="10"/>
                  </a:lnTo>
                  <a:lnTo>
                    <a:pt x="7" y="10"/>
                  </a:lnTo>
                  <a:lnTo>
                    <a:pt x="6" y="10"/>
                  </a:lnTo>
                  <a:lnTo>
                    <a:pt x="6" y="10"/>
                  </a:lnTo>
                  <a:lnTo>
                    <a:pt x="6" y="9"/>
                  </a:lnTo>
                  <a:lnTo>
                    <a:pt x="5" y="9"/>
                  </a:lnTo>
                  <a:lnTo>
                    <a:pt x="5" y="9"/>
                  </a:lnTo>
                  <a:lnTo>
                    <a:pt x="5" y="9"/>
                  </a:lnTo>
                  <a:lnTo>
                    <a:pt x="4" y="9"/>
                  </a:lnTo>
                  <a:lnTo>
                    <a:pt x="4" y="8"/>
                  </a:lnTo>
                  <a:lnTo>
                    <a:pt x="3" y="8"/>
                  </a:lnTo>
                  <a:lnTo>
                    <a:pt x="3" y="8"/>
                  </a:lnTo>
                  <a:lnTo>
                    <a:pt x="3" y="8"/>
                  </a:lnTo>
                  <a:lnTo>
                    <a:pt x="2" y="8"/>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2" y="7"/>
                  </a:lnTo>
                  <a:lnTo>
                    <a:pt x="1" y="9"/>
                  </a:lnTo>
                  <a:lnTo>
                    <a:pt x="1" y="9"/>
                  </a:lnTo>
                  <a:lnTo>
                    <a:pt x="1" y="9"/>
                  </a:lnTo>
                  <a:lnTo>
                    <a:pt x="1"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51" name="Freeform 696"/>
            <p:cNvSpPr/>
            <p:nvPr/>
          </p:nvSpPr>
          <p:spPr bwMode="auto">
            <a:xfrm>
              <a:off x="8464550" y="4845050"/>
              <a:ext cx="3175" cy="4763"/>
            </a:xfrm>
            <a:custGeom>
              <a:avLst/>
              <a:gdLst>
                <a:gd name="T0" fmla="*/ 2 w 7"/>
                <a:gd name="T1" fmla="*/ 1 h 10"/>
                <a:gd name="T2" fmla="*/ 2 w 7"/>
                <a:gd name="T3" fmla="*/ 2 h 10"/>
                <a:gd name="T4" fmla="*/ 3 w 7"/>
                <a:gd name="T5" fmla="*/ 2 h 10"/>
                <a:gd name="T6" fmla="*/ 3 w 7"/>
                <a:gd name="T7" fmla="*/ 3 h 10"/>
                <a:gd name="T8" fmla="*/ 4 w 7"/>
                <a:gd name="T9" fmla="*/ 3 h 10"/>
                <a:gd name="T10" fmla="*/ 4 w 7"/>
                <a:gd name="T11" fmla="*/ 3 h 10"/>
                <a:gd name="T12" fmla="*/ 5 w 7"/>
                <a:gd name="T13" fmla="*/ 4 h 10"/>
                <a:gd name="T14" fmla="*/ 6 w 7"/>
                <a:gd name="T15" fmla="*/ 4 h 10"/>
                <a:gd name="T16" fmla="*/ 7 w 7"/>
                <a:gd name="T17" fmla="*/ 4 h 10"/>
                <a:gd name="T18" fmla="*/ 7 w 7"/>
                <a:gd name="T19" fmla="*/ 5 h 10"/>
                <a:gd name="T20" fmla="*/ 7 w 7"/>
                <a:gd name="T21" fmla="*/ 5 h 10"/>
                <a:gd name="T22" fmla="*/ 7 w 7"/>
                <a:gd name="T23" fmla="*/ 6 h 10"/>
                <a:gd name="T24" fmla="*/ 7 w 7"/>
                <a:gd name="T25" fmla="*/ 6 h 10"/>
                <a:gd name="T26" fmla="*/ 6 w 7"/>
                <a:gd name="T27" fmla="*/ 6 h 10"/>
                <a:gd name="T28" fmla="*/ 6 w 7"/>
                <a:gd name="T29" fmla="*/ 7 h 10"/>
                <a:gd name="T30" fmla="*/ 6 w 7"/>
                <a:gd name="T31" fmla="*/ 7 h 10"/>
                <a:gd name="T32" fmla="*/ 6 w 7"/>
                <a:gd name="T33" fmla="*/ 8 h 10"/>
                <a:gd name="T34" fmla="*/ 6 w 7"/>
                <a:gd name="T35" fmla="*/ 9 h 10"/>
                <a:gd name="T36" fmla="*/ 6 w 7"/>
                <a:gd name="T37" fmla="*/ 9 h 10"/>
                <a:gd name="T38" fmla="*/ 6 w 7"/>
                <a:gd name="T39" fmla="*/ 10 h 10"/>
                <a:gd name="T40" fmla="*/ 5 w 7"/>
                <a:gd name="T41" fmla="*/ 10 h 10"/>
                <a:gd name="T42" fmla="*/ 5 w 7"/>
                <a:gd name="T43" fmla="*/ 10 h 10"/>
                <a:gd name="T44" fmla="*/ 4 w 7"/>
                <a:gd name="T45" fmla="*/ 10 h 10"/>
                <a:gd name="T46" fmla="*/ 3 w 7"/>
                <a:gd name="T47" fmla="*/ 10 h 10"/>
                <a:gd name="T48" fmla="*/ 2 w 7"/>
                <a:gd name="T49" fmla="*/ 10 h 10"/>
                <a:gd name="T50" fmla="*/ 1 w 7"/>
                <a:gd name="T51" fmla="*/ 9 h 10"/>
                <a:gd name="T52" fmla="*/ 1 w 7"/>
                <a:gd name="T53" fmla="*/ 9 h 10"/>
                <a:gd name="T54" fmla="*/ 2 w 7"/>
                <a:gd name="T55" fmla="*/ 8 h 10"/>
                <a:gd name="T56" fmla="*/ 2 w 7"/>
                <a:gd name="T57" fmla="*/ 7 h 10"/>
                <a:gd name="T58" fmla="*/ 2 w 7"/>
                <a:gd name="T59" fmla="*/ 6 h 10"/>
                <a:gd name="T60" fmla="*/ 2 w 7"/>
                <a:gd name="T61" fmla="*/ 5 h 10"/>
                <a:gd name="T62" fmla="*/ 2 w 7"/>
                <a:gd name="T63" fmla="*/ 4 h 10"/>
                <a:gd name="T64" fmla="*/ 1 w 7"/>
                <a:gd name="T65" fmla="*/ 4 h 10"/>
                <a:gd name="T66" fmla="*/ 1 w 7"/>
                <a:gd name="T67" fmla="*/ 3 h 10"/>
                <a:gd name="T68" fmla="*/ 1 w 7"/>
                <a:gd name="T69" fmla="*/ 3 h 10"/>
                <a:gd name="T70" fmla="*/ 0 w 7"/>
                <a:gd name="T71" fmla="*/ 3 h 10"/>
                <a:gd name="T72" fmla="*/ 0 w 7"/>
                <a:gd name="T73" fmla="*/ 3 h 10"/>
                <a:gd name="T74" fmla="*/ 0 w 7"/>
                <a:gd name="T75" fmla="*/ 2 h 10"/>
                <a:gd name="T76" fmla="*/ 0 w 7"/>
                <a:gd name="T77" fmla="*/ 2 h 10"/>
                <a:gd name="T78" fmla="*/ 0 w 7"/>
                <a:gd name="T79" fmla="*/ 2 h 10"/>
                <a:gd name="T80" fmla="*/ 0 w 7"/>
                <a:gd name="T81" fmla="*/ 1 h 10"/>
                <a:gd name="T82" fmla="*/ 0 w 7"/>
                <a:gd name="T83" fmla="*/ 1 h 10"/>
                <a:gd name="T84" fmla="*/ 0 w 7"/>
                <a:gd name="T85" fmla="*/ 1 h 10"/>
                <a:gd name="T86" fmla="*/ 1 w 7"/>
                <a:gd name="T87" fmla="*/ 1 h 10"/>
                <a:gd name="T88" fmla="*/ 1 w 7"/>
                <a:gd name="T89" fmla="*/ 1 h 10"/>
                <a:gd name="T90" fmla="*/ 1 w 7"/>
                <a:gd name="T91" fmla="*/ 1 h 10"/>
                <a:gd name="T92" fmla="*/ 1 w 7"/>
                <a:gd name="T93" fmla="*/ 1 h 10"/>
                <a:gd name="T94" fmla="*/ 2 w 7"/>
                <a:gd name="T95" fmla="*/ 0 h 10"/>
                <a:gd name="T96" fmla="*/ 2 w 7"/>
                <a:gd name="T9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 h="10">
                  <a:moveTo>
                    <a:pt x="2" y="0"/>
                  </a:moveTo>
                  <a:lnTo>
                    <a:pt x="2" y="1"/>
                  </a:lnTo>
                  <a:lnTo>
                    <a:pt x="2" y="1"/>
                  </a:lnTo>
                  <a:lnTo>
                    <a:pt x="2" y="1"/>
                  </a:lnTo>
                  <a:lnTo>
                    <a:pt x="2" y="1"/>
                  </a:lnTo>
                  <a:lnTo>
                    <a:pt x="2" y="2"/>
                  </a:lnTo>
                  <a:lnTo>
                    <a:pt x="2" y="2"/>
                  </a:lnTo>
                  <a:lnTo>
                    <a:pt x="2" y="2"/>
                  </a:lnTo>
                  <a:lnTo>
                    <a:pt x="3" y="2"/>
                  </a:lnTo>
                  <a:lnTo>
                    <a:pt x="3" y="2"/>
                  </a:lnTo>
                  <a:lnTo>
                    <a:pt x="3" y="2"/>
                  </a:lnTo>
                  <a:lnTo>
                    <a:pt x="3" y="3"/>
                  </a:lnTo>
                  <a:lnTo>
                    <a:pt x="4" y="3"/>
                  </a:lnTo>
                  <a:lnTo>
                    <a:pt x="4" y="3"/>
                  </a:lnTo>
                  <a:lnTo>
                    <a:pt x="4" y="3"/>
                  </a:lnTo>
                  <a:lnTo>
                    <a:pt x="4" y="3"/>
                  </a:lnTo>
                  <a:lnTo>
                    <a:pt x="4" y="3"/>
                  </a:lnTo>
                  <a:lnTo>
                    <a:pt x="4" y="3"/>
                  </a:lnTo>
                  <a:lnTo>
                    <a:pt x="5" y="4"/>
                  </a:lnTo>
                  <a:lnTo>
                    <a:pt x="5" y="4"/>
                  </a:lnTo>
                  <a:lnTo>
                    <a:pt x="5" y="4"/>
                  </a:lnTo>
                  <a:lnTo>
                    <a:pt x="5" y="4"/>
                  </a:lnTo>
                  <a:lnTo>
                    <a:pt x="6" y="4"/>
                  </a:lnTo>
                  <a:lnTo>
                    <a:pt x="6" y="4"/>
                  </a:lnTo>
                  <a:lnTo>
                    <a:pt x="6" y="4"/>
                  </a:lnTo>
                  <a:lnTo>
                    <a:pt x="7" y="4"/>
                  </a:lnTo>
                  <a:lnTo>
                    <a:pt x="7" y="4"/>
                  </a:lnTo>
                  <a:lnTo>
                    <a:pt x="7" y="4"/>
                  </a:lnTo>
                  <a:lnTo>
                    <a:pt x="7" y="5"/>
                  </a:lnTo>
                  <a:lnTo>
                    <a:pt x="7" y="5"/>
                  </a:lnTo>
                  <a:lnTo>
                    <a:pt x="7" y="5"/>
                  </a:lnTo>
                  <a:lnTo>
                    <a:pt x="7" y="5"/>
                  </a:lnTo>
                  <a:lnTo>
                    <a:pt x="7" y="5"/>
                  </a:lnTo>
                  <a:lnTo>
                    <a:pt x="7" y="5"/>
                  </a:lnTo>
                  <a:lnTo>
                    <a:pt x="7" y="5"/>
                  </a:lnTo>
                  <a:lnTo>
                    <a:pt x="7" y="6"/>
                  </a:lnTo>
                  <a:lnTo>
                    <a:pt x="7" y="6"/>
                  </a:lnTo>
                  <a:lnTo>
                    <a:pt x="7" y="6"/>
                  </a:lnTo>
                  <a:lnTo>
                    <a:pt x="7" y="6"/>
                  </a:lnTo>
                  <a:lnTo>
                    <a:pt x="6" y="6"/>
                  </a:lnTo>
                  <a:lnTo>
                    <a:pt x="6" y="6"/>
                  </a:lnTo>
                  <a:lnTo>
                    <a:pt x="6" y="6"/>
                  </a:lnTo>
                  <a:lnTo>
                    <a:pt x="6" y="6"/>
                  </a:lnTo>
                  <a:lnTo>
                    <a:pt x="6" y="7"/>
                  </a:lnTo>
                  <a:lnTo>
                    <a:pt x="6" y="7"/>
                  </a:lnTo>
                  <a:lnTo>
                    <a:pt x="6" y="7"/>
                  </a:lnTo>
                  <a:lnTo>
                    <a:pt x="6" y="7"/>
                  </a:lnTo>
                  <a:lnTo>
                    <a:pt x="6" y="7"/>
                  </a:lnTo>
                  <a:lnTo>
                    <a:pt x="6" y="8"/>
                  </a:lnTo>
                  <a:lnTo>
                    <a:pt x="6" y="8"/>
                  </a:lnTo>
                  <a:lnTo>
                    <a:pt x="6" y="8"/>
                  </a:lnTo>
                  <a:lnTo>
                    <a:pt x="6" y="8"/>
                  </a:lnTo>
                  <a:lnTo>
                    <a:pt x="6" y="8"/>
                  </a:lnTo>
                  <a:lnTo>
                    <a:pt x="6" y="9"/>
                  </a:lnTo>
                  <a:lnTo>
                    <a:pt x="6" y="9"/>
                  </a:lnTo>
                  <a:lnTo>
                    <a:pt x="6" y="9"/>
                  </a:lnTo>
                  <a:lnTo>
                    <a:pt x="6" y="9"/>
                  </a:lnTo>
                  <a:lnTo>
                    <a:pt x="6" y="9"/>
                  </a:lnTo>
                  <a:lnTo>
                    <a:pt x="6" y="10"/>
                  </a:lnTo>
                  <a:lnTo>
                    <a:pt x="6" y="10"/>
                  </a:lnTo>
                  <a:lnTo>
                    <a:pt x="6" y="10"/>
                  </a:lnTo>
                  <a:lnTo>
                    <a:pt x="5" y="10"/>
                  </a:lnTo>
                  <a:lnTo>
                    <a:pt x="5" y="10"/>
                  </a:lnTo>
                  <a:lnTo>
                    <a:pt x="5" y="10"/>
                  </a:lnTo>
                  <a:lnTo>
                    <a:pt x="5" y="10"/>
                  </a:lnTo>
                  <a:lnTo>
                    <a:pt x="5" y="10"/>
                  </a:lnTo>
                  <a:lnTo>
                    <a:pt x="4" y="10"/>
                  </a:lnTo>
                  <a:lnTo>
                    <a:pt x="4" y="10"/>
                  </a:lnTo>
                  <a:lnTo>
                    <a:pt x="4" y="10"/>
                  </a:lnTo>
                  <a:lnTo>
                    <a:pt x="3" y="10"/>
                  </a:lnTo>
                  <a:lnTo>
                    <a:pt x="3" y="10"/>
                  </a:lnTo>
                  <a:lnTo>
                    <a:pt x="3" y="10"/>
                  </a:lnTo>
                  <a:lnTo>
                    <a:pt x="2" y="10"/>
                  </a:lnTo>
                  <a:lnTo>
                    <a:pt x="2" y="10"/>
                  </a:lnTo>
                  <a:lnTo>
                    <a:pt x="2" y="10"/>
                  </a:lnTo>
                  <a:lnTo>
                    <a:pt x="2" y="10"/>
                  </a:lnTo>
                  <a:lnTo>
                    <a:pt x="1" y="9"/>
                  </a:lnTo>
                  <a:lnTo>
                    <a:pt x="1" y="9"/>
                  </a:lnTo>
                  <a:lnTo>
                    <a:pt x="1" y="9"/>
                  </a:lnTo>
                  <a:lnTo>
                    <a:pt x="1" y="9"/>
                  </a:lnTo>
                  <a:lnTo>
                    <a:pt x="1" y="9"/>
                  </a:lnTo>
                  <a:lnTo>
                    <a:pt x="1" y="8"/>
                  </a:lnTo>
                  <a:lnTo>
                    <a:pt x="2" y="8"/>
                  </a:lnTo>
                  <a:lnTo>
                    <a:pt x="2" y="8"/>
                  </a:lnTo>
                  <a:lnTo>
                    <a:pt x="2" y="7"/>
                  </a:lnTo>
                  <a:lnTo>
                    <a:pt x="2" y="7"/>
                  </a:lnTo>
                  <a:lnTo>
                    <a:pt x="2" y="7"/>
                  </a:lnTo>
                  <a:lnTo>
                    <a:pt x="2" y="6"/>
                  </a:lnTo>
                  <a:lnTo>
                    <a:pt x="2" y="6"/>
                  </a:lnTo>
                  <a:lnTo>
                    <a:pt x="2" y="6"/>
                  </a:lnTo>
                  <a:lnTo>
                    <a:pt x="2" y="5"/>
                  </a:lnTo>
                  <a:lnTo>
                    <a:pt x="2" y="5"/>
                  </a:lnTo>
                  <a:lnTo>
                    <a:pt x="2" y="5"/>
                  </a:lnTo>
                  <a:lnTo>
                    <a:pt x="2" y="4"/>
                  </a:lnTo>
                  <a:lnTo>
                    <a:pt x="2" y="4"/>
                  </a:lnTo>
                  <a:lnTo>
                    <a:pt x="2" y="4"/>
                  </a:lnTo>
                  <a:lnTo>
                    <a:pt x="2" y="4"/>
                  </a:lnTo>
                  <a:lnTo>
                    <a:pt x="1" y="4"/>
                  </a:lnTo>
                  <a:lnTo>
                    <a:pt x="1" y="4"/>
                  </a:lnTo>
                  <a:lnTo>
                    <a:pt x="1" y="4"/>
                  </a:lnTo>
                  <a:lnTo>
                    <a:pt x="1" y="4"/>
                  </a:lnTo>
                  <a:lnTo>
                    <a:pt x="1" y="3"/>
                  </a:lnTo>
                  <a:lnTo>
                    <a:pt x="1" y="3"/>
                  </a:lnTo>
                  <a:lnTo>
                    <a:pt x="1" y="3"/>
                  </a:lnTo>
                  <a:lnTo>
                    <a:pt x="1" y="3"/>
                  </a:lnTo>
                  <a:lnTo>
                    <a:pt x="0" y="3"/>
                  </a:lnTo>
                  <a:lnTo>
                    <a:pt x="0" y="3"/>
                  </a:lnTo>
                  <a:lnTo>
                    <a:pt x="0" y="3"/>
                  </a:lnTo>
                  <a:lnTo>
                    <a:pt x="0" y="3"/>
                  </a:lnTo>
                  <a:lnTo>
                    <a:pt x="0" y="3"/>
                  </a:lnTo>
                  <a:lnTo>
                    <a:pt x="0" y="3"/>
                  </a:lnTo>
                  <a:lnTo>
                    <a:pt x="0" y="3"/>
                  </a:lnTo>
                  <a:lnTo>
                    <a:pt x="0" y="3"/>
                  </a:lnTo>
                  <a:lnTo>
                    <a:pt x="0" y="2"/>
                  </a:lnTo>
                  <a:lnTo>
                    <a:pt x="0" y="2"/>
                  </a:lnTo>
                  <a:lnTo>
                    <a:pt x="0" y="2"/>
                  </a:lnTo>
                  <a:lnTo>
                    <a:pt x="0" y="2"/>
                  </a:lnTo>
                  <a:lnTo>
                    <a:pt x="0" y="2"/>
                  </a:lnTo>
                  <a:lnTo>
                    <a:pt x="0" y="2"/>
                  </a:lnTo>
                  <a:lnTo>
                    <a:pt x="0" y="2"/>
                  </a:lnTo>
                  <a:lnTo>
                    <a:pt x="0" y="1"/>
                  </a:lnTo>
                  <a:lnTo>
                    <a:pt x="0" y="1"/>
                  </a:lnTo>
                  <a:lnTo>
                    <a:pt x="0" y="1"/>
                  </a:lnTo>
                  <a:lnTo>
                    <a:pt x="0" y="1"/>
                  </a:lnTo>
                  <a:lnTo>
                    <a:pt x="0" y="1"/>
                  </a:lnTo>
                  <a:lnTo>
                    <a:pt x="0" y="1"/>
                  </a:lnTo>
                  <a:lnTo>
                    <a:pt x="0" y="1"/>
                  </a:lnTo>
                  <a:lnTo>
                    <a:pt x="0" y="1"/>
                  </a:lnTo>
                  <a:lnTo>
                    <a:pt x="0" y="1"/>
                  </a:lnTo>
                  <a:lnTo>
                    <a:pt x="0" y="1"/>
                  </a:lnTo>
                  <a:lnTo>
                    <a:pt x="0" y="1"/>
                  </a:lnTo>
                  <a:lnTo>
                    <a:pt x="1" y="1"/>
                  </a:lnTo>
                  <a:lnTo>
                    <a:pt x="1" y="1"/>
                  </a:lnTo>
                  <a:lnTo>
                    <a:pt x="1" y="1"/>
                  </a:lnTo>
                  <a:lnTo>
                    <a:pt x="1" y="1"/>
                  </a:lnTo>
                  <a:lnTo>
                    <a:pt x="1" y="1"/>
                  </a:lnTo>
                  <a:lnTo>
                    <a:pt x="1" y="1"/>
                  </a:lnTo>
                  <a:lnTo>
                    <a:pt x="1" y="1"/>
                  </a:lnTo>
                  <a:lnTo>
                    <a:pt x="1" y="1"/>
                  </a:lnTo>
                  <a:lnTo>
                    <a:pt x="1" y="1"/>
                  </a:lnTo>
                  <a:lnTo>
                    <a:pt x="1" y="1"/>
                  </a:lnTo>
                  <a:lnTo>
                    <a:pt x="2" y="1"/>
                  </a:lnTo>
                  <a:lnTo>
                    <a:pt x="2" y="1"/>
                  </a:lnTo>
                  <a:lnTo>
                    <a:pt x="2" y="0"/>
                  </a:lnTo>
                  <a:lnTo>
                    <a:pt x="2" y="0"/>
                  </a:lnTo>
                  <a:lnTo>
                    <a:pt x="2"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sp>
          <p:nvSpPr>
            <p:cNvPr id="152" name="Freeform 717"/>
            <p:cNvSpPr/>
            <p:nvPr/>
          </p:nvSpPr>
          <p:spPr bwMode="auto">
            <a:xfrm>
              <a:off x="8461375" y="4833938"/>
              <a:ext cx="14288" cy="14288"/>
            </a:xfrm>
            <a:custGeom>
              <a:avLst/>
              <a:gdLst>
                <a:gd name="T0" fmla="*/ 28 w 28"/>
                <a:gd name="T1" fmla="*/ 14 h 27"/>
                <a:gd name="T2" fmla="*/ 28 w 28"/>
                <a:gd name="T3" fmla="*/ 14 h 27"/>
                <a:gd name="T4" fmla="*/ 27 w 28"/>
                <a:gd name="T5" fmla="*/ 8 h 27"/>
                <a:gd name="T6" fmla="*/ 24 w 28"/>
                <a:gd name="T7" fmla="*/ 4 h 27"/>
                <a:gd name="T8" fmla="*/ 19 w 28"/>
                <a:gd name="T9" fmla="*/ 1 h 27"/>
                <a:gd name="T10" fmla="*/ 14 w 28"/>
                <a:gd name="T11" fmla="*/ 0 h 27"/>
                <a:gd name="T12" fmla="*/ 14 w 28"/>
                <a:gd name="T13" fmla="*/ 0 h 27"/>
                <a:gd name="T14" fmla="*/ 9 w 28"/>
                <a:gd name="T15" fmla="*/ 1 h 27"/>
                <a:gd name="T16" fmla="*/ 5 w 28"/>
                <a:gd name="T17" fmla="*/ 4 h 27"/>
                <a:gd name="T18" fmla="*/ 1 w 28"/>
                <a:gd name="T19" fmla="*/ 8 h 27"/>
                <a:gd name="T20" fmla="*/ 0 w 28"/>
                <a:gd name="T21" fmla="*/ 14 h 27"/>
                <a:gd name="T22" fmla="*/ 0 w 28"/>
                <a:gd name="T23" fmla="*/ 14 h 27"/>
                <a:gd name="T24" fmla="*/ 1 w 28"/>
                <a:gd name="T25" fmla="*/ 19 h 27"/>
                <a:gd name="T26" fmla="*/ 5 w 28"/>
                <a:gd name="T27" fmla="*/ 23 h 27"/>
                <a:gd name="T28" fmla="*/ 9 w 28"/>
                <a:gd name="T29" fmla="*/ 26 h 27"/>
                <a:gd name="T30" fmla="*/ 14 w 28"/>
                <a:gd name="T31" fmla="*/ 27 h 27"/>
                <a:gd name="T32" fmla="*/ 14 w 28"/>
                <a:gd name="T33" fmla="*/ 27 h 27"/>
                <a:gd name="T34" fmla="*/ 19 w 28"/>
                <a:gd name="T35" fmla="*/ 26 h 27"/>
                <a:gd name="T36" fmla="*/ 24 w 28"/>
                <a:gd name="T37" fmla="*/ 23 h 27"/>
                <a:gd name="T38" fmla="*/ 27 w 28"/>
                <a:gd name="T39" fmla="*/ 19 h 27"/>
                <a:gd name="T40" fmla="*/ 28 w 28"/>
                <a:gd name="T41" fmla="*/ 14 h 27"/>
                <a:gd name="T42" fmla="*/ 28 w 28"/>
                <a:gd name="T43"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27">
                  <a:moveTo>
                    <a:pt x="28" y="14"/>
                  </a:moveTo>
                  <a:lnTo>
                    <a:pt x="28" y="14"/>
                  </a:lnTo>
                  <a:lnTo>
                    <a:pt x="27" y="8"/>
                  </a:lnTo>
                  <a:lnTo>
                    <a:pt x="24" y="4"/>
                  </a:lnTo>
                  <a:lnTo>
                    <a:pt x="19" y="1"/>
                  </a:lnTo>
                  <a:lnTo>
                    <a:pt x="14" y="0"/>
                  </a:lnTo>
                  <a:lnTo>
                    <a:pt x="14" y="0"/>
                  </a:lnTo>
                  <a:lnTo>
                    <a:pt x="9" y="1"/>
                  </a:lnTo>
                  <a:lnTo>
                    <a:pt x="5" y="4"/>
                  </a:lnTo>
                  <a:lnTo>
                    <a:pt x="1" y="8"/>
                  </a:lnTo>
                  <a:lnTo>
                    <a:pt x="0" y="14"/>
                  </a:lnTo>
                  <a:lnTo>
                    <a:pt x="0" y="14"/>
                  </a:lnTo>
                  <a:lnTo>
                    <a:pt x="1" y="19"/>
                  </a:lnTo>
                  <a:lnTo>
                    <a:pt x="5" y="23"/>
                  </a:lnTo>
                  <a:lnTo>
                    <a:pt x="9" y="26"/>
                  </a:lnTo>
                  <a:lnTo>
                    <a:pt x="14" y="27"/>
                  </a:lnTo>
                  <a:lnTo>
                    <a:pt x="14" y="27"/>
                  </a:lnTo>
                  <a:lnTo>
                    <a:pt x="19" y="26"/>
                  </a:lnTo>
                  <a:lnTo>
                    <a:pt x="24" y="23"/>
                  </a:lnTo>
                  <a:lnTo>
                    <a:pt x="27" y="19"/>
                  </a:lnTo>
                  <a:lnTo>
                    <a:pt x="28" y="14"/>
                  </a:lnTo>
                  <a:lnTo>
                    <a:pt x="28"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BFBFBF"/>
                </a:solidFill>
                <a:effectLst/>
                <a:uLnTx/>
                <a:uFillTx/>
              </a:endParaRPr>
            </a:p>
          </p:txBody>
        </p:sp>
      </p:grpSp>
      <p:grpSp>
        <p:nvGrpSpPr>
          <p:cNvPr id="153" name="广东（小图）"/>
          <p:cNvGrpSpPr/>
          <p:nvPr/>
        </p:nvGrpSpPr>
        <p:grpSpPr>
          <a:xfrm>
            <a:off x="833035" y="4861345"/>
            <a:ext cx="707330" cy="360703"/>
            <a:chOff x="8096250" y="4700588"/>
            <a:chExt cx="638176" cy="325438"/>
          </a:xfrm>
          <a:solidFill>
            <a:srgbClr val="787879"/>
          </a:solidFill>
        </p:grpSpPr>
        <p:sp>
          <p:nvSpPr>
            <p:cNvPr id="154" name="Freeform 676"/>
            <p:cNvSpPr/>
            <p:nvPr/>
          </p:nvSpPr>
          <p:spPr bwMode="auto">
            <a:xfrm>
              <a:off x="8096250" y="4700588"/>
              <a:ext cx="611188" cy="325438"/>
            </a:xfrm>
            <a:custGeom>
              <a:avLst/>
              <a:gdLst>
                <a:gd name="T0" fmla="*/ 1131 w 1155"/>
                <a:gd name="T1" fmla="*/ 36 h 616"/>
                <a:gd name="T2" fmla="*/ 1078 w 1155"/>
                <a:gd name="T3" fmla="*/ 69 h 616"/>
                <a:gd name="T4" fmla="*/ 1101 w 1155"/>
                <a:gd name="T5" fmla="*/ 85 h 616"/>
                <a:gd name="T6" fmla="*/ 1068 w 1155"/>
                <a:gd name="T7" fmla="*/ 89 h 616"/>
                <a:gd name="T8" fmla="*/ 1068 w 1155"/>
                <a:gd name="T9" fmla="*/ 124 h 616"/>
                <a:gd name="T10" fmla="*/ 1022 w 1155"/>
                <a:gd name="T11" fmla="*/ 136 h 616"/>
                <a:gd name="T12" fmla="*/ 994 w 1155"/>
                <a:gd name="T13" fmla="*/ 147 h 616"/>
                <a:gd name="T14" fmla="*/ 948 w 1155"/>
                <a:gd name="T15" fmla="*/ 161 h 616"/>
                <a:gd name="T16" fmla="*/ 915 w 1155"/>
                <a:gd name="T17" fmla="*/ 178 h 616"/>
                <a:gd name="T18" fmla="*/ 893 w 1155"/>
                <a:gd name="T19" fmla="*/ 180 h 616"/>
                <a:gd name="T20" fmla="*/ 871 w 1155"/>
                <a:gd name="T21" fmla="*/ 163 h 616"/>
                <a:gd name="T22" fmla="*/ 835 w 1155"/>
                <a:gd name="T23" fmla="*/ 184 h 616"/>
                <a:gd name="T24" fmla="*/ 820 w 1155"/>
                <a:gd name="T25" fmla="*/ 201 h 616"/>
                <a:gd name="T26" fmla="*/ 788 w 1155"/>
                <a:gd name="T27" fmla="*/ 196 h 616"/>
                <a:gd name="T28" fmla="*/ 774 w 1155"/>
                <a:gd name="T29" fmla="*/ 183 h 616"/>
                <a:gd name="T30" fmla="*/ 766 w 1155"/>
                <a:gd name="T31" fmla="*/ 202 h 616"/>
                <a:gd name="T32" fmla="*/ 767 w 1155"/>
                <a:gd name="T33" fmla="*/ 228 h 616"/>
                <a:gd name="T34" fmla="*/ 681 w 1155"/>
                <a:gd name="T35" fmla="*/ 227 h 616"/>
                <a:gd name="T36" fmla="*/ 640 w 1155"/>
                <a:gd name="T37" fmla="*/ 192 h 616"/>
                <a:gd name="T38" fmla="*/ 608 w 1155"/>
                <a:gd name="T39" fmla="*/ 195 h 616"/>
                <a:gd name="T40" fmla="*/ 605 w 1155"/>
                <a:gd name="T41" fmla="*/ 246 h 616"/>
                <a:gd name="T42" fmla="*/ 608 w 1155"/>
                <a:gd name="T43" fmla="*/ 287 h 616"/>
                <a:gd name="T44" fmla="*/ 589 w 1155"/>
                <a:gd name="T45" fmla="*/ 287 h 616"/>
                <a:gd name="T46" fmla="*/ 552 w 1155"/>
                <a:gd name="T47" fmla="*/ 325 h 616"/>
                <a:gd name="T48" fmla="*/ 540 w 1155"/>
                <a:gd name="T49" fmla="*/ 287 h 616"/>
                <a:gd name="T50" fmla="*/ 525 w 1155"/>
                <a:gd name="T51" fmla="*/ 332 h 616"/>
                <a:gd name="T52" fmla="*/ 469 w 1155"/>
                <a:gd name="T53" fmla="*/ 346 h 616"/>
                <a:gd name="T54" fmla="*/ 447 w 1155"/>
                <a:gd name="T55" fmla="*/ 331 h 616"/>
                <a:gd name="T56" fmla="*/ 430 w 1155"/>
                <a:gd name="T57" fmla="*/ 310 h 616"/>
                <a:gd name="T58" fmla="*/ 398 w 1155"/>
                <a:gd name="T59" fmla="*/ 365 h 616"/>
                <a:gd name="T60" fmla="*/ 375 w 1155"/>
                <a:gd name="T61" fmla="*/ 359 h 616"/>
                <a:gd name="T62" fmla="*/ 364 w 1155"/>
                <a:gd name="T63" fmla="*/ 355 h 616"/>
                <a:gd name="T64" fmla="*/ 369 w 1155"/>
                <a:gd name="T65" fmla="*/ 380 h 616"/>
                <a:gd name="T66" fmla="*/ 350 w 1155"/>
                <a:gd name="T67" fmla="*/ 382 h 616"/>
                <a:gd name="T68" fmla="*/ 336 w 1155"/>
                <a:gd name="T69" fmla="*/ 364 h 616"/>
                <a:gd name="T70" fmla="*/ 335 w 1155"/>
                <a:gd name="T71" fmla="*/ 387 h 616"/>
                <a:gd name="T72" fmla="*/ 284 w 1155"/>
                <a:gd name="T73" fmla="*/ 404 h 616"/>
                <a:gd name="T74" fmla="*/ 253 w 1155"/>
                <a:gd name="T75" fmla="*/ 422 h 616"/>
                <a:gd name="T76" fmla="*/ 226 w 1155"/>
                <a:gd name="T77" fmla="*/ 414 h 616"/>
                <a:gd name="T78" fmla="*/ 220 w 1155"/>
                <a:gd name="T79" fmla="*/ 411 h 616"/>
                <a:gd name="T80" fmla="*/ 160 w 1155"/>
                <a:gd name="T81" fmla="*/ 441 h 616"/>
                <a:gd name="T82" fmla="*/ 164 w 1155"/>
                <a:gd name="T83" fmla="*/ 422 h 616"/>
                <a:gd name="T84" fmla="*/ 122 w 1155"/>
                <a:gd name="T85" fmla="*/ 455 h 616"/>
                <a:gd name="T86" fmla="*/ 121 w 1155"/>
                <a:gd name="T87" fmla="*/ 436 h 616"/>
                <a:gd name="T88" fmla="*/ 117 w 1155"/>
                <a:gd name="T89" fmla="*/ 433 h 616"/>
                <a:gd name="T90" fmla="*/ 110 w 1155"/>
                <a:gd name="T91" fmla="*/ 477 h 616"/>
                <a:gd name="T92" fmla="*/ 131 w 1155"/>
                <a:gd name="T93" fmla="*/ 496 h 616"/>
                <a:gd name="T94" fmla="*/ 99 w 1155"/>
                <a:gd name="T95" fmla="*/ 473 h 616"/>
                <a:gd name="T96" fmla="*/ 74 w 1155"/>
                <a:gd name="T97" fmla="*/ 469 h 616"/>
                <a:gd name="T98" fmla="*/ 80 w 1155"/>
                <a:gd name="T99" fmla="*/ 497 h 616"/>
                <a:gd name="T100" fmla="*/ 99 w 1155"/>
                <a:gd name="T101" fmla="*/ 518 h 616"/>
                <a:gd name="T102" fmla="*/ 106 w 1155"/>
                <a:gd name="T103" fmla="*/ 536 h 616"/>
                <a:gd name="T104" fmla="*/ 122 w 1155"/>
                <a:gd name="T105" fmla="*/ 562 h 616"/>
                <a:gd name="T106" fmla="*/ 110 w 1155"/>
                <a:gd name="T107" fmla="*/ 606 h 616"/>
                <a:gd name="T108" fmla="*/ 65 w 1155"/>
                <a:gd name="T109" fmla="*/ 610 h 616"/>
                <a:gd name="T110" fmla="*/ 38 w 1155"/>
                <a:gd name="T111" fmla="*/ 584 h 616"/>
                <a:gd name="T112" fmla="*/ 56 w 1155"/>
                <a:gd name="T113" fmla="*/ 588 h 616"/>
                <a:gd name="T114" fmla="*/ 32 w 1155"/>
                <a:gd name="T115" fmla="*/ 565 h 616"/>
                <a:gd name="T116" fmla="*/ 19 w 1155"/>
                <a:gd name="T117" fmla="*/ 540 h 616"/>
                <a:gd name="T118" fmla="*/ 2 w 1155"/>
                <a:gd name="T119" fmla="*/ 514 h 616"/>
                <a:gd name="T120" fmla="*/ 17 w 1155"/>
                <a:gd name="T121" fmla="*/ 434 h 616"/>
                <a:gd name="T122" fmla="*/ 45 w 1155"/>
                <a:gd name="T123" fmla="*/ 411 h 616"/>
                <a:gd name="T124" fmla="*/ 137 w 1155"/>
                <a:gd name="T125" fmla="*/ 299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55" h="616">
                  <a:moveTo>
                    <a:pt x="1132" y="0"/>
                  </a:moveTo>
                  <a:lnTo>
                    <a:pt x="1133" y="3"/>
                  </a:lnTo>
                  <a:lnTo>
                    <a:pt x="1135" y="7"/>
                  </a:lnTo>
                  <a:lnTo>
                    <a:pt x="1138" y="11"/>
                  </a:lnTo>
                  <a:lnTo>
                    <a:pt x="1143" y="15"/>
                  </a:lnTo>
                  <a:lnTo>
                    <a:pt x="1147" y="17"/>
                  </a:lnTo>
                  <a:lnTo>
                    <a:pt x="1155" y="19"/>
                  </a:lnTo>
                  <a:lnTo>
                    <a:pt x="1155" y="19"/>
                  </a:lnTo>
                  <a:lnTo>
                    <a:pt x="1155" y="19"/>
                  </a:lnTo>
                  <a:lnTo>
                    <a:pt x="1155" y="20"/>
                  </a:lnTo>
                  <a:lnTo>
                    <a:pt x="1154" y="20"/>
                  </a:lnTo>
                  <a:lnTo>
                    <a:pt x="1154" y="21"/>
                  </a:lnTo>
                  <a:lnTo>
                    <a:pt x="1154" y="21"/>
                  </a:lnTo>
                  <a:lnTo>
                    <a:pt x="1154" y="21"/>
                  </a:lnTo>
                  <a:lnTo>
                    <a:pt x="1153" y="22"/>
                  </a:lnTo>
                  <a:lnTo>
                    <a:pt x="1153" y="22"/>
                  </a:lnTo>
                  <a:lnTo>
                    <a:pt x="1152" y="23"/>
                  </a:lnTo>
                  <a:lnTo>
                    <a:pt x="1152" y="24"/>
                  </a:lnTo>
                  <a:lnTo>
                    <a:pt x="1152" y="24"/>
                  </a:lnTo>
                  <a:lnTo>
                    <a:pt x="1151" y="25"/>
                  </a:lnTo>
                  <a:lnTo>
                    <a:pt x="1151" y="25"/>
                  </a:lnTo>
                  <a:lnTo>
                    <a:pt x="1150" y="26"/>
                  </a:lnTo>
                  <a:lnTo>
                    <a:pt x="1150" y="26"/>
                  </a:lnTo>
                  <a:lnTo>
                    <a:pt x="1149" y="27"/>
                  </a:lnTo>
                  <a:lnTo>
                    <a:pt x="1149" y="28"/>
                  </a:lnTo>
                  <a:lnTo>
                    <a:pt x="1148" y="28"/>
                  </a:lnTo>
                  <a:lnTo>
                    <a:pt x="1148" y="29"/>
                  </a:lnTo>
                  <a:lnTo>
                    <a:pt x="1147" y="29"/>
                  </a:lnTo>
                  <a:lnTo>
                    <a:pt x="1147" y="29"/>
                  </a:lnTo>
                  <a:lnTo>
                    <a:pt x="1147" y="30"/>
                  </a:lnTo>
                  <a:lnTo>
                    <a:pt x="1146" y="30"/>
                  </a:lnTo>
                  <a:lnTo>
                    <a:pt x="1146" y="31"/>
                  </a:lnTo>
                  <a:lnTo>
                    <a:pt x="1146" y="31"/>
                  </a:lnTo>
                  <a:lnTo>
                    <a:pt x="1145" y="31"/>
                  </a:lnTo>
                  <a:lnTo>
                    <a:pt x="1145" y="31"/>
                  </a:lnTo>
                  <a:lnTo>
                    <a:pt x="1145" y="31"/>
                  </a:lnTo>
                  <a:lnTo>
                    <a:pt x="1145" y="33"/>
                  </a:lnTo>
                  <a:lnTo>
                    <a:pt x="1144" y="33"/>
                  </a:lnTo>
                  <a:lnTo>
                    <a:pt x="1144" y="31"/>
                  </a:lnTo>
                  <a:lnTo>
                    <a:pt x="1144" y="31"/>
                  </a:lnTo>
                  <a:lnTo>
                    <a:pt x="1144" y="31"/>
                  </a:lnTo>
                  <a:lnTo>
                    <a:pt x="1144" y="31"/>
                  </a:lnTo>
                  <a:lnTo>
                    <a:pt x="1144" y="30"/>
                  </a:lnTo>
                  <a:lnTo>
                    <a:pt x="1144" y="30"/>
                  </a:lnTo>
                  <a:lnTo>
                    <a:pt x="1144" y="29"/>
                  </a:lnTo>
                  <a:lnTo>
                    <a:pt x="1144" y="28"/>
                  </a:lnTo>
                  <a:lnTo>
                    <a:pt x="1144" y="28"/>
                  </a:lnTo>
                  <a:lnTo>
                    <a:pt x="1144" y="27"/>
                  </a:lnTo>
                  <a:lnTo>
                    <a:pt x="1144" y="27"/>
                  </a:lnTo>
                  <a:lnTo>
                    <a:pt x="1144" y="26"/>
                  </a:lnTo>
                  <a:lnTo>
                    <a:pt x="1143" y="25"/>
                  </a:lnTo>
                  <a:lnTo>
                    <a:pt x="1143" y="25"/>
                  </a:lnTo>
                  <a:lnTo>
                    <a:pt x="1143" y="24"/>
                  </a:lnTo>
                  <a:lnTo>
                    <a:pt x="1143" y="24"/>
                  </a:lnTo>
                  <a:lnTo>
                    <a:pt x="1143" y="23"/>
                  </a:lnTo>
                  <a:lnTo>
                    <a:pt x="1141" y="23"/>
                  </a:lnTo>
                  <a:lnTo>
                    <a:pt x="1141" y="22"/>
                  </a:lnTo>
                  <a:lnTo>
                    <a:pt x="1141" y="22"/>
                  </a:lnTo>
                  <a:lnTo>
                    <a:pt x="1140" y="21"/>
                  </a:lnTo>
                  <a:lnTo>
                    <a:pt x="1140" y="21"/>
                  </a:lnTo>
                  <a:lnTo>
                    <a:pt x="1139" y="21"/>
                  </a:lnTo>
                  <a:lnTo>
                    <a:pt x="1139" y="21"/>
                  </a:lnTo>
                  <a:lnTo>
                    <a:pt x="1138" y="20"/>
                  </a:lnTo>
                  <a:lnTo>
                    <a:pt x="1137" y="20"/>
                  </a:lnTo>
                  <a:lnTo>
                    <a:pt x="1137" y="20"/>
                  </a:lnTo>
                  <a:lnTo>
                    <a:pt x="1136" y="20"/>
                  </a:lnTo>
                  <a:lnTo>
                    <a:pt x="1136" y="20"/>
                  </a:lnTo>
                  <a:lnTo>
                    <a:pt x="1135" y="20"/>
                  </a:lnTo>
                  <a:lnTo>
                    <a:pt x="1135" y="20"/>
                  </a:lnTo>
                  <a:lnTo>
                    <a:pt x="1134" y="20"/>
                  </a:lnTo>
                  <a:lnTo>
                    <a:pt x="1134" y="20"/>
                  </a:lnTo>
                  <a:lnTo>
                    <a:pt x="1134" y="20"/>
                  </a:lnTo>
                  <a:lnTo>
                    <a:pt x="1133" y="20"/>
                  </a:lnTo>
                  <a:lnTo>
                    <a:pt x="1133" y="20"/>
                  </a:lnTo>
                  <a:lnTo>
                    <a:pt x="1132" y="20"/>
                  </a:lnTo>
                  <a:lnTo>
                    <a:pt x="1132" y="20"/>
                  </a:lnTo>
                  <a:lnTo>
                    <a:pt x="1131" y="20"/>
                  </a:lnTo>
                  <a:lnTo>
                    <a:pt x="1131" y="20"/>
                  </a:lnTo>
                  <a:lnTo>
                    <a:pt x="1130" y="20"/>
                  </a:lnTo>
                  <a:lnTo>
                    <a:pt x="1130" y="20"/>
                  </a:lnTo>
                  <a:lnTo>
                    <a:pt x="1130" y="20"/>
                  </a:lnTo>
                  <a:lnTo>
                    <a:pt x="1129" y="20"/>
                  </a:lnTo>
                  <a:lnTo>
                    <a:pt x="1129" y="19"/>
                  </a:lnTo>
                  <a:lnTo>
                    <a:pt x="1128" y="19"/>
                  </a:lnTo>
                  <a:lnTo>
                    <a:pt x="1128" y="19"/>
                  </a:lnTo>
                  <a:lnTo>
                    <a:pt x="1128" y="20"/>
                  </a:lnTo>
                  <a:lnTo>
                    <a:pt x="1127" y="20"/>
                  </a:lnTo>
                  <a:lnTo>
                    <a:pt x="1127" y="20"/>
                  </a:lnTo>
                  <a:lnTo>
                    <a:pt x="1127" y="20"/>
                  </a:lnTo>
                  <a:lnTo>
                    <a:pt x="1126" y="20"/>
                  </a:lnTo>
                  <a:lnTo>
                    <a:pt x="1126" y="21"/>
                  </a:lnTo>
                  <a:lnTo>
                    <a:pt x="1126" y="21"/>
                  </a:lnTo>
                  <a:lnTo>
                    <a:pt x="1125" y="22"/>
                  </a:lnTo>
                  <a:lnTo>
                    <a:pt x="1125" y="23"/>
                  </a:lnTo>
                  <a:lnTo>
                    <a:pt x="1125" y="23"/>
                  </a:lnTo>
                  <a:lnTo>
                    <a:pt x="1125" y="24"/>
                  </a:lnTo>
                  <a:lnTo>
                    <a:pt x="1125" y="25"/>
                  </a:lnTo>
                  <a:lnTo>
                    <a:pt x="1123" y="26"/>
                  </a:lnTo>
                  <a:lnTo>
                    <a:pt x="1123" y="27"/>
                  </a:lnTo>
                  <a:lnTo>
                    <a:pt x="1123" y="28"/>
                  </a:lnTo>
                  <a:lnTo>
                    <a:pt x="1123" y="29"/>
                  </a:lnTo>
                  <a:lnTo>
                    <a:pt x="1125" y="29"/>
                  </a:lnTo>
                  <a:lnTo>
                    <a:pt x="1125" y="30"/>
                  </a:lnTo>
                  <a:lnTo>
                    <a:pt x="1125" y="31"/>
                  </a:lnTo>
                  <a:lnTo>
                    <a:pt x="1125" y="31"/>
                  </a:lnTo>
                  <a:lnTo>
                    <a:pt x="1126" y="31"/>
                  </a:lnTo>
                  <a:lnTo>
                    <a:pt x="1126" y="31"/>
                  </a:lnTo>
                  <a:lnTo>
                    <a:pt x="1127" y="31"/>
                  </a:lnTo>
                  <a:lnTo>
                    <a:pt x="1127" y="31"/>
                  </a:lnTo>
                  <a:lnTo>
                    <a:pt x="1128" y="31"/>
                  </a:lnTo>
                  <a:lnTo>
                    <a:pt x="1128" y="30"/>
                  </a:lnTo>
                  <a:lnTo>
                    <a:pt x="1129" y="30"/>
                  </a:lnTo>
                  <a:lnTo>
                    <a:pt x="1129" y="30"/>
                  </a:lnTo>
                  <a:lnTo>
                    <a:pt x="1130" y="29"/>
                  </a:lnTo>
                  <a:lnTo>
                    <a:pt x="1130" y="29"/>
                  </a:lnTo>
                  <a:lnTo>
                    <a:pt x="1130" y="29"/>
                  </a:lnTo>
                  <a:lnTo>
                    <a:pt x="1131" y="29"/>
                  </a:lnTo>
                  <a:lnTo>
                    <a:pt x="1131" y="29"/>
                  </a:lnTo>
                  <a:lnTo>
                    <a:pt x="1132" y="29"/>
                  </a:lnTo>
                  <a:lnTo>
                    <a:pt x="1132" y="29"/>
                  </a:lnTo>
                  <a:lnTo>
                    <a:pt x="1132" y="29"/>
                  </a:lnTo>
                  <a:lnTo>
                    <a:pt x="1132" y="29"/>
                  </a:lnTo>
                  <a:lnTo>
                    <a:pt x="1132" y="29"/>
                  </a:lnTo>
                  <a:lnTo>
                    <a:pt x="1132" y="30"/>
                  </a:lnTo>
                  <a:lnTo>
                    <a:pt x="1132" y="31"/>
                  </a:lnTo>
                  <a:lnTo>
                    <a:pt x="1132" y="31"/>
                  </a:lnTo>
                  <a:lnTo>
                    <a:pt x="1132" y="33"/>
                  </a:lnTo>
                  <a:lnTo>
                    <a:pt x="1132" y="34"/>
                  </a:lnTo>
                  <a:lnTo>
                    <a:pt x="1132" y="34"/>
                  </a:lnTo>
                  <a:lnTo>
                    <a:pt x="1132" y="35"/>
                  </a:lnTo>
                  <a:lnTo>
                    <a:pt x="1131" y="36"/>
                  </a:lnTo>
                  <a:lnTo>
                    <a:pt x="1131" y="36"/>
                  </a:lnTo>
                  <a:lnTo>
                    <a:pt x="1131" y="37"/>
                  </a:lnTo>
                  <a:lnTo>
                    <a:pt x="1130" y="37"/>
                  </a:lnTo>
                  <a:lnTo>
                    <a:pt x="1130" y="38"/>
                  </a:lnTo>
                  <a:lnTo>
                    <a:pt x="1130" y="38"/>
                  </a:lnTo>
                  <a:lnTo>
                    <a:pt x="1129" y="39"/>
                  </a:lnTo>
                  <a:lnTo>
                    <a:pt x="1129" y="39"/>
                  </a:lnTo>
                  <a:lnTo>
                    <a:pt x="1128" y="39"/>
                  </a:lnTo>
                  <a:lnTo>
                    <a:pt x="1128" y="39"/>
                  </a:lnTo>
                  <a:lnTo>
                    <a:pt x="1127" y="40"/>
                  </a:lnTo>
                  <a:lnTo>
                    <a:pt x="1126" y="40"/>
                  </a:lnTo>
                  <a:lnTo>
                    <a:pt x="1126" y="40"/>
                  </a:lnTo>
                  <a:lnTo>
                    <a:pt x="1125" y="39"/>
                  </a:lnTo>
                  <a:lnTo>
                    <a:pt x="1125" y="39"/>
                  </a:lnTo>
                  <a:lnTo>
                    <a:pt x="1125" y="39"/>
                  </a:lnTo>
                  <a:lnTo>
                    <a:pt x="1123" y="39"/>
                  </a:lnTo>
                  <a:lnTo>
                    <a:pt x="1123" y="39"/>
                  </a:lnTo>
                  <a:lnTo>
                    <a:pt x="1122" y="38"/>
                  </a:lnTo>
                  <a:lnTo>
                    <a:pt x="1122" y="38"/>
                  </a:lnTo>
                  <a:lnTo>
                    <a:pt x="1122" y="38"/>
                  </a:lnTo>
                  <a:lnTo>
                    <a:pt x="1122" y="38"/>
                  </a:lnTo>
                  <a:lnTo>
                    <a:pt x="1121" y="37"/>
                  </a:lnTo>
                  <a:lnTo>
                    <a:pt x="1121" y="37"/>
                  </a:lnTo>
                  <a:lnTo>
                    <a:pt x="1121" y="37"/>
                  </a:lnTo>
                  <a:lnTo>
                    <a:pt x="1121" y="36"/>
                  </a:lnTo>
                  <a:lnTo>
                    <a:pt x="1121" y="36"/>
                  </a:lnTo>
                  <a:lnTo>
                    <a:pt x="1121" y="36"/>
                  </a:lnTo>
                  <a:lnTo>
                    <a:pt x="1121" y="36"/>
                  </a:lnTo>
                  <a:lnTo>
                    <a:pt x="1120" y="35"/>
                  </a:lnTo>
                  <a:lnTo>
                    <a:pt x="1120" y="35"/>
                  </a:lnTo>
                  <a:lnTo>
                    <a:pt x="1120" y="35"/>
                  </a:lnTo>
                  <a:lnTo>
                    <a:pt x="1120" y="35"/>
                  </a:lnTo>
                  <a:lnTo>
                    <a:pt x="1120" y="35"/>
                  </a:lnTo>
                  <a:lnTo>
                    <a:pt x="1119" y="34"/>
                  </a:lnTo>
                  <a:lnTo>
                    <a:pt x="1119" y="34"/>
                  </a:lnTo>
                  <a:lnTo>
                    <a:pt x="1119" y="34"/>
                  </a:lnTo>
                  <a:lnTo>
                    <a:pt x="1119" y="34"/>
                  </a:lnTo>
                  <a:lnTo>
                    <a:pt x="1118" y="34"/>
                  </a:lnTo>
                  <a:lnTo>
                    <a:pt x="1118" y="34"/>
                  </a:lnTo>
                  <a:lnTo>
                    <a:pt x="1118" y="34"/>
                  </a:lnTo>
                  <a:lnTo>
                    <a:pt x="1117" y="34"/>
                  </a:lnTo>
                  <a:lnTo>
                    <a:pt x="1117" y="34"/>
                  </a:lnTo>
                  <a:lnTo>
                    <a:pt x="1116" y="34"/>
                  </a:lnTo>
                  <a:lnTo>
                    <a:pt x="1116" y="34"/>
                  </a:lnTo>
                  <a:lnTo>
                    <a:pt x="1116" y="34"/>
                  </a:lnTo>
                  <a:lnTo>
                    <a:pt x="1116" y="34"/>
                  </a:lnTo>
                  <a:lnTo>
                    <a:pt x="1115" y="35"/>
                  </a:lnTo>
                  <a:lnTo>
                    <a:pt x="1115" y="35"/>
                  </a:lnTo>
                  <a:lnTo>
                    <a:pt x="1115" y="35"/>
                  </a:lnTo>
                  <a:lnTo>
                    <a:pt x="1115" y="35"/>
                  </a:lnTo>
                  <a:lnTo>
                    <a:pt x="1114" y="36"/>
                  </a:lnTo>
                  <a:lnTo>
                    <a:pt x="1114" y="36"/>
                  </a:lnTo>
                  <a:lnTo>
                    <a:pt x="1114" y="37"/>
                  </a:lnTo>
                  <a:lnTo>
                    <a:pt x="1114" y="37"/>
                  </a:lnTo>
                  <a:lnTo>
                    <a:pt x="1114" y="38"/>
                  </a:lnTo>
                  <a:lnTo>
                    <a:pt x="1114" y="38"/>
                  </a:lnTo>
                  <a:lnTo>
                    <a:pt x="1113" y="39"/>
                  </a:lnTo>
                  <a:lnTo>
                    <a:pt x="1113" y="39"/>
                  </a:lnTo>
                  <a:lnTo>
                    <a:pt x="1113" y="40"/>
                  </a:lnTo>
                  <a:lnTo>
                    <a:pt x="1113" y="41"/>
                  </a:lnTo>
                  <a:lnTo>
                    <a:pt x="1112" y="42"/>
                  </a:lnTo>
                  <a:lnTo>
                    <a:pt x="1112" y="42"/>
                  </a:lnTo>
                  <a:lnTo>
                    <a:pt x="1112" y="43"/>
                  </a:lnTo>
                  <a:lnTo>
                    <a:pt x="1111" y="44"/>
                  </a:lnTo>
                  <a:lnTo>
                    <a:pt x="1111" y="45"/>
                  </a:lnTo>
                  <a:lnTo>
                    <a:pt x="1111" y="45"/>
                  </a:lnTo>
                  <a:lnTo>
                    <a:pt x="1111" y="46"/>
                  </a:lnTo>
                  <a:lnTo>
                    <a:pt x="1110" y="47"/>
                  </a:lnTo>
                  <a:lnTo>
                    <a:pt x="1110" y="48"/>
                  </a:lnTo>
                  <a:lnTo>
                    <a:pt x="1110" y="48"/>
                  </a:lnTo>
                  <a:lnTo>
                    <a:pt x="1110" y="49"/>
                  </a:lnTo>
                  <a:lnTo>
                    <a:pt x="1110" y="49"/>
                  </a:lnTo>
                  <a:lnTo>
                    <a:pt x="1111" y="51"/>
                  </a:lnTo>
                  <a:lnTo>
                    <a:pt x="1111" y="51"/>
                  </a:lnTo>
                  <a:lnTo>
                    <a:pt x="1111" y="51"/>
                  </a:lnTo>
                  <a:lnTo>
                    <a:pt x="1111" y="51"/>
                  </a:lnTo>
                  <a:lnTo>
                    <a:pt x="1111" y="52"/>
                  </a:lnTo>
                  <a:lnTo>
                    <a:pt x="1112" y="52"/>
                  </a:lnTo>
                  <a:lnTo>
                    <a:pt x="1112" y="52"/>
                  </a:lnTo>
                  <a:lnTo>
                    <a:pt x="1112" y="52"/>
                  </a:lnTo>
                  <a:lnTo>
                    <a:pt x="1112" y="52"/>
                  </a:lnTo>
                  <a:lnTo>
                    <a:pt x="1112" y="53"/>
                  </a:lnTo>
                  <a:lnTo>
                    <a:pt x="1112" y="53"/>
                  </a:lnTo>
                  <a:lnTo>
                    <a:pt x="1113" y="53"/>
                  </a:lnTo>
                  <a:lnTo>
                    <a:pt x="1113" y="53"/>
                  </a:lnTo>
                  <a:lnTo>
                    <a:pt x="1113" y="54"/>
                  </a:lnTo>
                  <a:lnTo>
                    <a:pt x="1112" y="54"/>
                  </a:lnTo>
                  <a:lnTo>
                    <a:pt x="1112" y="54"/>
                  </a:lnTo>
                  <a:lnTo>
                    <a:pt x="1112" y="55"/>
                  </a:lnTo>
                  <a:lnTo>
                    <a:pt x="1112" y="55"/>
                  </a:lnTo>
                  <a:lnTo>
                    <a:pt x="1112" y="55"/>
                  </a:lnTo>
                  <a:lnTo>
                    <a:pt x="1111" y="56"/>
                  </a:lnTo>
                  <a:lnTo>
                    <a:pt x="1111" y="56"/>
                  </a:lnTo>
                  <a:lnTo>
                    <a:pt x="1110" y="57"/>
                  </a:lnTo>
                  <a:lnTo>
                    <a:pt x="1110" y="57"/>
                  </a:lnTo>
                  <a:lnTo>
                    <a:pt x="1109" y="58"/>
                  </a:lnTo>
                  <a:lnTo>
                    <a:pt x="1109" y="59"/>
                  </a:lnTo>
                  <a:lnTo>
                    <a:pt x="1108" y="59"/>
                  </a:lnTo>
                  <a:lnTo>
                    <a:pt x="1107" y="60"/>
                  </a:lnTo>
                  <a:lnTo>
                    <a:pt x="1107" y="60"/>
                  </a:lnTo>
                  <a:lnTo>
                    <a:pt x="1105" y="61"/>
                  </a:lnTo>
                  <a:lnTo>
                    <a:pt x="1104" y="61"/>
                  </a:lnTo>
                  <a:lnTo>
                    <a:pt x="1104" y="62"/>
                  </a:lnTo>
                  <a:lnTo>
                    <a:pt x="1103" y="63"/>
                  </a:lnTo>
                  <a:lnTo>
                    <a:pt x="1103" y="63"/>
                  </a:lnTo>
                  <a:lnTo>
                    <a:pt x="1102" y="64"/>
                  </a:lnTo>
                  <a:lnTo>
                    <a:pt x="1101" y="64"/>
                  </a:lnTo>
                  <a:lnTo>
                    <a:pt x="1100" y="64"/>
                  </a:lnTo>
                  <a:lnTo>
                    <a:pt x="1100" y="65"/>
                  </a:lnTo>
                  <a:lnTo>
                    <a:pt x="1099" y="65"/>
                  </a:lnTo>
                  <a:lnTo>
                    <a:pt x="1098" y="66"/>
                  </a:lnTo>
                  <a:lnTo>
                    <a:pt x="1097" y="66"/>
                  </a:lnTo>
                  <a:lnTo>
                    <a:pt x="1096" y="66"/>
                  </a:lnTo>
                  <a:lnTo>
                    <a:pt x="1095" y="67"/>
                  </a:lnTo>
                  <a:lnTo>
                    <a:pt x="1094" y="67"/>
                  </a:lnTo>
                  <a:lnTo>
                    <a:pt x="1093" y="67"/>
                  </a:lnTo>
                  <a:lnTo>
                    <a:pt x="1092" y="69"/>
                  </a:lnTo>
                  <a:lnTo>
                    <a:pt x="1091" y="69"/>
                  </a:lnTo>
                  <a:lnTo>
                    <a:pt x="1090" y="69"/>
                  </a:lnTo>
                  <a:lnTo>
                    <a:pt x="1090" y="69"/>
                  </a:lnTo>
                  <a:lnTo>
                    <a:pt x="1089" y="69"/>
                  </a:lnTo>
                  <a:lnTo>
                    <a:pt x="1089" y="69"/>
                  </a:lnTo>
                  <a:lnTo>
                    <a:pt x="1087" y="69"/>
                  </a:lnTo>
                  <a:lnTo>
                    <a:pt x="1086" y="69"/>
                  </a:lnTo>
                  <a:lnTo>
                    <a:pt x="1086" y="69"/>
                  </a:lnTo>
                  <a:lnTo>
                    <a:pt x="1085" y="69"/>
                  </a:lnTo>
                  <a:lnTo>
                    <a:pt x="1084" y="69"/>
                  </a:lnTo>
                  <a:lnTo>
                    <a:pt x="1083" y="69"/>
                  </a:lnTo>
                  <a:lnTo>
                    <a:pt x="1082" y="69"/>
                  </a:lnTo>
                  <a:lnTo>
                    <a:pt x="1081" y="69"/>
                  </a:lnTo>
                  <a:lnTo>
                    <a:pt x="1080" y="69"/>
                  </a:lnTo>
                  <a:lnTo>
                    <a:pt x="1079" y="69"/>
                  </a:lnTo>
                  <a:lnTo>
                    <a:pt x="1078" y="69"/>
                  </a:lnTo>
                  <a:lnTo>
                    <a:pt x="1077" y="69"/>
                  </a:lnTo>
                  <a:lnTo>
                    <a:pt x="1076" y="69"/>
                  </a:lnTo>
                  <a:lnTo>
                    <a:pt x="1075" y="67"/>
                  </a:lnTo>
                  <a:lnTo>
                    <a:pt x="1075" y="67"/>
                  </a:lnTo>
                  <a:lnTo>
                    <a:pt x="1074" y="67"/>
                  </a:lnTo>
                  <a:lnTo>
                    <a:pt x="1074" y="67"/>
                  </a:lnTo>
                  <a:lnTo>
                    <a:pt x="1073" y="66"/>
                  </a:lnTo>
                  <a:lnTo>
                    <a:pt x="1073" y="66"/>
                  </a:lnTo>
                  <a:lnTo>
                    <a:pt x="1072" y="66"/>
                  </a:lnTo>
                  <a:lnTo>
                    <a:pt x="1071" y="65"/>
                  </a:lnTo>
                  <a:lnTo>
                    <a:pt x="1071" y="65"/>
                  </a:lnTo>
                  <a:lnTo>
                    <a:pt x="1069" y="64"/>
                  </a:lnTo>
                  <a:lnTo>
                    <a:pt x="1069" y="64"/>
                  </a:lnTo>
                  <a:lnTo>
                    <a:pt x="1068" y="64"/>
                  </a:lnTo>
                  <a:lnTo>
                    <a:pt x="1068" y="63"/>
                  </a:lnTo>
                  <a:lnTo>
                    <a:pt x="1067" y="63"/>
                  </a:lnTo>
                  <a:lnTo>
                    <a:pt x="1066" y="62"/>
                  </a:lnTo>
                  <a:lnTo>
                    <a:pt x="1066" y="62"/>
                  </a:lnTo>
                  <a:lnTo>
                    <a:pt x="1065" y="62"/>
                  </a:lnTo>
                  <a:lnTo>
                    <a:pt x="1065" y="62"/>
                  </a:lnTo>
                  <a:lnTo>
                    <a:pt x="1065" y="62"/>
                  </a:lnTo>
                  <a:lnTo>
                    <a:pt x="1064" y="61"/>
                  </a:lnTo>
                  <a:lnTo>
                    <a:pt x="1064" y="61"/>
                  </a:lnTo>
                  <a:lnTo>
                    <a:pt x="1064" y="61"/>
                  </a:lnTo>
                  <a:lnTo>
                    <a:pt x="1063" y="61"/>
                  </a:lnTo>
                  <a:lnTo>
                    <a:pt x="1063" y="61"/>
                  </a:lnTo>
                  <a:lnTo>
                    <a:pt x="1063" y="61"/>
                  </a:lnTo>
                  <a:lnTo>
                    <a:pt x="1063" y="61"/>
                  </a:lnTo>
                  <a:lnTo>
                    <a:pt x="1062" y="61"/>
                  </a:lnTo>
                  <a:lnTo>
                    <a:pt x="1062" y="61"/>
                  </a:lnTo>
                  <a:lnTo>
                    <a:pt x="1062" y="61"/>
                  </a:lnTo>
                  <a:lnTo>
                    <a:pt x="1062" y="61"/>
                  </a:lnTo>
                  <a:lnTo>
                    <a:pt x="1062" y="61"/>
                  </a:lnTo>
                  <a:lnTo>
                    <a:pt x="1062" y="62"/>
                  </a:lnTo>
                  <a:lnTo>
                    <a:pt x="1062" y="62"/>
                  </a:lnTo>
                  <a:lnTo>
                    <a:pt x="1062" y="62"/>
                  </a:lnTo>
                  <a:lnTo>
                    <a:pt x="1062" y="63"/>
                  </a:lnTo>
                  <a:lnTo>
                    <a:pt x="1062" y="63"/>
                  </a:lnTo>
                  <a:lnTo>
                    <a:pt x="1062" y="64"/>
                  </a:lnTo>
                  <a:lnTo>
                    <a:pt x="1062" y="65"/>
                  </a:lnTo>
                  <a:lnTo>
                    <a:pt x="1063" y="65"/>
                  </a:lnTo>
                  <a:lnTo>
                    <a:pt x="1063" y="66"/>
                  </a:lnTo>
                  <a:lnTo>
                    <a:pt x="1063" y="67"/>
                  </a:lnTo>
                  <a:lnTo>
                    <a:pt x="1064" y="67"/>
                  </a:lnTo>
                  <a:lnTo>
                    <a:pt x="1064" y="69"/>
                  </a:lnTo>
                  <a:lnTo>
                    <a:pt x="1065" y="70"/>
                  </a:lnTo>
                  <a:lnTo>
                    <a:pt x="1065" y="71"/>
                  </a:lnTo>
                  <a:lnTo>
                    <a:pt x="1066" y="71"/>
                  </a:lnTo>
                  <a:lnTo>
                    <a:pt x="1066" y="72"/>
                  </a:lnTo>
                  <a:lnTo>
                    <a:pt x="1067" y="72"/>
                  </a:lnTo>
                  <a:lnTo>
                    <a:pt x="1067" y="73"/>
                  </a:lnTo>
                  <a:lnTo>
                    <a:pt x="1068" y="73"/>
                  </a:lnTo>
                  <a:lnTo>
                    <a:pt x="1068" y="74"/>
                  </a:lnTo>
                  <a:lnTo>
                    <a:pt x="1069" y="74"/>
                  </a:lnTo>
                  <a:lnTo>
                    <a:pt x="1069" y="74"/>
                  </a:lnTo>
                  <a:lnTo>
                    <a:pt x="1071" y="75"/>
                  </a:lnTo>
                  <a:lnTo>
                    <a:pt x="1071" y="75"/>
                  </a:lnTo>
                  <a:lnTo>
                    <a:pt x="1071" y="75"/>
                  </a:lnTo>
                  <a:lnTo>
                    <a:pt x="1072" y="75"/>
                  </a:lnTo>
                  <a:lnTo>
                    <a:pt x="1072" y="75"/>
                  </a:lnTo>
                  <a:lnTo>
                    <a:pt x="1073" y="75"/>
                  </a:lnTo>
                  <a:lnTo>
                    <a:pt x="1073" y="75"/>
                  </a:lnTo>
                  <a:lnTo>
                    <a:pt x="1074" y="75"/>
                  </a:lnTo>
                  <a:lnTo>
                    <a:pt x="1074" y="75"/>
                  </a:lnTo>
                  <a:lnTo>
                    <a:pt x="1075" y="75"/>
                  </a:lnTo>
                  <a:lnTo>
                    <a:pt x="1075" y="75"/>
                  </a:lnTo>
                  <a:lnTo>
                    <a:pt x="1076" y="75"/>
                  </a:lnTo>
                  <a:lnTo>
                    <a:pt x="1076" y="75"/>
                  </a:lnTo>
                  <a:lnTo>
                    <a:pt x="1077" y="75"/>
                  </a:lnTo>
                  <a:lnTo>
                    <a:pt x="1077" y="74"/>
                  </a:lnTo>
                  <a:lnTo>
                    <a:pt x="1078" y="74"/>
                  </a:lnTo>
                  <a:lnTo>
                    <a:pt x="1079" y="74"/>
                  </a:lnTo>
                  <a:lnTo>
                    <a:pt x="1080" y="74"/>
                  </a:lnTo>
                  <a:lnTo>
                    <a:pt x="1080" y="74"/>
                  </a:lnTo>
                  <a:lnTo>
                    <a:pt x="1081" y="74"/>
                  </a:lnTo>
                  <a:lnTo>
                    <a:pt x="1082" y="74"/>
                  </a:lnTo>
                  <a:lnTo>
                    <a:pt x="1083" y="74"/>
                  </a:lnTo>
                  <a:lnTo>
                    <a:pt x="1084" y="74"/>
                  </a:lnTo>
                  <a:lnTo>
                    <a:pt x="1084" y="74"/>
                  </a:lnTo>
                  <a:lnTo>
                    <a:pt x="1085" y="74"/>
                  </a:lnTo>
                  <a:lnTo>
                    <a:pt x="1086" y="74"/>
                  </a:lnTo>
                  <a:lnTo>
                    <a:pt x="1086" y="74"/>
                  </a:lnTo>
                  <a:lnTo>
                    <a:pt x="1087" y="73"/>
                  </a:lnTo>
                  <a:lnTo>
                    <a:pt x="1087" y="73"/>
                  </a:lnTo>
                  <a:lnTo>
                    <a:pt x="1089" y="73"/>
                  </a:lnTo>
                  <a:lnTo>
                    <a:pt x="1089" y="73"/>
                  </a:lnTo>
                  <a:lnTo>
                    <a:pt x="1090" y="73"/>
                  </a:lnTo>
                  <a:lnTo>
                    <a:pt x="1090" y="73"/>
                  </a:lnTo>
                  <a:lnTo>
                    <a:pt x="1090" y="72"/>
                  </a:lnTo>
                  <a:lnTo>
                    <a:pt x="1090" y="72"/>
                  </a:lnTo>
                  <a:lnTo>
                    <a:pt x="1091" y="72"/>
                  </a:lnTo>
                  <a:lnTo>
                    <a:pt x="1091" y="72"/>
                  </a:lnTo>
                  <a:lnTo>
                    <a:pt x="1091" y="72"/>
                  </a:lnTo>
                  <a:lnTo>
                    <a:pt x="1091" y="71"/>
                  </a:lnTo>
                  <a:lnTo>
                    <a:pt x="1092" y="71"/>
                  </a:lnTo>
                  <a:lnTo>
                    <a:pt x="1092" y="71"/>
                  </a:lnTo>
                  <a:lnTo>
                    <a:pt x="1092" y="71"/>
                  </a:lnTo>
                  <a:lnTo>
                    <a:pt x="1092" y="71"/>
                  </a:lnTo>
                  <a:lnTo>
                    <a:pt x="1093" y="72"/>
                  </a:lnTo>
                  <a:lnTo>
                    <a:pt x="1093" y="72"/>
                  </a:lnTo>
                  <a:lnTo>
                    <a:pt x="1093" y="72"/>
                  </a:lnTo>
                  <a:lnTo>
                    <a:pt x="1094" y="72"/>
                  </a:lnTo>
                  <a:lnTo>
                    <a:pt x="1094" y="73"/>
                  </a:lnTo>
                  <a:lnTo>
                    <a:pt x="1094" y="73"/>
                  </a:lnTo>
                  <a:lnTo>
                    <a:pt x="1095" y="73"/>
                  </a:lnTo>
                  <a:lnTo>
                    <a:pt x="1095" y="73"/>
                  </a:lnTo>
                  <a:lnTo>
                    <a:pt x="1096" y="74"/>
                  </a:lnTo>
                  <a:lnTo>
                    <a:pt x="1096" y="74"/>
                  </a:lnTo>
                  <a:lnTo>
                    <a:pt x="1096" y="75"/>
                  </a:lnTo>
                  <a:lnTo>
                    <a:pt x="1097" y="75"/>
                  </a:lnTo>
                  <a:lnTo>
                    <a:pt x="1097" y="75"/>
                  </a:lnTo>
                  <a:lnTo>
                    <a:pt x="1097" y="76"/>
                  </a:lnTo>
                  <a:lnTo>
                    <a:pt x="1097" y="76"/>
                  </a:lnTo>
                  <a:lnTo>
                    <a:pt x="1098" y="77"/>
                  </a:lnTo>
                  <a:lnTo>
                    <a:pt x="1098" y="78"/>
                  </a:lnTo>
                  <a:lnTo>
                    <a:pt x="1098" y="78"/>
                  </a:lnTo>
                  <a:lnTo>
                    <a:pt x="1098" y="79"/>
                  </a:lnTo>
                  <a:lnTo>
                    <a:pt x="1098" y="80"/>
                  </a:lnTo>
                  <a:lnTo>
                    <a:pt x="1098" y="80"/>
                  </a:lnTo>
                  <a:lnTo>
                    <a:pt x="1098" y="81"/>
                  </a:lnTo>
                  <a:lnTo>
                    <a:pt x="1098" y="82"/>
                  </a:lnTo>
                  <a:lnTo>
                    <a:pt x="1099" y="82"/>
                  </a:lnTo>
                  <a:lnTo>
                    <a:pt x="1099" y="83"/>
                  </a:lnTo>
                  <a:lnTo>
                    <a:pt x="1099" y="83"/>
                  </a:lnTo>
                  <a:lnTo>
                    <a:pt x="1099" y="84"/>
                  </a:lnTo>
                  <a:lnTo>
                    <a:pt x="1099" y="84"/>
                  </a:lnTo>
                  <a:lnTo>
                    <a:pt x="1100" y="84"/>
                  </a:lnTo>
                  <a:lnTo>
                    <a:pt x="1100" y="85"/>
                  </a:lnTo>
                  <a:lnTo>
                    <a:pt x="1100" y="85"/>
                  </a:lnTo>
                  <a:lnTo>
                    <a:pt x="1100" y="85"/>
                  </a:lnTo>
                  <a:lnTo>
                    <a:pt x="1101" y="85"/>
                  </a:lnTo>
                  <a:lnTo>
                    <a:pt x="1101" y="85"/>
                  </a:lnTo>
                  <a:lnTo>
                    <a:pt x="1101" y="85"/>
                  </a:lnTo>
                  <a:lnTo>
                    <a:pt x="1102" y="85"/>
                  </a:lnTo>
                  <a:lnTo>
                    <a:pt x="1102" y="85"/>
                  </a:lnTo>
                  <a:lnTo>
                    <a:pt x="1102" y="85"/>
                  </a:lnTo>
                  <a:lnTo>
                    <a:pt x="1103" y="85"/>
                  </a:lnTo>
                  <a:lnTo>
                    <a:pt x="1103" y="85"/>
                  </a:lnTo>
                  <a:lnTo>
                    <a:pt x="1103" y="85"/>
                  </a:lnTo>
                  <a:lnTo>
                    <a:pt x="1103" y="85"/>
                  </a:lnTo>
                  <a:lnTo>
                    <a:pt x="1104" y="85"/>
                  </a:lnTo>
                  <a:lnTo>
                    <a:pt x="1104" y="85"/>
                  </a:lnTo>
                  <a:lnTo>
                    <a:pt x="1104" y="85"/>
                  </a:lnTo>
                  <a:lnTo>
                    <a:pt x="1104" y="85"/>
                  </a:lnTo>
                  <a:lnTo>
                    <a:pt x="1104" y="87"/>
                  </a:lnTo>
                  <a:lnTo>
                    <a:pt x="1104" y="87"/>
                  </a:lnTo>
                  <a:lnTo>
                    <a:pt x="1104" y="87"/>
                  </a:lnTo>
                  <a:lnTo>
                    <a:pt x="1104" y="88"/>
                  </a:lnTo>
                  <a:lnTo>
                    <a:pt x="1104" y="88"/>
                  </a:lnTo>
                  <a:lnTo>
                    <a:pt x="1103" y="89"/>
                  </a:lnTo>
                  <a:lnTo>
                    <a:pt x="1103" y="89"/>
                  </a:lnTo>
                  <a:lnTo>
                    <a:pt x="1102" y="89"/>
                  </a:lnTo>
                  <a:lnTo>
                    <a:pt x="1102" y="90"/>
                  </a:lnTo>
                  <a:lnTo>
                    <a:pt x="1101" y="90"/>
                  </a:lnTo>
                  <a:lnTo>
                    <a:pt x="1100" y="90"/>
                  </a:lnTo>
                  <a:lnTo>
                    <a:pt x="1100" y="90"/>
                  </a:lnTo>
                  <a:lnTo>
                    <a:pt x="1099" y="90"/>
                  </a:lnTo>
                  <a:lnTo>
                    <a:pt x="1099" y="90"/>
                  </a:lnTo>
                  <a:lnTo>
                    <a:pt x="1098" y="90"/>
                  </a:lnTo>
                  <a:lnTo>
                    <a:pt x="1097" y="90"/>
                  </a:lnTo>
                  <a:lnTo>
                    <a:pt x="1097" y="89"/>
                  </a:lnTo>
                  <a:lnTo>
                    <a:pt x="1097" y="89"/>
                  </a:lnTo>
                  <a:lnTo>
                    <a:pt x="1096" y="89"/>
                  </a:lnTo>
                  <a:lnTo>
                    <a:pt x="1096" y="89"/>
                  </a:lnTo>
                  <a:lnTo>
                    <a:pt x="1096" y="88"/>
                  </a:lnTo>
                  <a:lnTo>
                    <a:pt x="1096" y="88"/>
                  </a:lnTo>
                  <a:lnTo>
                    <a:pt x="1096" y="88"/>
                  </a:lnTo>
                  <a:lnTo>
                    <a:pt x="1095" y="87"/>
                  </a:lnTo>
                  <a:lnTo>
                    <a:pt x="1095" y="87"/>
                  </a:lnTo>
                  <a:lnTo>
                    <a:pt x="1095" y="87"/>
                  </a:lnTo>
                  <a:lnTo>
                    <a:pt x="1094" y="87"/>
                  </a:lnTo>
                  <a:lnTo>
                    <a:pt x="1094" y="85"/>
                  </a:lnTo>
                  <a:lnTo>
                    <a:pt x="1093" y="85"/>
                  </a:lnTo>
                  <a:lnTo>
                    <a:pt x="1093" y="85"/>
                  </a:lnTo>
                  <a:lnTo>
                    <a:pt x="1092" y="85"/>
                  </a:lnTo>
                  <a:lnTo>
                    <a:pt x="1092" y="87"/>
                  </a:lnTo>
                  <a:lnTo>
                    <a:pt x="1091" y="87"/>
                  </a:lnTo>
                  <a:lnTo>
                    <a:pt x="1090" y="87"/>
                  </a:lnTo>
                  <a:lnTo>
                    <a:pt x="1090" y="87"/>
                  </a:lnTo>
                  <a:lnTo>
                    <a:pt x="1089" y="88"/>
                  </a:lnTo>
                  <a:lnTo>
                    <a:pt x="1087" y="88"/>
                  </a:lnTo>
                  <a:lnTo>
                    <a:pt x="1087" y="88"/>
                  </a:lnTo>
                  <a:lnTo>
                    <a:pt x="1086" y="89"/>
                  </a:lnTo>
                  <a:lnTo>
                    <a:pt x="1086" y="89"/>
                  </a:lnTo>
                  <a:lnTo>
                    <a:pt x="1086" y="89"/>
                  </a:lnTo>
                  <a:lnTo>
                    <a:pt x="1085" y="90"/>
                  </a:lnTo>
                  <a:lnTo>
                    <a:pt x="1085" y="90"/>
                  </a:lnTo>
                  <a:lnTo>
                    <a:pt x="1084" y="90"/>
                  </a:lnTo>
                  <a:lnTo>
                    <a:pt x="1084" y="91"/>
                  </a:lnTo>
                  <a:lnTo>
                    <a:pt x="1084" y="91"/>
                  </a:lnTo>
                  <a:lnTo>
                    <a:pt x="1084" y="91"/>
                  </a:lnTo>
                  <a:lnTo>
                    <a:pt x="1083" y="92"/>
                  </a:lnTo>
                  <a:lnTo>
                    <a:pt x="1083" y="92"/>
                  </a:lnTo>
                  <a:lnTo>
                    <a:pt x="1083" y="93"/>
                  </a:lnTo>
                  <a:lnTo>
                    <a:pt x="1083" y="93"/>
                  </a:lnTo>
                  <a:lnTo>
                    <a:pt x="1082" y="94"/>
                  </a:lnTo>
                  <a:lnTo>
                    <a:pt x="1082" y="95"/>
                  </a:lnTo>
                  <a:lnTo>
                    <a:pt x="1082" y="95"/>
                  </a:lnTo>
                  <a:lnTo>
                    <a:pt x="1082" y="96"/>
                  </a:lnTo>
                  <a:lnTo>
                    <a:pt x="1082" y="96"/>
                  </a:lnTo>
                  <a:lnTo>
                    <a:pt x="1081" y="96"/>
                  </a:lnTo>
                  <a:lnTo>
                    <a:pt x="1081" y="97"/>
                  </a:lnTo>
                  <a:lnTo>
                    <a:pt x="1081" y="97"/>
                  </a:lnTo>
                  <a:lnTo>
                    <a:pt x="1081" y="98"/>
                  </a:lnTo>
                  <a:lnTo>
                    <a:pt x="1081" y="98"/>
                  </a:lnTo>
                  <a:lnTo>
                    <a:pt x="1080" y="98"/>
                  </a:lnTo>
                  <a:lnTo>
                    <a:pt x="1080" y="98"/>
                  </a:lnTo>
                  <a:lnTo>
                    <a:pt x="1080" y="98"/>
                  </a:lnTo>
                  <a:lnTo>
                    <a:pt x="1080" y="99"/>
                  </a:lnTo>
                  <a:lnTo>
                    <a:pt x="1079" y="99"/>
                  </a:lnTo>
                  <a:lnTo>
                    <a:pt x="1079" y="99"/>
                  </a:lnTo>
                  <a:lnTo>
                    <a:pt x="1078" y="99"/>
                  </a:lnTo>
                  <a:lnTo>
                    <a:pt x="1078" y="99"/>
                  </a:lnTo>
                  <a:lnTo>
                    <a:pt x="1077" y="99"/>
                  </a:lnTo>
                  <a:lnTo>
                    <a:pt x="1077" y="99"/>
                  </a:lnTo>
                  <a:lnTo>
                    <a:pt x="1077" y="98"/>
                  </a:lnTo>
                  <a:lnTo>
                    <a:pt x="1076" y="98"/>
                  </a:lnTo>
                  <a:lnTo>
                    <a:pt x="1076" y="98"/>
                  </a:lnTo>
                  <a:lnTo>
                    <a:pt x="1076" y="98"/>
                  </a:lnTo>
                  <a:lnTo>
                    <a:pt x="1075" y="98"/>
                  </a:lnTo>
                  <a:lnTo>
                    <a:pt x="1075" y="97"/>
                  </a:lnTo>
                  <a:lnTo>
                    <a:pt x="1075" y="97"/>
                  </a:lnTo>
                  <a:lnTo>
                    <a:pt x="1075" y="97"/>
                  </a:lnTo>
                  <a:lnTo>
                    <a:pt x="1075" y="97"/>
                  </a:lnTo>
                  <a:lnTo>
                    <a:pt x="1074" y="96"/>
                  </a:lnTo>
                  <a:lnTo>
                    <a:pt x="1074" y="96"/>
                  </a:lnTo>
                  <a:lnTo>
                    <a:pt x="1075" y="96"/>
                  </a:lnTo>
                  <a:lnTo>
                    <a:pt x="1075" y="96"/>
                  </a:lnTo>
                  <a:lnTo>
                    <a:pt x="1075" y="95"/>
                  </a:lnTo>
                  <a:lnTo>
                    <a:pt x="1075" y="95"/>
                  </a:lnTo>
                  <a:lnTo>
                    <a:pt x="1075" y="95"/>
                  </a:lnTo>
                  <a:lnTo>
                    <a:pt x="1075" y="94"/>
                  </a:lnTo>
                  <a:lnTo>
                    <a:pt x="1075" y="94"/>
                  </a:lnTo>
                  <a:lnTo>
                    <a:pt x="1076" y="93"/>
                  </a:lnTo>
                  <a:lnTo>
                    <a:pt x="1076" y="93"/>
                  </a:lnTo>
                  <a:lnTo>
                    <a:pt x="1076" y="93"/>
                  </a:lnTo>
                  <a:lnTo>
                    <a:pt x="1076" y="92"/>
                  </a:lnTo>
                  <a:lnTo>
                    <a:pt x="1076" y="92"/>
                  </a:lnTo>
                  <a:lnTo>
                    <a:pt x="1076" y="92"/>
                  </a:lnTo>
                  <a:lnTo>
                    <a:pt x="1076" y="91"/>
                  </a:lnTo>
                  <a:lnTo>
                    <a:pt x="1076" y="91"/>
                  </a:lnTo>
                  <a:lnTo>
                    <a:pt x="1075" y="91"/>
                  </a:lnTo>
                  <a:lnTo>
                    <a:pt x="1075" y="90"/>
                  </a:lnTo>
                  <a:lnTo>
                    <a:pt x="1075" y="90"/>
                  </a:lnTo>
                  <a:lnTo>
                    <a:pt x="1075" y="90"/>
                  </a:lnTo>
                  <a:lnTo>
                    <a:pt x="1075" y="90"/>
                  </a:lnTo>
                  <a:lnTo>
                    <a:pt x="1074" y="90"/>
                  </a:lnTo>
                  <a:lnTo>
                    <a:pt x="1074" y="89"/>
                  </a:lnTo>
                  <a:lnTo>
                    <a:pt x="1074" y="89"/>
                  </a:lnTo>
                  <a:lnTo>
                    <a:pt x="1074" y="89"/>
                  </a:lnTo>
                  <a:lnTo>
                    <a:pt x="1074" y="89"/>
                  </a:lnTo>
                  <a:lnTo>
                    <a:pt x="1073" y="89"/>
                  </a:lnTo>
                  <a:lnTo>
                    <a:pt x="1073" y="89"/>
                  </a:lnTo>
                  <a:lnTo>
                    <a:pt x="1073" y="89"/>
                  </a:lnTo>
                  <a:lnTo>
                    <a:pt x="1072" y="89"/>
                  </a:lnTo>
                  <a:lnTo>
                    <a:pt x="1072" y="88"/>
                  </a:lnTo>
                  <a:lnTo>
                    <a:pt x="1072" y="88"/>
                  </a:lnTo>
                  <a:lnTo>
                    <a:pt x="1071" y="88"/>
                  </a:lnTo>
                  <a:lnTo>
                    <a:pt x="1071" y="88"/>
                  </a:lnTo>
                  <a:lnTo>
                    <a:pt x="1071" y="88"/>
                  </a:lnTo>
                  <a:lnTo>
                    <a:pt x="1069" y="88"/>
                  </a:lnTo>
                  <a:lnTo>
                    <a:pt x="1069" y="89"/>
                  </a:lnTo>
                  <a:lnTo>
                    <a:pt x="1068" y="89"/>
                  </a:lnTo>
                  <a:lnTo>
                    <a:pt x="1068" y="89"/>
                  </a:lnTo>
                  <a:lnTo>
                    <a:pt x="1067" y="89"/>
                  </a:lnTo>
                  <a:lnTo>
                    <a:pt x="1067" y="89"/>
                  </a:lnTo>
                  <a:lnTo>
                    <a:pt x="1067" y="89"/>
                  </a:lnTo>
                  <a:lnTo>
                    <a:pt x="1066" y="89"/>
                  </a:lnTo>
                  <a:lnTo>
                    <a:pt x="1066" y="89"/>
                  </a:lnTo>
                  <a:lnTo>
                    <a:pt x="1065" y="89"/>
                  </a:lnTo>
                  <a:lnTo>
                    <a:pt x="1065" y="89"/>
                  </a:lnTo>
                  <a:lnTo>
                    <a:pt x="1064" y="89"/>
                  </a:lnTo>
                  <a:lnTo>
                    <a:pt x="1064" y="89"/>
                  </a:lnTo>
                  <a:lnTo>
                    <a:pt x="1064" y="89"/>
                  </a:lnTo>
                  <a:lnTo>
                    <a:pt x="1063" y="89"/>
                  </a:lnTo>
                  <a:lnTo>
                    <a:pt x="1063" y="89"/>
                  </a:lnTo>
                  <a:lnTo>
                    <a:pt x="1063" y="89"/>
                  </a:lnTo>
                  <a:lnTo>
                    <a:pt x="1062" y="89"/>
                  </a:lnTo>
                  <a:lnTo>
                    <a:pt x="1062" y="90"/>
                  </a:lnTo>
                  <a:lnTo>
                    <a:pt x="1062" y="90"/>
                  </a:lnTo>
                  <a:lnTo>
                    <a:pt x="1062" y="90"/>
                  </a:lnTo>
                  <a:lnTo>
                    <a:pt x="1062" y="90"/>
                  </a:lnTo>
                  <a:lnTo>
                    <a:pt x="1061" y="90"/>
                  </a:lnTo>
                  <a:lnTo>
                    <a:pt x="1061" y="90"/>
                  </a:lnTo>
                  <a:lnTo>
                    <a:pt x="1061" y="90"/>
                  </a:lnTo>
                  <a:lnTo>
                    <a:pt x="1061" y="90"/>
                  </a:lnTo>
                  <a:lnTo>
                    <a:pt x="1061" y="90"/>
                  </a:lnTo>
                  <a:lnTo>
                    <a:pt x="1061" y="90"/>
                  </a:lnTo>
                  <a:lnTo>
                    <a:pt x="1061" y="90"/>
                  </a:lnTo>
                  <a:lnTo>
                    <a:pt x="1061" y="91"/>
                  </a:lnTo>
                  <a:lnTo>
                    <a:pt x="1061" y="91"/>
                  </a:lnTo>
                  <a:lnTo>
                    <a:pt x="1062" y="91"/>
                  </a:lnTo>
                  <a:lnTo>
                    <a:pt x="1062" y="91"/>
                  </a:lnTo>
                  <a:lnTo>
                    <a:pt x="1062" y="91"/>
                  </a:lnTo>
                  <a:lnTo>
                    <a:pt x="1063" y="91"/>
                  </a:lnTo>
                  <a:lnTo>
                    <a:pt x="1063" y="91"/>
                  </a:lnTo>
                  <a:lnTo>
                    <a:pt x="1064" y="91"/>
                  </a:lnTo>
                  <a:lnTo>
                    <a:pt x="1064" y="91"/>
                  </a:lnTo>
                  <a:lnTo>
                    <a:pt x="1065" y="91"/>
                  </a:lnTo>
                  <a:lnTo>
                    <a:pt x="1065" y="91"/>
                  </a:lnTo>
                  <a:lnTo>
                    <a:pt x="1066" y="91"/>
                  </a:lnTo>
                  <a:lnTo>
                    <a:pt x="1066" y="91"/>
                  </a:lnTo>
                  <a:lnTo>
                    <a:pt x="1067" y="91"/>
                  </a:lnTo>
                  <a:lnTo>
                    <a:pt x="1067" y="91"/>
                  </a:lnTo>
                  <a:lnTo>
                    <a:pt x="1068" y="91"/>
                  </a:lnTo>
                  <a:lnTo>
                    <a:pt x="1068" y="91"/>
                  </a:lnTo>
                  <a:lnTo>
                    <a:pt x="1068" y="91"/>
                  </a:lnTo>
                  <a:lnTo>
                    <a:pt x="1068" y="91"/>
                  </a:lnTo>
                  <a:lnTo>
                    <a:pt x="1069" y="90"/>
                  </a:lnTo>
                  <a:lnTo>
                    <a:pt x="1069" y="90"/>
                  </a:lnTo>
                  <a:lnTo>
                    <a:pt x="1069" y="90"/>
                  </a:lnTo>
                  <a:lnTo>
                    <a:pt x="1069" y="90"/>
                  </a:lnTo>
                  <a:lnTo>
                    <a:pt x="1071" y="90"/>
                  </a:lnTo>
                  <a:lnTo>
                    <a:pt x="1071" y="90"/>
                  </a:lnTo>
                  <a:lnTo>
                    <a:pt x="1071" y="90"/>
                  </a:lnTo>
                  <a:lnTo>
                    <a:pt x="1071" y="90"/>
                  </a:lnTo>
                  <a:lnTo>
                    <a:pt x="1071" y="90"/>
                  </a:lnTo>
                  <a:lnTo>
                    <a:pt x="1072" y="90"/>
                  </a:lnTo>
                  <a:lnTo>
                    <a:pt x="1072" y="90"/>
                  </a:lnTo>
                  <a:lnTo>
                    <a:pt x="1072" y="91"/>
                  </a:lnTo>
                  <a:lnTo>
                    <a:pt x="1072" y="91"/>
                  </a:lnTo>
                  <a:lnTo>
                    <a:pt x="1072" y="91"/>
                  </a:lnTo>
                  <a:lnTo>
                    <a:pt x="1073" y="92"/>
                  </a:lnTo>
                  <a:lnTo>
                    <a:pt x="1073" y="92"/>
                  </a:lnTo>
                  <a:lnTo>
                    <a:pt x="1073" y="92"/>
                  </a:lnTo>
                  <a:lnTo>
                    <a:pt x="1073" y="93"/>
                  </a:lnTo>
                  <a:lnTo>
                    <a:pt x="1073" y="93"/>
                  </a:lnTo>
                  <a:lnTo>
                    <a:pt x="1073" y="93"/>
                  </a:lnTo>
                  <a:lnTo>
                    <a:pt x="1073" y="94"/>
                  </a:lnTo>
                  <a:lnTo>
                    <a:pt x="1073" y="94"/>
                  </a:lnTo>
                  <a:lnTo>
                    <a:pt x="1073" y="94"/>
                  </a:lnTo>
                  <a:lnTo>
                    <a:pt x="1073" y="95"/>
                  </a:lnTo>
                  <a:lnTo>
                    <a:pt x="1073" y="95"/>
                  </a:lnTo>
                  <a:lnTo>
                    <a:pt x="1072" y="95"/>
                  </a:lnTo>
                  <a:lnTo>
                    <a:pt x="1072" y="96"/>
                  </a:lnTo>
                  <a:lnTo>
                    <a:pt x="1072" y="96"/>
                  </a:lnTo>
                  <a:lnTo>
                    <a:pt x="1072" y="96"/>
                  </a:lnTo>
                  <a:lnTo>
                    <a:pt x="1071" y="96"/>
                  </a:lnTo>
                  <a:lnTo>
                    <a:pt x="1071" y="96"/>
                  </a:lnTo>
                  <a:lnTo>
                    <a:pt x="1071" y="97"/>
                  </a:lnTo>
                  <a:lnTo>
                    <a:pt x="1069" y="97"/>
                  </a:lnTo>
                  <a:lnTo>
                    <a:pt x="1069" y="97"/>
                  </a:lnTo>
                  <a:lnTo>
                    <a:pt x="1069" y="97"/>
                  </a:lnTo>
                  <a:lnTo>
                    <a:pt x="1068" y="97"/>
                  </a:lnTo>
                  <a:lnTo>
                    <a:pt x="1068" y="98"/>
                  </a:lnTo>
                  <a:lnTo>
                    <a:pt x="1068" y="98"/>
                  </a:lnTo>
                  <a:lnTo>
                    <a:pt x="1068" y="98"/>
                  </a:lnTo>
                  <a:lnTo>
                    <a:pt x="1067" y="98"/>
                  </a:lnTo>
                  <a:lnTo>
                    <a:pt x="1067" y="98"/>
                  </a:lnTo>
                  <a:lnTo>
                    <a:pt x="1067" y="99"/>
                  </a:lnTo>
                  <a:lnTo>
                    <a:pt x="1067" y="99"/>
                  </a:lnTo>
                  <a:lnTo>
                    <a:pt x="1067" y="99"/>
                  </a:lnTo>
                  <a:lnTo>
                    <a:pt x="1066" y="100"/>
                  </a:lnTo>
                  <a:lnTo>
                    <a:pt x="1066" y="100"/>
                  </a:lnTo>
                  <a:lnTo>
                    <a:pt x="1066" y="100"/>
                  </a:lnTo>
                  <a:lnTo>
                    <a:pt x="1066" y="101"/>
                  </a:lnTo>
                  <a:lnTo>
                    <a:pt x="1066" y="101"/>
                  </a:lnTo>
                  <a:lnTo>
                    <a:pt x="1066" y="102"/>
                  </a:lnTo>
                  <a:lnTo>
                    <a:pt x="1065" y="102"/>
                  </a:lnTo>
                  <a:lnTo>
                    <a:pt x="1065" y="102"/>
                  </a:lnTo>
                  <a:lnTo>
                    <a:pt x="1065" y="103"/>
                  </a:lnTo>
                  <a:lnTo>
                    <a:pt x="1065" y="103"/>
                  </a:lnTo>
                  <a:lnTo>
                    <a:pt x="1065" y="103"/>
                  </a:lnTo>
                  <a:lnTo>
                    <a:pt x="1065" y="105"/>
                  </a:lnTo>
                  <a:lnTo>
                    <a:pt x="1065" y="105"/>
                  </a:lnTo>
                  <a:lnTo>
                    <a:pt x="1064" y="105"/>
                  </a:lnTo>
                  <a:lnTo>
                    <a:pt x="1064" y="106"/>
                  </a:lnTo>
                  <a:lnTo>
                    <a:pt x="1064" y="106"/>
                  </a:lnTo>
                  <a:lnTo>
                    <a:pt x="1064" y="106"/>
                  </a:lnTo>
                  <a:lnTo>
                    <a:pt x="1064" y="106"/>
                  </a:lnTo>
                  <a:lnTo>
                    <a:pt x="1064" y="107"/>
                  </a:lnTo>
                  <a:lnTo>
                    <a:pt x="1064" y="107"/>
                  </a:lnTo>
                  <a:lnTo>
                    <a:pt x="1064" y="108"/>
                  </a:lnTo>
                  <a:lnTo>
                    <a:pt x="1064" y="108"/>
                  </a:lnTo>
                  <a:lnTo>
                    <a:pt x="1064" y="108"/>
                  </a:lnTo>
                  <a:lnTo>
                    <a:pt x="1063" y="109"/>
                  </a:lnTo>
                  <a:lnTo>
                    <a:pt x="1063" y="109"/>
                  </a:lnTo>
                  <a:lnTo>
                    <a:pt x="1064" y="110"/>
                  </a:lnTo>
                  <a:lnTo>
                    <a:pt x="1064" y="110"/>
                  </a:lnTo>
                  <a:lnTo>
                    <a:pt x="1064" y="111"/>
                  </a:lnTo>
                  <a:lnTo>
                    <a:pt x="1064" y="112"/>
                  </a:lnTo>
                  <a:lnTo>
                    <a:pt x="1064" y="112"/>
                  </a:lnTo>
                  <a:lnTo>
                    <a:pt x="1064" y="113"/>
                  </a:lnTo>
                  <a:lnTo>
                    <a:pt x="1064" y="114"/>
                  </a:lnTo>
                  <a:lnTo>
                    <a:pt x="1065" y="115"/>
                  </a:lnTo>
                  <a:lnTo>
                    <a:pt x="1065" y="115"/>
                  </a:lnTo>
                  <a:lnTo>
                    <a:pt x="1065" y="116"/>
                  </a:lnTo>
                  <a:lnTo>
                    <a:pt x="1066" y="117"/>
                  </a:lnTo>
                  <a:lnTo>
                    <a:pt x="1066" y="118"/>
                  </a:lnTo>
                  <a:lnTo>
                    <a:pt x="1066" y="119"/>
                  </a:lnTo>
                  <a:lnTo>
                    <a:pt x="1067" y="119"/>
                  </a:lnTo>
                  <a:lnTo>
                    <a:pt x="1067" y="120"/>
                  </a:lnTo>
                  <a:lnTo>
                    <a:pt x="1067" y="121"/>
                  </a:lnTo>
                  <a:lnTo>
                    <a:pt x="1068" y="123"/>
                  </a:lnTo>
                  <a:lnTo>
                    <a:pt x="1068" y="124"/>
                  </a:lnTo>
                  <a:lnTo>
                    <a:pt x="1068" y="124"/>
                  </a:lnTo>
                  <a:lnTo>
                    <a:pt x="1068" y="125"/>
                  </a:lnTo>
                  <a:lnTo>
                    <a:pt x="1069" y="125"/>
                  </a:lnTo>
                  <a:lnTo>
                    <a:pt x="1069" y="126"/>
                  </a:lnTo>
                  <a:lnTo>
                    <a:pt x="1069" y="126"/>
                  </a:lnTo>
                  <a:lnTo>
                    <a:pt x="1069" y="127"/>
                  </a:lnTo>
                  <a:lnTo>
                    <a:pt x="1068" y="127"/>
                  </a:lnTo>
                  <a:lnTo>
                    <a:pt x="1068" y="127"/>
                  </a:lnTo>
                  <a:lnTo>
                    <a:pt x="1068" y="127"/>
                  </a:lnTo>
                  <a:lnTo>
                    <a:pt x="1068" y="127"/>
                  </a:lnTo>
                  <a:lnTo>
                    <a:pt x="1067" y="127"/>
                  </a:lnTo>
                  <a:lnTo>
                    <a:pt x="1067" y="127"/>
                  </a:lnTo>
                  <a:lnTo>
                    <a:pt x="1067" y="127"/>
                  </a:lnTo>
                  <a:lnTo>
                    <a:pt x="1066" y="127"/>
                  </a:lnTo>
                  <a:lnTo>
                    <a:pt x="1066" y="127"/>
                  </a:lnTo>
                  <a:lnTo>
                    <a:pt x="1065" y="127"/>
                  </a:lnTo>
                  <a:lnTo>
                    <a:pt x="1065" y="127"/>
                  </a:lnTo>
                  <a:lnTo>
                    <a:pt x="1065" y="127"/>
                  </a:lnTo>
                  <a:lnTo>
                    <a:pt x="1064" y="127"/>
                  </a:lnTo>
                  <a:lnTo>
                    <a:pt x="1064" y="127"/>
                  </a:lnTo>
                  <a:lnTo>
                    <a:pt x="1064" y="128"/>
                  </a:lnTo>
                  <a:lnTo>
                    <a:pt x="1064" y="128"/>
                  </a:lnTo>
                  <a:lnTo>
                    <a:pt x="1063" y="129"/>
                  </a:lnTo>
                  <a:lnTo>
                    <a:pt x="1063" y="129"/>
                  </a:lnTo>
                  <a:lnTo>
                    <a:pt x="1063" y="130"/>
                  </a:lnTo>
                  <a:lnTo>
                    <a:pt x="1063" y="130"/>
                  </a:lnTo>
                  <a:lnTo>
                    <a:pt x="1063" y="131"/>
                  </a:lnTo>
                  <a:lnTo>
                    <a:pt x="1062" y="132"/>
                  </a:lnTo>
                  <a:lnTo>
                    <a:pt x="1062" y="132"/>
                  </a:lnTo>
                  <a:lnTo>
                    <a:pt x="1062" y="133"/>
                  </a:lnTo>
                  <a:lnTo>
                    <a:pt x="1062" y="134"/>
                  </a:lnTo>
                  <a:lnTo>
                    <a:pt x="1062" y="134"/>
                  </a:lnTo>
                  <a:lnTo>
                    <a:pt x="1061" y="135"/>
                  </a:lnTo>
                  <a:lnTo>
                    <a:pt x="1061" y="136"/>
                  </a:lnTo>
                  <a:lnTo>
                    <a:pt x="1061" y="136"/>
                  </a:lnTo>
                  <a:lnTo>
                    <a:pt x="1061" y="137"/>
                  </a:lnTo>
                  <a:lnTo>
                    <a:pt x="1060" y="137"/>
                  </a:lnTo>
                  <a:lnTo>
                    <a:pt x="1060" y="138"/>
                  </a:lnTo>
                  <a:lnTo>
                    <a:pt x="1060" y="138"/>
                  </a:lnTo>
                  <a:lnTo>
                    <a:pt x="1059" y="138"/>
                  </a:lnTo>
                  <a:lnTo>
                    <a:pt x="1059" y="138"/>
                  </a:lnTo>
                  <a:lnTo>
                    <a:pt x="1059" y="138"/>
                  </a:lnTo>
                  <a:lnTo>
                    <a:pt x="1058" y="139"/>
                  </a:lnTo>
                  <a:lnTo>
                    <a:pt x="1057" y="139"/>
                  </a:lnTo>
                  <a:lnTo>
                    <a:pt x="1057" y="139"/>
                  </a:lnTo>
                  <a:lnTo>
                    <a:pt x="1056" y="139"/>
                  </a:lnTo>
                  <a:lnTo>
                    <a:pt x="1055" y="139"/>
                  </a:lnTo>
                  <a:lnTo>
                    <a:pt x="1054" y="139"/>
                  </a:lnTo>
                  <a:lnTo>
                    <a:pt x="1053" y="139"/>
                  </a:lnTo>
                  <a:lnTo>
                    <a:pt x="1051" y="141"/>
                  </a:lnTo>
                  <a:lnTo>
                    <a:pt x="1050" y="141"/>
                  </a:lnTo>
                  <a:lnTo>
                    <a:pt x="1049" y="141"/>
                  </a:lnTo>
                  <a:lnTo>
                    <a:pt x="1048" y="141"/>
                  </a:lnTo>
                  <a:lnTo>
                    <a:pt x="1047" y="141"/>
                  </a:lnTo>
                  <a:lnTo>
                    <a:pt x="1047" y="141"/>
                  </a:lnTo>
                  <a:lnTo>
                    <a:pt x="1046" y="141"/>
                  </a:lnTo>
                  <a:lnTo>
                    <a:pt x="1045" y="141"/>
                  </a:lnTo>
                  <a:lnTo>
                    <a:pt x="1044" y="141"/>
                  </a:lnTo>
                  <a:lnTo>
                    <a:pt x="1043" y="141"/>
                  </a:lnTo>
                  <a:lnTo>
                    <a:pt x="1042" y="141"/>
                  </a:lnTo>
                  <a:lnTo>
                    <a:pt x="1042" y="141"/>
                  </a:lnTo>
                  <a:lnTo>
                    <a:pt x="1041" y="141"/>
                  </a:lnTo>
                  <a:lnTo>
                    <a:pt x="1040" y="141"/>
                  </a:lnTo>
                  <a:lnTo>
                    <a:pt x="1039" y="139"/>
                  </a:lnTo>
                  <a:lnTo>
                    <a:pt x="1038" y="139"/>
                  </a:lnTo>
                  <a:lnTo>
                    <a:pt x="1038" y="139"/>
                  </a:lnTo>
                  <a:lnTo>
                    <a:pt x="1037" y="139"/>
                  </a:lnTo>
                  <a:lnTo>
                    <a:pt x="1036" y="138"/>
                  </a:lnTo>
                  <a:lnTo>
                    <a:pt x="1035" y="138"/>
                  </a:lnTo>
                  <a:lnTo>
                    <a:pt x="1035" y="138"/>
                  </a:lnTo>
                  <a:lnTo>
                    <a:pt x="1033" y="137"/>
                  </a:lnTo>
                  <a:lnTo>
                    <a:pt x="1033" y="137"/>
                  </a:lnTo>
                  <a:lnTo>
                    <a:pt x="1032" y="136"/>
                  </a:lnTo>
                  <a:lnTo>
                    <a:pt x="1032" y="136"/>
                  </a:lnTo>
                  <a:lnTo>
                    <a:pt x="1031" y="136"/>
                  </a:lnTo>
                  <a:lnTo>
                    <a:pt x="1031" y="135"/>
                  </a:lnTo>
                  <a:lnTo>
                    <a:pt x="1030" y="135"/>
                  </a:lnTo>
                  <a:lnTo>
                    <a:pt x="1030" y="135"/>
                  </a:lnTo>
                  <a:lnTo>
                    <a:pt x="1030" y="135"/>
                  </a:lnTo>
                  <a:lnTo>
                    <a:pt x="1029" y="134"/>
                  </a:lnTo>
                  <a:lnTo>
                    <a:pt x="1029" y="134"/>
                  </a:lnTo>
                  <a:lnTo>
                    <a:pt x="1029" y="134"/>
                  </a:lnTo>
                  <a:lnTo>
                    <a:pt x="1028" y="134"/>
                  </a:lnTo>
                  <a:lnTo>
                    <a:pt x="1028" y="134"/>
                  </a:lnTo>
                  <a:lnTo>
                    <a:pt x="1028" y="134"/>
                  </a:lnTo>
                  <a:lnTo>
                    <a:pt x="1027" y="134"/>
                  </a:lnTo>
                  <a:lnTo>
                    <a:pt x="1027" y="134"/>
                  </a:lnTo>
                  <a:lnTo>
                    <a:pt x="1027" y="134"/>
                  </a:lnTo>
                  <a:lnTo>
                    <a:pt x="1026" y="134"/>
                  </a:lnTo>
                  <a:lnTo>
                    <a:pt x="1026" y="134"/>
                  </a:lnTo>
                  <a:lnTo>
                    <a:pt x="1025" y="134"/>
                  </a:lnTo>
                  <a:lnTo>
                    <a:pt x="1025" y="134"/>
                  </a:lnTo>
                  <a:lnTo>
                    <a:pt x="1024" y="134"/>
                  </a:lnTo>
                  <a:lnTo>
                    <a:pt x="1023" y="134"/>
                  </a:lnTo>
                  <a:lnTo>
                    <a:pt x="1023" y="134"/>
                  </a:lnTo>
                  <a:lnTo>
                    <a:pt x="1022" y="134"/>
                  </a:lnTo>
                  <a:lnTo>
                    <a:pt x="1022" y="134"/>
                  </a:lnTo>
                  <a:lnTo>
                    <a:pt x="1021" y="134"/>
                  </a:lnTo>
                  <a:lnTo>
                    <a:pt x="1021" y="134"/>
                  </a:lnTo>
                  <a:lnTo>
                    <a:pt x="1020" y="134"/>
                  </a:lnTo>
                  <a:lnTo>
                    <a:pt x="1020" y="134"/>
                  </a:lnTo>
                  <a:lnTo>
                    <a:pt x="1019" y="134"/>
                  </a:lnTo>
                  <a:lnTo>
                    <a:pt x="1019" y="134"/>
                  </a:lnTo>
                  <a:lnTo>
                    <a:pt x="1019" y="134"/>
                  </a:lnTo>
                  <a:lnTo>
                    <a:pt x="1018" y="134"/>
                  </a:lnTo>
                  <a:lnTo>
                    <a:pt x="1018" y="134"/>
                  </a:lnTo>
                  <a:lnTo>
                    <a:pt x="1018" y="134"/>
                  </a:lnTo>
                  <a:lnTo>
                    <a:pt x="1018" y="134"/>
                  </a:lnTo>
                  <a:lnTo>
                    <a:pt x="1017" y="134"/>
                  </a:lnTo>
                  <a:lnTo>
                    <a:pt x="1017" y="135"/>
                  </a:lnTo>
                  <a:lnTo>
                    <a:pt x="1017" y="135"/>
                  </a:lnTo>
                  <a:lnTo>
                    <a:pt x="1017" y="135"/>
                  </a:lnTo>
                  <a:lnTo>
                    <a:pt x="1017" y="135"/>
                  </a:lnTo>
                  <a:lnTo>
                    <a:pt x="1015" y="135"/>
                  </a:lnTo>
                  <a:lnTo>
                    <a:pt x="1015" y="135"/>
                  </a:lnTo>
                  <a:lnTo>
                    <a:pt x="1015" y="135"/>
                  </a:lnTo>
                  <a:lnTo>
                    <a:pt x="1017" y="136"/>
                  </a:lnTo>
                  <a:lnTo>
                    <a:pt x="1017" y="136"/>
                  </a:lnTo>
                  <a:lnTo>
                    <a:pt x="1017" y="136"/>
                  </a:lnTo>
                  <a:lnTo>
                    <a:pt x="1017" y="136"/>
                  </a:lnTo>
                  <a:lnTo>
                    <a:pt x="1018" y="136"/>
                  </a:lnTo>
                  <a:lnTo>
                    <a:pt x="1018" y="136"/>
                  </a:lnTo>
                  <a:lnTo>
                    <a:pt x="1018" y="136"/>
                  </a:lnTo>
                  <a:lnTo>
                    <a:pt x="1019" y="136"/>
                  </a:lnTo>
                  <a:lnTo>
                    <a:pt x="1019" y="136"/>
                  </a:lnTo>
                  <a:lnTo>
                    <a:pt x="1020" y="136"/>
                  </a:lnTo>
                  <a:lnTo>
                    <a:pt x="1020" y="136"/>
                  </a:lnTo>
                  <a:lnTo>
                    <a:pt x="1020" y="136"/>
                  </a:lnTo>
                  <a:lnTo>
                    <a:pt x="1021" y="136"/>
                  </a:lnTo>
                  <a:lnTo>
                    <a:pt x="1021" y="136"/>
                  </a:lnTo>
                  <a:lnTo>
                    <a:pt x="1022" y="136"/>
                  </a:lnTo>
                  <a:lnTo>
                    <a:pt x="1022" y="136"/>
                  </a:lnTo>
                  <a:lnTo>
                    <a:pt x="1022" y="136"/>
                  </a:lnTo>
                  <a:lnTo>
                    <a:pt x="1023" y="136"/>
                  </a:lnTo>
                  <a:lnTo>
                    <a:pt x="1023" y="136"/>
                  </a:lnTo>
                  <a:lnTo>
                    <a:pt x="1023" y="136"/>
                  </a:lnTo>
                  <a:lnTo>
                    <a:pt x="1024" y="136"/>
                  </a:lnTo>
                  <a:lnTo>
                    <a:pt x="1024" y="136"/>
                  </a:lnTo>
                  <a:lnTo>
                    <a:pt x="1024" y="136"/>
                  </a:lnTo>
                  <a:lnTo>
                    <a:pt x="1025" y="136"/>
                  </a:lnTo>
                  <a:lnTo>
                    <a:pt x="1025" y="136"/>
                  </a:lnTo>
                  <a:lnTo>
                    <a:pt x="1025" y="136"/>
                  </a:lnTo>
                  <a:lnTo>
                    <a:pt x="1026" y="136"/>
                  </a:lnTo>
                  <a:lnTo>
                    <a:pt x="1026" y="136"/>
                  </a:lnTo>
                  <a:lnTo>
                    <a:pt x="1026" y="136"/>
                  </a:lnTo>
                  <a:lnTo>
                    <a:pt x="1027" y="136"/>
                  </a:lnTo>
                  <a:lnTo>
                    <a:pt x="1027" y="136"/>
                  </a:lnTo>
                  <a:lnTo>
                    <a:pt x="1027" y="136"/>
                  </a:lnTo>
                  <a:lnTo>
                    <a:pt x="1027" y="137"/>
                  </a:lnTo>
                  <a:lnTo>
                    <a:pt x="1027" y="137"/>
                  </a:lnTo>
                  <a:lnTo>
                    <a:pt x="1027" y="137"/>
                  </a:lnTo>
                  <a:lnTo>
                    <a:pt x="1027" y="137"/>
                  </a:lnTo>
                  <a:lnTo>
                    <a:pt x="1027" y="137"/>
                  </a:lnTo>
                  <a:lnTo>
                    <a:pt x="1026" y="138"/>
                  </a:lnTo>
                  <a:lnTo>
                    <a:pt x="1026" y="138"/>
                  </a:lnTo>
                  <a:lnTo>
                    <a:pt x="1025" y="138"/>
                  </a:lnTo>
                  <a:lnTo>
                    <a:pt x="1025" y="138"/>
                  </a:lnTo>
                  <a:lnTo>
                    <a:pt x="1024" y="139"/>
                  </a:lnTo>
                  <a:lnTo>
                    <a:pt x="1023" y="139"/>
                  </a:lnTo>
                  <a:lnTo>
                    <a:pt x="1023" y="141"/>
                  </a:lnTo>
                  <a:lnTo>
                    <a:pt x="1022" y="141"/>
                  </a:lnTo>
                  <a:lnTo>
                    <a:pt x="1021" y="142"/>
                  </a:lnTo>
                  <a:lnTo>
                    <a:pt x="1020" y="142"/>
                  </a:lnTo>
                  <a:lnTo>
                    <a:pt x="1019" y="143"/>
                  </a:lnTo>
                  <a:lnTo>
                    <a:pt x="1018" y="144"/>
                  </a:lnTo>
                  <a:lnTo>
                    <a:pt x="1018" y="144"/>
                  </a:lnTo>
                  <a:lnTo>
                    <a:pt x="1017" y="145"/>
                  </a:lnTo>
                  <a:lnTo>
                    <a:pt x="1015" y="146"/>
                  </a:lnTo>
                  <a:lnTo>
                    <a:pt x="1014" y="147"/>
                  </a:lnTo>
                  <a:lnTo>
                    <a:pt x="1014" y="148"/>
                  </a:lnTo>
                  <a:lnTo>
                    <a:pt x="1013" y="149"/>
                  </a:lnTo>
                  <a:lnTo>
                    <a:pt x="1012" y="150"/>
                  </a:lnTo>
                  <a:lnTo>
                    <a:pt x="1012" y="151"/>
                  </a:lnTo>
                  <a:lnTo>
                    <a:pt x="1011" y="151"/>
                  </a:lnTo>
                  <a:lnTo>
                    <a:pt x="1010" y="152"/>
                  </a:lnTo>
                  <a:lnTo>
                    <a:pt x="1009" y="153"/>
                  </a:lnTo>
                  <a:lnTo>
                    <a:pt x="1008" y="154"/>
                  </a:lnTo>
                  <a:lnTo>
                    <a:pt x="1008" y="155"/>
                  </a:lnTo>
                  <a:lnTo>
                    <a:pt x="1007" y="156"/>
                  </a:lnTo>
                  <a:lnTo>
                    <a:pt x="1006" y="157"/>
                  </a:lnTo>
                  <a:lnTo>
                    <a:pt x="1005" y="159"/>
                  </a:lnTo>
                  <a:lnTo>
                    <a:pt x="1005" y="159"/>
                  </a:lnTo>
                  <a:lnTo>
                    <a:pt x="1004" y="160"/>
                  </a:lnTo>
                  <a:lnTo>
                    <a:pt x="1003" y="160"/>
                  </a:lnTo>
                  <a:lnTo>
                    <a:pt x="1003" y="161"/>
                  </a:lnTo>
                  <a:lnTo>
                    <a:pt x="1002" y="161"/>
                  </a:lnTo>
                  <a:lnTo>
                    <a:pt x="1002" y="161"/>
                  </a:lnTo>
                  <a:lnTo>
                    <a:pt x="1001" y="161"/>
                  </a:lnTo>
                  <a:lnTo>
                    <a:pt x="1001" y="161"/>
                  </a:lnTo>
                  <a:lnTo>
                    <a:pt x="1000" y="162"/>
                  </a:lnTo>
                  <a:lnTo>
                    <a:pt x="1000" y="162"/>
                  </a:lnTo>
                  <a:lnTo>
                    <a:pt x="1000" y="162"/>
                  </a:lnTo>
                  <a:lnTo>
                    <a:pt x="999" y="162"/>
                  </a:lnTo>
                  <a:lnTo>
                    <a:pt x="999" y="162"/>
                  </a:lnTo>
                  <a:lnTo>
                    <a:pt x="999" y="162"/>
                  </a:lnTo>
                  <a:lnTo>
                    <a:pt x="997" y="162"/>
                  </a:lnTo>
                  <a:lnTo>
                    <a:pt x="997" y="161"/>
                  </a:lnTo>
                  <a:lnTo>
                    <a:pt x="997" y="161"/>
                  </a:lnTo>
                  <a:lnTo>
                    <a:pt x="997" y="161"/>
                  </a:lnTo>
                  <a:lnTo>
                    <a:pt x="996" y="161"/>
                  </a:lnTo>
                  <a:lnTo>
                    <a:pt x="996" y="160"/>
                  </a:lnTo>
                  <a:lnTo>
                    <a:pt x="996" y="160"/>
                  </a:lnTo>
                  <a:lnTo>
                    <a:pt x="996" y="159"/>
                  </a:lnTo>
                  <a:lnTo>
                    <a:pt x="996" y="159"/>
                  </a:lnTo>
                  <a:lnTo>
                    <a:pt x="996" y="157"/>
                  </a:lnTo>
                  <a:lnTo>
                    <a:pt x="996" y="157"/>
                  </a:lnTo>
                  <a:lnTo>
                    <a:pt x="996" y="156"/>
                  </a:lnTo>
                  <a:lnTo>
                    <a:pt x="996" y="156"/>
                  </a:lnTo>
                  <a:lnTo>
                    <a:pt x="996" y="155"/>
                  </a:lnTo>
                  <a:lnTo>
                    <a:pt x="996" y="154"/>
                  </a:lnTo>
                  <a:lnTo>
                    <a:pt x="996" y="154"/>
                  </a:lnTo>
                  <a:lnTo>
                    <a:pt x="996" y="153"/>
                  </a:lnTo>
                  <a:lnTo>
                    <a:pt x="997" y="153"/>
                  </a:lnTo>
                  <a:lnTo>
                    <a:pt x="997" y="153"/>
                  </a:lnTo>
                  <a:lnTo>
                    <a:pt x="997" y="152"/>
                  </a:lnTo>
                  <a:lnTo>
                    <a:pt x="999" y="152"/>
                  </a:lnTo>
                  <a:lnTo>
                    <a:pt x="999" y="152"/>
                  </a:lnTo>
                  <a:lnTo>
                    <a:pt x="1000" y="152"/>
                  </a:lnTo>
                  <a:lnTo>
                    <a:pt x="1001" y="151"/>
                  </a:lnTo>
                  <a:lnTo>
                    <a:pt x="1001" y="151"/>
                  </a:lnTo>
                  <a:lnTo>
                    <a:pt x="1002" y="151"/>
                  </a:lnTo>
                  <a:lnTo>
                    <a:pt x="1002" y="151"/>
                  </a:lnTo>
                  <a:lnTo>
                    <a:pt x="1003" y="150"/>
                  </a:lnTo>
                  <a:lnTo>
                    <a:pt x="1003" y="150"/>
                  </a:lnTo>
                  <a:lnTo>
                    <a:pt x="1004" y="150"/>
                  </a:lnTo>
                  <a:lnTo>
                    <a:pt x="1004" y="150"/>
                  </a:lnTo>
                  <a:lnTo>
                    <a:pt x="1004" y="150"/>
                  </a:lnTo>
                  <a:lnTo>
                    <a:pt x="1005" y="149"/>
                  </a:lnTo>
                  <a:lnTo>
                    <a:pt x="1005" y="149"/>
                  </a:lnTo>
                  <a:lnTo>
                    <a:pt x="1005" y="149"/>
                  </a:lnTo>
                  <a:lnTo>
                    <a:pt x="1005" y="149"/>
                  </a:lnTo>
                  <a:lnTo>
                    <a:pt x="1005" y="148"/>
                  </a:lnTo>
                  <a:lnTo>
                    <a:pt x="1006" y="148"/>
                  </a:lnTo>
                  <a:lnTo>
                    <a:pt x="1005" y="148"/>
                  </a:lnTo>
                  <a:lnTo>
                    <a:pt x="1005" y="148"/>
                  </a:lnTo>
                  <a:lnTo>
                    <a:pt x="1005" y="148"/>
                  </a:lnTo>
                  <a:lnTo>
                    <a:pt x="1005" y="147"/>
                  </a:lnTo>
                  <a:lnTo>
                    <a:pt x="1005" y="147"/>
                  </a:lnTo>
                  <a:lnTo>
                    <a:pt x="1004" y="147"/>
                  </a:lnTo>
                  <a:lnTo>
                    <a:pt x="1004" y="147"/>
                  </a:lnTo>
                  <a:lnTo>
                    <a:pt x="1003" y="147"/>
                  </a:lnTo>
                  <a:lnTo>
                    <a:pt x="1003" y="147"/>
                  </a:lnTo>
                  <a:lnTo>
                    <a:pt x="1002" y="147"/>
                  </a:lnTo>
                  <a:lnTo>
                    <a:pt x="1002" y="147"/>
                  </a:lnTo>
                  <a:lnTo>
                    <a:pt x="1001" y="147"/>
                  </a:lnTo>
                  <a:lnTo>
                    <a:pt x="1001" y="146"/>
                  </a:lnTo>
                  <a:lnTo>
                    <a:pt x="1000" y="146"/>
                  </a:lnTo>
                  <a:lnTo>
                    <a:pt x="1000" y="146"/>
                  </a:lnTo>
                  <a:lnTo>
                    <a:pt x="999" y="146"/>
                  </a:lnTo>
                  <a:lnTo>
                    <a:pt x="999" y="146"/>
                  </a:lnTo>
                  <a:lnTo>
                    <a:pt x="997" y="146"/>
                  </a:lnTo>
                  <a:lnTo>
                    <a:pt x="997" y="146"/>
                  </a:lnTo>
                  <a:lnTo>
                    <a:pt x="996" y="146"/>
                  </a:lnTo>
                  <a:lnTo>
                    <a:pt x="996" y="146"/>
                  </a:lnTo>
                  <a:lnTo>
                    <a:pt x="995" y="146"/>
                  </a:lnTo>
                  <a:lnTo>
                    <a:pt x="995" y="146"/>
                  </a:lnTo>
                  <a:lnTo>
                    <a:pt x="995" y="146"/>
                  </a:lnTo>
                  <a:lnTo>
                    <a:pt x="994" y="146"/>
                  </a:lnTo>
                  <a:lnTo>
                    <a:pt x="994" y="146"/>
                  </a:lnTo>
                  <a:lnTo>
                    <a:pt x="994" y="146"/>
                  </a:lnTo>
                  <a:lnTo>
                    <a:pt x="994" y="146"/>
                  </a:lnTo>
                  <a:lnTo>
                    <a:pt x="994" y="146"/>
                  </a:lnTo>
                  <a:lnTo>
                    <a:pt x="994" y="146"/>
                  </a:lnTo>
                  <a:lnTo>
                    <a:pt x="994" y="147"/>
                  </a:lnTo>
                  <a:lnTo>
                    <a:pt x="994" y="147"/>
                  </a:lnTo>
                  <a:lnTo>
                    <a:pt x="995" y="147"/>
                  </a:lnTo>
                  <a:lnTo>
                    <a:pt x="995" y="148"/>
                  </a:lnTo>
                  <a:lnTo>
                    <a:pt x="995" y="148"/>
                  </a:lnTo>
                  <a:lnTo>
                    <a:pt x="996" y="148"/>
                  </a:lnTo>
                  <a:lnTo>
                    <a:pt x="996" y="149"/>
                  </a:lnTo>
                  <a:lnTo>
                    <a:pt x="996" y="149"/>
                  </a:lnTo>
                  <a:lnTo>
                    <a:pt x="996" y="149"/>
                  </a:lnTo>
                  <a:lnTo>
                    <a:pt x="996" y="150"/>
                  </a:lnTo>
                  <a:lnTo>
                    <a:pt x="997" y="150"/>
                  </a:lnTo>
                  <a:lnTo>
                    <a:pt x="997" y="150"/>
                  </a:lnTo>
                  <a:lnTo>
                    <a:pt x="997" y="150"/>
                  </a:lnTo>
                  <a:lnTo>
                    <a:pt x="997" y="151"/>
                  </a:lnTo>
                  <a:lnTo>
                    <a:pt x="996" y="151"/>
                  </a:lnTo>
                  <a:lnTo>
                    <a:pt x="996" y="151"/>
                  </a:lnTo>
                  <a:lnTo>
                    <a:pt x="996" y="152"/>
                  </a:lnTo>
                  <a:lnTo>
                    <a:pt x="995" y="152"/>
                  </a:lnTo>
                  <a:lnTo>
                    <a:pt x="995" y="152"/>
                  </a:lnTo>
                  <a:lnTo>
                    <a:pt x="995" y="153"/>
                  </a:lnTo>
                  <a:lnTo>
                    <a:pt x="994" y="153"/>
                  </a:lnTo>
                  <a:lnTo>
                    <a:pt x="993" y="154"/>
                  </a:lnTo>
                  <a:lnTo>
                    <a:pt x="993" y="154"/>
                  </a:lnTo>
                  <a:lnTo>
                    <a:pt x="992" y="155"/>
                  </a:lnTo>
                  <a:lnTo>
                    <a:pt x="992" y="155"/>
                  </a:lnTo>
                  <a:lnTo>
                    <a:pt x="991" y="155"/>
                  </a:lnTo>
                  <a:lnTo>
                    <a:pt x="990" y="156"/>
                  </a:lnTo>
                  <a:lnTo>
                    <a:pt x="990" y="156"/>
                  </a:lnTo>
                  <a:lnTo>
                    <a:pt x="989" y="157"/>
                  </a:lnTo>
                  <a:lnTo>
                    <a:pt x="988" y="157"/>
                  </a:lnTo>
                  <a:lnTo>
                    <a:pt x="988" y="159"/>
                  </a:lnTo>
                  <a:lnTo>
                    <a:pt x="987" y="160"/>
                  </a:lnTo>
                  <a:lnTo>
                    <a:pt x="986" y="160"/>
                  </a:lnTo>
                  <a:lnTo>
                    <a:pt x="986" y="161"/>
                  </a:lnTo>
                  <a:lnTo>
                    <a:pt x="985" y="161"/>
                  </a:lnTo>
                  <a:lnTo>
                    <a:pt x="984" y="162"/>
                  </a:lnTo>
                  <a:lnTo>
                    <a:pt x="984" y="162"/>
                  </a:lnTo>
                  <a:lnTo>
                    <a:pt x="983" y="162"/>
                  </a:lnTo>
                  <a:lnTo>
                    <a:pt x="983" y="163"/>
                  </a:lnTo>
                  <a:lnTo>
                    <a:pt x="982" y="163"/>
                  </a:lnTo>
                  <a:lnTo>
                    <a:pt x="982" y="164"/>
                  </a:lnTo>
                  <a:lnTo>
                    <a:pt x="981" y="164"/>
                  </a:lnTo>
                  <a:lnTo>
                    <a:pt x="981" y="164"/>
                  </a:lnTo>
                  <a:lnTo>
                    <a:pt x="979" y="165"/>
                  </a:lnTo>
                  <a:lnTo>
                    <a:pt x="979" y="165"/>
                  </a:lnTo>
                  <a:lnTo>
                    <a:pt x="978" y="165"/>
                  </a:lnTo>
                  <a:lnTo>
                    <a:pt x="978" y="165"/>
                  </a:lnTo>
                  <a:lnTo>
                    <a:pt x="977" y="166"/>
                  </a:lnTo>
                  <a:lnTo>
                    <a:pt x="977" y="166"/>
                  </a:lnTo>
                  <a:lnTo>
                    <a:pt x="977" y="166"/>
                  </a:lnTo>
                  <a:lnTo>
                    <a:pt x="976" y="166"/>
                  </a:lnTo>
                  <a:lnTo>
                    <a:pt x="976" y="167"/>
                  </a:lnTo>
                  <a:lnTo>
                    <a:pt x="975" y="167"/>
                  </a:lnTo>
                  <a:lnTo>
                    <a:pt x="975" y="167"/>
                  </a:lnTo>
                  <a:lnTo>
                    <a:pt x="975" y="167"/>
                  </a:lnTo>
                  <a:lnTo>
                    <a:pt x="974" y="167"/>
                  </a:lnTo>
                  <a:lnTo>
                    <a:pt x="974" y="167"/>
                  </a:lnTo>
                  <a:lnTo>
                    <a:pt x="973" y="167"/>
                  </a:lnTo>
                  <a:lnTo>
                    <a:pt x="973" y="167"/>
                  </a:lnTo>
                  <a:lnTo>
                    <a:pt x="972" y="168"/>
                  </a:lnTo>
                  <a:lnTo>
                    <a:pt x="972" y="168"/>
                  </a:lnTo>
                  <a:lnTo>
                    <a:pt x="971" y="168"/>
                  </a:lnTo>
                  <a:lnTo>
                    <a:pt x="971" y="168"/>
                  </a:lnTo>
                  <a:lnTo>
                    <a:pt x="970" y="168"/>
                  </a:lnTo>
                  <a:lnTo>
                    <a:pt x="970" y="168"/>
                  </a:lnTo>
                  <a:lnTo>
                    <a:pt x="970" y="168"/>
                  </a:lnTo>
                  <a:lnTo>
                    <a:pt x="969" y="168"/>
                  </a:lnTo>
                  <a:lnTo>
                    <a:pt x="969" y="168"/>
                  </a:lnTo>
                  <a:lnTo>
                    <a:pt x="968" y="168"/>
                  </a:lnTo>
                  <a:lnTo>
                    <a:pt x="968" y="167"/>
                  </a:lnTo>
                  <a:lnTo>
                    <a:pt x="968" y="167"/>
                  </a:lnTo>
                  <a:lnTo>
                    <a:pt x="967" y="167"/>
                  </a:lnTo>
                  <a:lnTo>
                    <a:pt x="967" y="167"/>
                  </a:lnTo>
                  <a:lnTo>
                    <a:pt x="967" y="167"/>
                  </a:lnTo>
                  <a:lnTo>
                    <a:pt x="967" y="167"/>
                  </a:lnTo>
                  <a:lnTo>
                    <a:pt x="966" y="167"/>
                  </a:lnTo>
                  <a:lnTo>
                    <a:pt x="966" y="168"/>
                  </a:lnTo>
                  <a:lnTo>
                    <a:pt x="966" y="168"/>
                  </a:lnTo>
                  <a:lnTo>
                    <a:pt x="965" y="168"/>
                  </a:lnTo>
                  <a:lnTo>
                    <a:pt x="965" y="168"/>
                  </a:lnTo>
                  <a:lnTo>
                    <a:pt x="965" y="169"/>
                  </a:lnTo>
                  <a:lnTo>
                    <a:pt x="964" y="169"/>
                  </a:lnTo>
                  <a:lnTo>
                    <a:pt x="964" y="169"/>
                  </a:lnTo>
                  <a:lnTo>
                    <a:pt x="963" y="170"/>
                  </a:lnTo>
                  <a:lnTo>
                    <a:pt x="963" y="170"/>
                  </a:lnTo>
                  <a:lnTo>
                    <a:pt x="963" y="171"/>
                  </a:lnTo>
                  <a:lnTo>
                    <a:pt x="961" y="171"/>
                  </a:lnTo>
                  <a:lnTo>
                    <a:pt x="961" y="172"/>
                  </a:lnTo>
                  <a:lnTo>
                    <a:pt x="961" y="172"/>
                  </a:lnTo>
                  <a:lnTo>
                    <a:pt x="961" y="172"/>
                  </a:lnTo>
                  <a:lnTo>
                    <a:pt x="960" y="173"/>
                  </a:lnTo>
                  <a:lnTo>
                    <a:pt x="960" y="173"/>
                  </a:lnTo>
                  <a:lnTo>
                    <a:pt x="960" y="174"/>
                  </a:lnTo>
                  <a:lnTo>
                    <a:pt x="960" y="174"/>
                  </a:lnTo>
                  <a:lnTo>
                    <a:pt x="959" y="174"/>
                  </a:lnTo>
                  <a:lnTo>
                    <a:pt x="959" y="175"/>
                  </a:lnTo>
                  <a:lnTo>
                    <a:pt x="959" y="175"/>
                  </a:lnTo>
                  <a:lnTo>
                    <a:pt x="958" y="175"/>
                  </a:lnTo>
                  <a:lnTo>
                    <a:pt x="958" y="177"/>
                  </a:lnTo>
                  <a:lnTo>
                    <a:pt x="958" y="177"/>
                  </a:lnTo>
                  <a:lnTo>
                    <a:pt x="957" y="177"/>
                  </a:lnTo>
                  <a:lnTo>
                    <a:pt x="957" y="177"/>
                  </a:lnTo>
                  <a:lnTo>
                    <a:pt x="956" y="177"/>
                  </a:lnTo>
                  <a:lnTo>
                    <a:pt x="956" y="177"/>
                  </a:lnTo>
                  <a:lnTo>
                    <a:pt x="956" y="177"/>
                  </a:lnTo>
                  <a:lnTo>
                    <a:pt x="955" y="177"/>
                  </a:lnTo>
                  <a:lnTo>
                    <a:pt x="955" y="177"/>
                  </a:lnTo>
                  <a:lnTo>
                    <a:pt x="955" y="177"/>
                  </a:lnTo>
                  <a:lnTo>
                    <a:pt x="955" y="177"/>
                  </a:lnTo>
                  <a:lnTo>
                    <a:pt x="954" y="175"/>
                  </a:lnTo>
                  <a:lnTo>
                    <a:pt x="954" y="175"/>
                  </a:lnTo>
                  <a:lnTo>
                    <a:pt x="954" y="174"/>
                  </a:lnTo>
                  <a:lnTo>
                    <a:pt x="954" y="174"/>
                  </a:lnTo>
                  <a:lnTo>
                    <a:pt x="953" y="173"/>
                  </a:lnTo>
                  <a:lnTo>
                    <a:pt x="953" y="172"/>
                  </a:lnTo>
                  <a:lnTo>
                    <a:pt x="953" y="171"/>
                  </a:lnTo>
                  <a:lnTo>
                    <a:pt x="953" y="170"/>
                  </a:lnTo>
                  <a:lnTo>
                    <a:pt x="952" y="169"/>
                  </a:lnTo>
                  <a:lnTo>
                    <a:pt x="952" y="168"/>
                  </a:lnTo>
                  <a:lnTo>
                    <a:pt x="952" y="167"/>
                  </a:lnTo>
                  <a:lnTo>
                    <a:pt x="952" y="166"/>
                  </a:lnTo>
                  <a:lnTo>
                    <a:pt x="952" y="165"/>
                  </a:lnTo>
                  <a:lnTo>
                    <a:pt x="952" y="164"/>
                  </a:lnTo>
                  <a:lnTo>
                    <a:pt x="951" y="164"/>
                  </a:lnTo>
                  <a:lnTo>
                    <a:pt x="951" y="163"/>
                  </a:lnTo>
                  <a:lnTo>
                    <a:pt x="951" y="162"/>
                  </a:lnTo>
                  <a:lnTo>
                    <a:pt x="951" y="162"/>
                  </a:lnTo>
                  <a:lnTo>
                    <a:pt x="950" y="162"/>
                  </a:lnTo>
                  <a:lnTo>
                    <a:pt x="950" y="161"/>
                  </a:lnTo>
                  <a:lnTo>
                    <a:pt x="950" y="161"/>
                  </a:lnTo>
                  <a:lnTo>
                    <a:pt x="949" y="161"/>
                  </a:lnTo>
                  <a:lnTo>
                    <a:pt x="949" y="161"/>
                  </a:lnTo>
                  <a:lnTo>
                    <a:pt x="949" y="161"/>
                  </a:lnTo>
                  <a:lnTo>
                    <a:pt x="948" y="161"/>
                  </a:lnTo>
                  <a:lnTo>
                    <a:pt x="948" y="161"/>
                  </a:lnTo>
                  <a:lnTo>
                    <a:pt x="948" y="161"/>
                  </a:lnTo>
                  <a:lnTo>
                    <a:pt x="947" y="161"/>
                  </a:lnTo>
                  <a:lnTo>
                    <a:pt x="947" y="161"/>
                  </a:lnTo>
                  <a:lnTo>
                    <a:pt x="946" y="161"/>
                  </a:lnTo>
                  <a:lnTo>
                    <a:pt x="946" y="161"/>
                  </a:lnTo>
                  <a:lnTo>
                    <a:pt x="946" y="161"/>
                  </a:lnTo>
                  <a:lnTo>
                    <a:pt x="945" y="160"/>
                  </a:lnTo>
                  <a:lnTo>
                    <a:pt x="945" y="160"/>
                  </a:lnTo>
                  <a:lnTo>
                    <a:pt x="945" y="160"/>
                  </a:lnTo>
                  <a:lnTo>
                    <a:pt x="943" y="161"/>
                  </a:lnTo>
                  <a:lnTo>
                    <a:pt x="943" y="161"/>
                  </a:lnTo>
                  <a:lnTo>
                    <a:pt x="943" y="161"/>
                  </a:lnTo>
                  <a:lnTo>
                    <a:pt x="942" y="161"/>
                  </a:lnTo>
                  <a:lnTo>
                    <a:pt x="942" y="161"/>
                  </a:lnTo>
                  <a:lnTo>
                    <a:pt x="941" y="161"/>
                  </a:lnTo>
                  <a:lnTo>
                    <a:pt x="941" y="161"/>
                  </a:lnTo>
                  <a:lnTo>
                    <a:pt x="941" y="161"/>
                  </a:lnTo>
                  <a:lnTo>
                    <a:pt x="940" y="161"/>
                  </a:lnTo>
                  <a:lnTo>
                    <a:pt x="940" y="161"/>
                  </a:lnTo>
                  <a:lnTo>
                    <a:pt x="939" y="161"/>
                  </a:lnTo>
                  <a:lnTo>
                    <a:pt x="939" y="161"/>
                  </a:lnTo>
                  <a:lnTo>
                    <a:pt x="939" y="161"/>
                  </a:lnTo>
                  <a:lnTo>
                    <a:pt x="938" y="161"/>
                  </a:lnTo>
                  <a:lnTo>
                    <a:pt x="938" y="160"/>
                  </a:lnTo>
                  <a:lnTo>
                    <a:pt x="938" y="160"/>
                  </a:lnTo>
                  <a:lnTo>
                    <a:pt x="937" y="160"/>
                  </a:lnTo>
                  <a:lnTo>
                    <a:pt x="937" y="159"/>
                  </a:lnTo>
                  <a:lnTo>
                    <a:pt x="937" y="159"/>
                  </a:lnTo>
                  <a:lnTo>
                    <a:pt x="937" y="157"/>
                  </a:lnTo>
                  <a:lnTo>
                    <a:pt x="937" y="157"/>
                  </a:lnTo>
                  <a:lnTo>
                    <a:pt x="937" y="156"/>
                  </a:lnTo>
                  <a:lnTo>
                    <a:pt x="937" y="155"/>
                  </a:lnTo>
                  <a:lnTo>
                    <a:pt x="937" y="155"/>
                  </a:lnTo>
                  <a:lnTo>
                    <a:pt x="936" y="154"/>
                  </a:lnTo>
                  <a:lnTo>
                    <a:pt x="936" y="154"/>
                  </a:lnTo>
                  <a:lnTo>
                    <a:pt x="936" y="153"/>
                  </a:lnTo>
                  <a:lnTo>
                    <a:pt x="936" y="153"/>
                  </a:lnTo>
                  <a:lnTo>
                    <a:pt x="935" y="152"/>
                  </a:lnTo>
                  <a:lnTo>
                    <a:pt x="935" y="152"/>
                  </a:lnTo>
                  <a:lnTo>
                    <a:pt x="935" y="152"/>
                  </a:lnTo>
                  <a:lnTo>
                    <a:pt x="934" y="152"/>
                  </a:lnTo>
                  <a:lnTo>
                    <a:pt x="934" y="152"/>
                  </a:lnTo>
                  <a:lnTo>
                    <a:pt x="933" y="152"/>
                  </a:lnTo>
                  <a:lnTo>
                    <a:pt x="933" y="152"/>
                  </a:lnTo>
                  <a:lnTo>
                    <a:pt x="932" y="153"/>
                  </a:lnTo>
                  <a:lnTo>
                    <a:pt x="932" y="153"/>
                  </a:lnTo>
                  <a:lnTo>
                    <a:pt x="931" y="154"/>
                  </a:lnTo>
                  <a:lnTo>
                    <a:pt x="930" y="154"/>
                  </a:lnTo>
                  <a:lnTo>
                    <a:pt x="930" y="155"/>
                  </a:lnTo>
                  <a:lnTo>
                    <a:pt x="929" y="155"/>
                  </a:lnTo>
                  <a:lnTo>
                    <a:pt x="928" y="156"/>
                  </a:lnTo>
                  <a:lnTo>
                    <a:pt x="927" y="156"/>
                  </a:lnTo>
                  <a:lnTo>
                    <a:pt x="927" y="157"/>
                  </a:lnTo>
                  <a:lnTo>
                    <a:pt x="925" y="157"/>
                  </a:lnTo>
                  <a:lnTo>
                    <a:pt x="924" y="159"/>
                  </a:lnTo>
                  <a:lnTo>
                    <a:pt x="924" y="159"/>
                  </a:lnTo>
                  <a:lnTo>
                    <a:pt x="923" y="160"/>
                  </a:lnTo>
                  <a:lnTo>
                    <a:pt x="922" y="160"/>
                  </a:lnTo>
                  <a:lnTo>
                    <a:pt x="922" y="161"/>
                  </a:lnTo>
                  <a:lnTo>
                    <a:pt x="921" y="161"/>
                  </a:lnTo>
                  <a:lnTo>
                    <a:pt x="921" y="161"/>
                  </a:lnTo>
                  <a:lnTo>
                    <a:pt x="920" y="162"/>
                  </a:lnTo>
                  <a:lnTo>
                    <a:pt x="920" y="162"/>
                  </a:lnTo>
                  <a:lnTo>
                    <a:pt x="919" y="163"/>
                  </a:lnTo>
                  <a:lnTo>
                    <a:pt x="919" y="163"/>
                  </a:lnTo>
                  <a:lnTo>
                    <a:pt x="919" y="163"/>
                  </a:lnTo>
                  <a:lnTo>
                    <a:pt x="918" y="164"/>
                  </a:lnTo>
                  <a:lnTo>
                    <a:pt x="918" y="164"/>
                  </a:lnTo>
                  <a:lnTo>
                    <a:pt x="918" y="165"/>
                  </a:lnTo>
                  <a:lnTo>
                    <a:pt x="917" y="165"/>
                  </a:lnTo>
                  <a:lnTo>
                    <a:pt x="917" y="165"/>
                  </a:lnTo>
                  <a:lnTo>
                    <a:pt x="917" y="166"/>
                  </a:lnTo>
                  <a:lnTo>
                    <a:pt x="916" y="166"/>
                  </a:lnTo>
                  <a:lnTo>
                    <a:pt x="916" y="167"/>
                  </a:lnTo>
                  <a:lnTo>
                    <a:pt x="916" y="167"/>
                  </a:lnTo>
                  <a:lnTo>
                    <a:pt x="915" y="167"/>
                  </a:lnTo>
                  <a:lnTo>
                    <a:pt x="915" y="168"/>
                  </a:lnTo>
                  <a:lnTo>
                    <a:pt x="915" y="169"/>
                  </a:lnTo>
                  <a:lnTo>
                    <a:pt x="914" y="169"/>
                  </a:lnTo>
                  <a:lnTo>
                    <a:pt x="914" y="170"/>
                  </a:lnTo>
                  <a:lnTo>
                    <a:pt x="913" y="170"/>
                  </a:lnTo>
                  <a:lnTo>
                    <a:pt x="913" y="171"/>
                  </a:lnTo>
                  <a:lnTo>
                    <a:pt x="912" y="172"/>
                  </a:lnTo>
                  <a:lnTo>
                    <a:pt x="912" y="172"/>
                  </a:lnTo>
                  <a:lnTo>
                    <a:pt x="911" y="173"/>
                  </a:lnTo>
                  <a:lnTo>
                    <a:pt x="911" y="174"/>
                  </a:lnTo>
                  <a:lnTo>
                    <a:pt x="911" y="174"/>
                  </a:lnTo>
                  <a:lnTo>
                    <a:pt x="910" y="175"/>
                  </a:lnTo>
                  <a:lnTo>
                    <a:pt x="910" y="177"/>
                  </a:lnTo>
                  <a:lnTo>
                    <a:pt x="910" y="177"/>
                  </a:lnTo>
                  <a:lnTo>
                    <a:pt x="910" y="178"/>
                  </a:lnTo>
                  <a:lnTo>
                    <a:pt x="910" y="178"/>
                  </a:lnTo>
                  <a:lnTo>
                    <a:pt x="910" y="179"/>
                  </a:lnTo>
                  <a:lnTo>
                    <a:pt x="910" y="179"/>
                  </a:lnTo>
                  <a:lnTo>
                    <a:pt x="910" y="179"/>
                  </a:lnTo>
                  <a:lnTo>
                    <a:pt x="910" y="180"/>
                  </a:lnTo>
                  <a:lnTo>
                    <a:pt x="910" y="180"/>
                  </a:lnTo>
                  <a:lnTo>
                    <a:pt x="910" y="180"/>
                  </a:lnTo>
                  <a:lnTo>
                    <a:pt x="910" y="181"/>
                  </a:lnTo>
                  <a:lnTo>
                    <a:pt x="911" y="181"/>
                  </a:lnTo>
                  <a:lnTo>
                    <a:pt x="911" y="181"/>
                  </a:lnTo>
                  <a:lnTo>
                    <a:pt x="911" y="182"/>
                  </a:lnTo>
                  <a:lnTo>
                    <a:pt x="911" y="182"/>
                  </a:lnTo>
                  <a:lnTo>
                    <a:pt x="912" y="182"/>
                  </a:lnTo>
                  <a:lnTo>
                    <a:pt x="912" y="182"/>
                  </a:lnTo>
                  <a:lnTo>
                    <a:pt x="912" y="183"/>
                  </a:lnTo>
                  <a:lnTo>
                    <a:pt x="913" y="183"/>
                  </a:lnTo>
                  <a:lnTo>
                    <a:pt x="913" y="183"/>
                  </a:lnTo>
                  <a:lnTo>
                    <a:pt x="914" y="183"/>
                  </a:lnTo>
                  <a:lnTo>
                    <a:pt x="914" y="183"/>
                  </a:lnTo>
                  <a:lnTo>
                    <a:pt x="915" y="183"/>
                  </a:lnTo>
                  <a:lnTo>
                    <a:pt x="915" y="184"/>
                  </a:lnTo>
                  <a:lnTo>
                    <a:pt x="915" y="184"/>
                  </a:lnTo>
                  <a:lnTo>
                    <a:pt x="916" y="183"/>
                  </a:lnTo>
                  <a:lnTo>
                    <a:pt x="916" y="183"/>
                  </a:lnTo>
                  <a:lnTo>
                    <a:pt x="916" y="183"/>
                  </a:lnTo>
                  <a:lnTo>
                    <a:pt x="916" y="183"/>
                  </a:lnTo>
                  <a:lnTo>
                    <a:pt x="917" y="183"/>
                  </a:lnTo>
                  <a:lnTo>
                    <a:pt x="917" y="183"/>
                  </a:lnTo>
                  <a:lnTo>
                    <a:pt x="917" y="183"/>
                  </a:lnTo>
                  <a:lnTo>
                    <a:pt x="917" y="182"/>
                  </a:lnTo>
                  <a:lnTo>
                    <a:pt x="917" y="182"/>
                  </a:lnTo>
                  <a:lnTo>
                    <a:pt x="917" y="181"/>
                  </a:lnTo>
                  <a:lnTo>
                    <a:pt x="917" y="181"/>
                  </a:lnTo>
                  <a:lnTo>
                    <a:pt x="916" y="181"/>
                  </a:lnTo>
                  <a:lnTo>
                    <a:pt x="916" y="180"/>
                  </a:lnTo>
                  <a:lnTo>
                    <a:pt x="916" y="180"/>
                  </a:lnTo>
                  <a:lnTo>
                    <a:pt x="916" y="179"/>
                  </a:lnTo>
                  <a:lnTo>
                    <a:pt x="916" y="179"/>
                  </a:lnTo>
                  <a:lnTo>
                    <a:pt x="916" y="179"/>
                  </a:lnTo>
                  <a:lnTo>
                    <a:pt x="915" y="178"/>
                  </a:lnTo>
                  <a:lnTo>
                    <a:pt x="915" y="178"/>
                  </a:lnTo>
                  <a:lnTo>
                    <a:pt x="915" y="178"/>
                  </a:lnTo>
                  <a:lnTo>
                    <a:pt x="915" y="178"/>
                  </a:lnTo>
                  <a:lnTo>
                    <a:pt x="915" y="178"/>
                  </a:lnTo>
                  <a:lnTo>
                    <a:pt x="916" y="177"/>
                  </a:lnTo>
                  <a:lnTo>
                    <a:pt x="916" y="177"/>
                  </a:lnTo>
                  <a:lnTo>
                    <a:pt x="916" y="177"/>
                  </a:lnTo>
                  <a:lnTo>
                    <a:pt x="916" y="177"/>
                  </a:lnTo>
                  <a:lnTo>
                    <a:pt x="917" y="177"/>
                  </a:lnTo>
                  <a:lnTo>
                    <a:pt x="917" y="177"/>
                  </a:lnTo>
                  <a:lnTo>
                    <a:pt x="918" y="177"/>
                  </a:lnTo>
                  <a:lnTo>
                    <a:pt x="918" y="177"/>
                  </a:lnTo>
                  <a:lnTo>
                    <a:pt x="919" y="177"/>
                  </a:lnTo>
                  <a:lnTo>
                    <a:pt x="919" y="177"/>
                  </a:lnTo>
                  <a:lnTo>
                    <a:pt x="920" y="177"/>
                  </a:lnTo>
                  <a:lnTo>
                    <a:pt x="920" y="177"/>
                  </a:lnTo>
                  <a:lnTo>
                    <a:pt x="921" y="177"/>
                  </a:lnTo>
                  <a:lnTo>
                    <a:pt x="921" y="177"/>
                  </a:lnTo>
                  <a:lnTo>
                    <a:pt x="921" y="177"/>
                  </a:lnTo>
                  <a:lnTo>
                    <a:pt x="922" y="177"/>
                  </a:lnTo>
                  <a:lnTo>
                    <a:pt x="922" y="178"/>
                  </a:lnTo>
                  <a:lnTo>
                    <a:pt x="922" y="178"/>
                  </a:lnTo>
                  <a:lnTo>
                    <a:pt x="923" y="178"/>
                  </a:lnTo>
                  <a:lnTo>
                    <a:pt x="923" y="178"/>
                  </a:lnTo>
                  <a:lnTo>
                    <a:pt x="923" y="179"/>
                  </a:lnTo>
                  <a:lnTo>
                    <a:pt x="923" y="180"/>
                  </a:lnTo>
                  <a:lnTo>
                    <a:pt x="923" y="181"/>
                  </a:lnTo>
                  <a:lnTo>
                    <a:pt x="923" y="182"/>
                  </a:lnTo>
                  <a:lnTo>
                    <a:pt x="923" y="183"/>
                  </a:lnTo>
                  <a:lnTo>
                    <a:pt x="922" y="184"/>
                  </a:lnTo>
                  <a:lnTo>
                    <a:pt x="922" y="186"/>
                  </a:lnTo>
                  <a:lnTo>
                    <a:pt x="921" y="187"/>
                  </a:lnTo>
                  <a:lnTo>
                    <a:pt x="921" y="188"/>
                  </a:lnTo>
                  <a:lnTo>
                    <a:pt x="921" y="189"/>
                  </a:lnTo>
                  <a:lnTo>
                    <a:pt x="920" y="190"/>
                  </a:lnTo>
                  <a:lnTo>
                    <a:pt x="920" y="191"/>
                  </a:lnTo>
                  <a:lnTo>
                    <a:pt x="919" y="191"/>
                  </a:lnTo>
                  <a:lnTo>
                    <a:pt x="919" y="192"/>
                  </a:lnTo>
                  <a:lnTo>
                    <a:pt x="918" y="192"/>
                  </a:lnTo>
                  <a:lnTo>
                    <a:pt x="918" y="192"/>
                  </a:lnTo>
                  <a:lnTo>
                    <a:pt x="918" y="192"/>
                  </a:lnTo>
                  <a:lnTo>
                    <a:pt x="917" y="192"/>
                  </a:lnTo>
                  <a:lnTo>
                    <a:pt x="917" y="192"/>
                  </a:lnTo>
                  <a:lnTo>
                    <a:pt x="916" y="192"/>
                  </a:lnTo>
                  <a:lnTo>
                    <a:pt x="915" y="191"/>
                  </a:lnTo>
                  <a:lnTo>
                    <a:pt x="914" y="191"/>
                  </a:lnTo>
                  <a:lnTo>
                    <a:pt x="914" y="191"/>
                  </a:lnTo>
                  <a:lnTo>
                    <a:pt x="913" y="191"/>
                  </a:lnTo>
                  <a:lnTo>
                    <a:pt x="912" y="190"/>
                  </a:lnTo>
                  <a:lnTo>
                    <a:pt x="911" y="190"/>
                  </a:lnTo>
                  <a:lnTo>
                    <a:pt x="910" y="189"/>
                  </a:lnTo>
                  <a:lnTo>
                    <a:pt x="909" y="189"/>
                  </a:lnTo>
                  <a:lnTo>
                    <a:pt x="909" y="189"/>
                  </a:lnTo>
                  <a:lnTo>
                    <a:pt x="907" y="189"/>
                  </a:lnTo>
                  <a:lnTo>
                    <a:pt x="906" y="188"/>
                  </a:lnTo>
                  <a:lnTo>
                    <a:pt x="906" y="188"/>
                  </a:lnTo>
                  <a:lnTo>
                    <a:pt x="905" y="188"/>
                  </a:lnTo>
                  <a:lnTo>
                    <a:pt x="905" y="188"/>
                  </a:lnTo>
                  <a:lnTo>
                    <a:pt x="904" y="187"/>
                  </a:lnTo>
                  <a:lnTo>
                    <a:pt x="904" y="187"/>
                  </a:lnTo>
                  <a:lnTo>
                    <a:pt x="904" y="187"/>
                  </a:lnTo>
                  <a:lnTo>
                    <a:pt x="903" y="187"/>
                  </a:lnTo>
                  <a:lnTo>
                    <a:pt x="903" y="187"/>
                  </a:lnTo>
                  <a:lnTo>
                    <a:pt x="903" y="187"/>
                  </a:lnTo>
                  <a:lnTo>
                    <a:pt x="902" y="186"/>
                  </a:lnTo>
                  <a:lnTo>
                    <a:pt x="902" y="186"/>
                  </a:lnTo>
                  <a:lnTo>
                    <a:pt x="901" y="186"/>
                  </a:lnTo>
                  <a:lnTo>
                    <a:pt x="901" y="186"/>
                  </a:lnTo>
                  <a:lnTo>
                    <a:pt x="901" y="186"/>
                  </a:lnTo>
                  <a:lnTo>
                    <a:pt x="900" y="187"/>
                  </a:lnTo>
                  <a:lnTo>
                    <a:pt x="900" y="187"/>
                  </a:lnTo>
                  <a:lnTo>
                    <a:pt x="899" y="187"/>
                  </a:lnTo>
                  <a:lnTo>
                    <a:pt x="899" y="187"/>
                  </a:lnTo>
                  <a:lnTo>
                    <a:pt x="898" y="188"/>
                  </a:lnTo>
                  <a:lnTo>
                    <a:pt x="898" y="188"/>
                  </a:lnTo>
                  <a:lnTo>
                    <a:pt x="897" y="188"/>
                  </a:lnTo>
                  <a:lnTo>
                    <a:pt x="897" y="188"/>
                  </a:lnTo>
                  <a:lnTo>
                    <a:pt x="896" y="188"/>
                  </a:lnTo>
                  <a:lnTo>
                    <a:pt x="896" y="189"/>
                  </a:lnTo>
                  <a:lnTo>
                    <a:pt x="895" y="189"/>
                  </a:lnTo>
                  <a:lnTo>
                    <a:pt x="895" y="189"/>
                  </a:lnTo>
                  <a:lnTo>
                    <a:pt x="894" y="189"/>
                  </a:lnTo>
                  <a:lnTo>
                    <a:pt x="894" y="189"/>
                  </a:lnTo>
                  <a:lnTo>
                    <a:pt x="893" y="189"/>
                  </a:lnTo>
                  <a:lnTo>
                    <a:pt x="893" y="189"/>
                  </a:lnTo>
                  <a:lnTo>
                    <a:pt x="892" y="189"/>
                  </a:lnTo>
                  <a:lnTo>
                    <a:pt x="892" y="189"/>
                  </a:lnTo>
                  <a:lnTo>
                    <a:pt x="891" y="189"/>
                  </a:lnTo>
                  <a:lnTo>
                    <a:pt x="889" y="189"/>
                  </a:lnTo>
                  <a:lnTo>
                    <a:pt x="889" y="189"/>
                  </a:lnTo>
                  <a:lnTo>
                    <a:pt x="888" y="189"/>
                  </a:lnTo>
                  <a:lnTo>
                    <a:pt x="888" y="189"/>
                  </a:lnTo>
                  <a:lnTo>
                    <a:pt x="887" y="189"/>
                  </a:lnTo>
                  <a:lnTo>
                    <a:pt x="887" y="188"/>
                  </a:lnTo>
                  <a:lnTo>
                    <a:pt x="886" y="188"/>
                  </a:lnTo>
                  <a:lnTo>
                    <a:pt x="886" y="188"/>
                  </a:lnTo>
                  <a:lnTo>
                    <a:pt x="885" y="188"/>
                  </a:lnTo>
                  <a:lnTo>
                    <a:pt x="885" y="187"/>
                  </a:lnTo>
                  <a:lnTo>
                    <a:pt x="884" y="187"/>
                  </a:lnTo>
                  <a:lnTo>
                    <a:pt x="884" y="187"/>
                  </a:lnTo>
                  <a:lnTo>
                    <a:pt x="884" y="186"/>
                  </a:lnTo>
                  <a:lnTo>
                    <a:pt x="883" y="186"/>
                  </a:lnTo>
                  <a:lnTo>
                    <a:pt x="883" y="185"/>
                  </a:lnTo>
                  <a:lnTo>
                    <a:pt x="883" y="185"/>
                  </a:lnTo>
                  <a:lnTo>
                    <a:pt x="883" y="184"/>
                  </a:lnTo>
                  <a:lnTo>
                    <a:pt x="882" y="183"/>
                  </a:lnTo>
                  <a:lnTo>
                    <a:pt x="882" y="183"/>
                  </a:lnTo>
                  <a:lnTo>
                    <a:pt x="882" y="182"/>
                  </a:lnTo>
                  <a:lnTo>
                    <a:pt x="882" y="182"/>
                  </a:lnTo>
                  <a:lnTo>
                    <a:pt x="882" y="181"/>
                  </a:lnTo>
                  <a:lnTo>
                    <a:pt x="882" y="181"/>
                  </a:lnTo>
                  <a:lnTo>
                    <a:pt x="882" y="180"/>
                  </a:lnTo>
                  <a:lnTo>
                    <a:pt x="882" y="180"/>
                  </a:lnTo>
                  <a:lnTo>
                    <a:pt x="882" y="179"/>
                  </a:lnTo>
                  <a:lnTo>
                    <a:pt x="883" y="179"/>
                  </a:lnTo>
                  <a:lnTo>
                    <a:pt x="883" y="179"/>
                  </a:lnTo>
                  <a:lnTo>
                    <a:pt x="884" y="179"/>
                  </a:lnTo>
                  <a:lnTo>
                    <a:pt x="884" y="179"/>
                  </a:lnTo>
                  <a:lnTo>
                    <a:pt x="885" y="179"/>
                  </a:lnTo>
                  <a:lnTo>
                    <a:pt x="885" y="179"/>
                  </a:lnTo>
                  <a:lnTo>
                    <a:pt x="886" y="179"/>
                  </a:lnTo>
                  <a:lnTo>
                    <a:pt x="887" y="179"/>
                  </a:lnTo>
                  <a:lnTo>
                    <a:pt x="887" y="179"/>
                  </a:lnTo>
                  <a:lnTo>
                    <a:pt x="888" y="179"/>
                  </a:lnTo>
                  <a:lnTo>
                    <a:pt x="888" y="179"/>
                  </a:lnTo>
                  <a:lnTo>
                    <a:pt x="889" y="180"/>
                  </a:lnTo>
                  <a:lnTo>
                    <a:pt x="891" y="180"/>
                  </a:lnTo>
                  <a:lnTo>
                    <a:pt x="891" y="180"/>
                  </a:lnTo>
                  <a:lnTo>
                    <a:pt x="892" y="180"/>
                  </a:lnTo>
                  <a:lnTo>
                    <a:pt x="892" y="180"/>
                  </a:lnTo>
                  <a:lnTo>
                    <a:pt x="893" y="180"/>
                  </a:lnTo>
                  <a:lnTo>
                    <a:pt x="893" y="180"/>
                  </a:lnTo>
                  <a:lnTo>
                    <a:pt x="894" y="180"/>
                  </a:lnTo>
                  <a:lnTo>
                    <a:pt x="894" y="179"/>
                  </a:lnTo>
                  <a:lnTo>
                    <a:pt x="895" y="179"/>
                  </a:lnTo>
                  <a:lnTo>
                    <a:pt x="895" y="179"/>
                  </a:lnTo>
                  <a:lnTo>
                    <a:pt x="896" y="179"/>
                  </a:lnTo>
                  <a:lnTo>
                    <a:pt x="896" y="178"/>
                  </a:lnTo>
                  <a:lnTo>
                    <a:pt x="896" y="178"/>
                  </a:lnTo>
                  <a:lnTo>
                    <a:pt x="896" y="178"/>
                  </a:lnTo>
                  <a:lnTo>
                    <a:pt x="896" y="177"/>
                  </a:lnTo>
                  <a:lnTo>
                    <a:pt x="896" y="177"/>
                  </a:lnTo>
                  <a:lnTo>
                    <a:pt x="896" y="177"/>
                  </a:lnTo>
                  <a:lnTo>
                    <a:pt x="896" y="175"/>
                  </a:lnTo>
                  <a:lnTo>
                    <a:pt x="896" y="175"/>
                  </a:lnTo>
                  <a:lnTo>
                    <a:pt x="896" y="175"/>
                  </a:lnTo>
                  <a:lnTo>
                    <a:pt x="896" y="174"/>
                  </a:lnTo>
                  <a:lnTo>
                    <a:pt x="896" y="174"/>
                  </a:lnTo>
                  <a:lnTo>
                    <a:pt x="896" y="174"/>
                  </a:lnTo>
                  <a:lnTo>
                    <a:pt x="895" y="173"/>
                  </a:lnTo>
                  <a:lnTo>
                    <a:pt x="895" y="173"/>
                  </a:lnTo>
                  <a:lnTo>
                    <a:pt x="895" y="173"/>
                  </a:lnTo>
                  <a:lnTo>
                    <a:pt x="894" y="173"/>
                  </a:lnTo>
                  <a:lnTo>
                    <a:pt x="894" y="173"/>
                  </a:lnTo>
                  <a:lnTo>
                    <a:pt x="893" y="172"/>
                  </a:lnTo>
                  <a:lnTo>
                    <a:pt x="892" y="172"/>
                  </a:lnTo>
                  <a:lnTo>
                    <a:pt x="891" y="172"/>
                  </a:lnTo>
                  <a:lnTo>
                    <a:pt x="889" y="172"/>
                  </a:lnTo>
                  <a:lnTo>
                    <a:pt x="888" y="172"/>
                  </a:lnTo>
                  <a:lnTo>
                    <a:pt x="886" y="172"/>
                  </a:lnTo>
                  <a:lnTo>
                    <a:pt x="885" y="172"/>
                  </a:lnTo>
                  <a:lnTo>
                    <a:pt x="884" y="172"/>
                  </a:lnTo>
                  <a:lnTo>
                    <a:pt x="883" y="172"/>
                  </a:lnTo>
                  <a:lnTo>
                    <a:pt x="882" y="172"/>
                  </a:lnTo>
                  <a:lnTo>
                    <a:pt x="881" y="172"/>
                  </a:lnTo>
                  <a:lnTo>
                    <a:pt x="880" y="173"/>
                  </a:lnTo>
                  <a:lnTo>
                    <a:pt x="879" y="173"/>
                  </a:lnTo>
                  <a:lnTo>
                    <a:pt x="878" y="173"/>
                  </a:lnTo>
                  <a:lnTo>
                    <a:pt x="877" y="173"/>
                  </a:lnTo>
                  <a:lnTo>
                    <a:pt x="877" y="173"/>
                  </a:lnTo>
                  <a:lnTo>
                    <a:pt x="876" y="173"/>
                  </a:lnTo>
                  <a:lnTo>
                    <a:pt x="876" y="173"/>
                  </a:lnTo>
                  <a:lnTo>
                    <a:pt x="875" y="173"/>
                  </a:lnTo>
                  <a:lnTo>
                    <a:pt x="875" y="173"/>
                  </a:lnTo>
                  <a:lnTo>
                    <a:pt x="874" y="174"/>
                  </a:lnTo>
                  <a:lnTo>
                    <a:pt x="874" y="174"/>
                  </a:lnTo>
                  <a:lnTo>
                    <a:pt x="873" y="174"/>
                  </a:lnTo>
                  <a:lnTo>
                    <a:pt x="873" y="174"/>
                  </a:lnTo>
                  <a:lnTo>
                    <a:pt x="871" y="174"/>
                  </a:lnTo>
                  <a:lnTo>
                    <a:pt x="871" y="174"/>
                  </a:lnTo>
                  <a:lnTo>
                    <a:pt x="870" y="174"/>
                  </a:lnTo>
                  <a:lnTo>
                    <a:pt x="869" y="175"/>
                  </a:lnTo>
                  <a:lnTo>
                    <a:pt x="869" y="175"/>
                  </a:lnTo>
                  <a:lnTo>
                    <a:pt x="868" y="175"/>
                  </a:lnTo>
                  <a:lnTo>
                    <a:pt x="867" y="175"/>
                  </a:lnTo>
                  <a:lnTo>
                    <a:pt x="867" y="175"/>
                  </a:lnTo>
                  <a:lnTo>
                    <a:pt x="866" y="175"/>
                  </a:lnTo>
                  <a:lnTo>
                    <a:pt x="866" y="175"/>
                  </a:lnTo>
                  <a:lnTo>
                    <a:pt x="865" y="175"/>
                  </a:lnTo>
                  <a:lnTo>
                    <a:pt x="865" y="175"/>
                  </a:lnTo>
                  <a:lnTo>
                    <a:pt x="865" y="175"/>
                  </a:lnTo>
                  <a:lnTo>
                    <a:pt x="865" y="174"/>
                  </a:lnTo>
                  <a:lnTo>
                    <a:pt x="865" y="174"/>
                  </a:lnTo>
                  <a:lnTo>
                    <a:pt x="865" y="174"/>
                  </a:lnTo>
                  <a:lnTo>
                    <a:pt x="865" y="173"/>
                  </a:lnTo>
                  <a:lnTo>
                    <a:pt x="865" y="173"/>
                  </a:lnTo>
                  <a:lnTo>
                    <a:pt x="865" y="172"/>
                  </a:lnTo>
                  <a:lnTo>
                    <a:pt x="865" y="172"/>
                  </a:lnTo>
                  <a:lnTo>
                    <a:pt x="865" y="172"/>
                  </a:lnTo>
                  <a:lnTo>
                    <a:pt x="866" y="172"/>
                  </a:lnTo>
                  <a:lnTo>
                    <a:pt x="866" y="171"/>
                  </a:lnTo>
                  <a:lnTo>
                    <a:pt x="866" y="171"/>
                  </a:lnTo>
                  <a:lnTo>
                    <a:pt x="867" y="170"/>
                  </a:lnTo>
                  <a:lnTo>
                    <a:pt x="867" y="170"/>
                  </a:lnTo>
                  <a:lnTo>
                    <a:pt x="868" y="169"/>
                  </a:lnTo>
                  <a:lnTo>
                    <a:pt x="868" y="169"/>
                  </a:lnTo>
                  <a:lnTo>
                    <a:pt x="869" y="168"/>
                  </a:lnTo>
                  <a:lnTo>
                    <a:pt x="870" y="168"/>
                  </a:lnTo>
                  <a:lnTo>
                    <a:pt x="870" y="167"/>
                  </a:lnTo>
                  <a:lnTo>
                    <a:pt x="871" y="167"/>
                  </a:lnTo>
                  <a:lnTo>
                    <a:pt x="871" y="166"/>
                  </a:lnTo>
                  <a:lnTo>
                    <a:pt x="873" y="166"/>
                  </a:lnTo>
                  <a:lnTo>
                    <a:pt x="873" y="165"/>
                  </a:lnTo>
                  <a:lnTo>
                    <a:pt x="874" y="165"/>
                  </a:lnTo>
                  <a:lnTo>
                    <a:pt x="874" y="164"/>
                  </a:lnTo>
                  <a:lnTo>
                    <a:pt x="875" y="164"/>
                  </a:lnTo>
                  <a:lnTo>
                    <a:pt x="875" y="164"/>
                  </a:lnTo>
                  <a:lnTo>
                    <a:pt x="875" y="164"/>
                  </a:lnTo>
                  <a:lnTo>
                    <a:pt x="876" y="164"/>
                  </a:lnTo>
                  <a:lnTo>
                    <a:pt x="876" y="163"/>
                  </a:lnTo>
                  <a:lnTo>
                    <a:pt x="877" y="163"/>
                  </a:lnTo>
                  <a:lnTo>
                    <a:pt x="877" y="163"/>
                  </a:lnTo>
                  <a:lnTo>
                    <a:pt x="877" y="162"/>
                  </a:lnTo>
                  <a:lnTo>
                    <a:pt x="878" y="162"/>
                  </a:lnTo>
                  <a:lnTo>
                    <a:pt x="878" y="162"/>
                  </a:lnTo>
                  <a:lnTo>
                    <a:pt x="878" y="161"/>
                  </a:lnTo>
                  <a:lnTo>
                    <a:pt x="879" y="161"/>
                  </a:lnTo>
                  <a:lnTo>
                    <a:pt x="879" y="161"/>
                  </a:lnTo>
                  <a:lnTo>
                    <a:pt x="879" y="160"/>
                  </a:lnTo>
                  <a:lnTo>
                    <a:pt x="879" y="160"/>
                  </a:lnTo>
                  <a:lnTo>
                    <a:pt x="879" y="159"/>
                  </a:lnTo>
                  <a:lnTo>
                    <a:pt x="879" y="159"/>
                  </a:lnTo>
                  <a:lnTo>
                    <a:pt x="879" y="159"/>
                  </a:lnTo>
                  <a:lnTo>
                    <a:pt x="879" y="157"/>
                  </a:lnTo>
                  <a:lnTo>
                    <a:pt x="879" y="157"/>
                  </a:lnTo>
                  <a:lnTo>
                    <a:pt x="879" y="156"/>
                  </a:lnTo>
                  <a:lnTo>
                    <a:pt x="879" y="156"/>
                  </a:lnTo>
                  <a:lnTo>
                    <a:pt x="879" y="156"/>
                  </a:lnTo>
                  <a:lnTo>
                    <a:pt x="879" y="156"/>
                  </a:lnTo>
                  <a:lnTo>
                    <a:pt x="878" y="156"/>
                  </a:lnTo>
                  <a:lnTo>
                    <a:pt x="878" y="155"/>
                  </a:lnTo>
                  <a:lnTo>
                    <a:pt x="878" y="155"/>
                  </a:lnTo>
                  <a:lnTo>
                    <a:pt x="878" y="155"/>
                  </a:lnTo>
                  <a:lnTo>
                    <a:pt x="878" y="155"/>
                  </a:lnTo>
                  <a:lnTo>
                    <a:pt x="877" y="155"/>
                  </a:lnTo>
                  <a:lnTo>
                    <a:pt x="877" y="155"/>
                  </a:lnTo>
                  <a:lnTo>
                    <a:pt x="877" y="156"/>
                  </a:lnTo>
                  <a:lnTo>
                    <a:pt x="877" y="156"/>
                  </a:lnTo>
                  <a:lnTo>
                    <a:pt x="876" y="156"/>
                  </a:lnTo>
                  <a:lnTo>
                    <a:pt x="876" y="156"/>
                  </a:lnTo>
                  <a:lnTo>
                    <a:pt x="876" y="157"/>
                  </a:lnTo>
                  <a:lnTo>
                    <a:pt x="875" y="157"/>
                  </a:lnTo>
                  <a:lnTo>
                    <a:pt x="875" y="157"/>
                  </a:lnTo>
                  <a:lnTo>
                    <a:pt x="875" y="159"/>
                  </a:lnTo>
                  <a:lnTo>
                    <a:pt x="875" y="159"/>
                  </a:lnTo>
                  <a:lnTo>
                    <a:pt x="874" y="160"/>
                  </a:lnTo>
                  <a:lnTo>
                    <a:pt x="874" y="160"/>
                  </a:lnTo>
                  <a:lnTo>
                    <a:pt x="874" y="161"/>
                  </a:lnTo>
                  <a:lnTo>
                    <a:pt x="874" y="161"/>
                  </a:lnTo>
                  <a:lnTo>
                    <a:pt x="873" y="161"/>
                  </a:lnTo>
                  <a:lnTo>
                    <a:pt x="873" y="162"/>
                  </a:lnTo>
                  <a:lnTo>
                    <a:pt x="873" y="162"/>
                  </a:lnTo>
                  <a:lnTo>
                    <a:pt x="873" y="162"/>
                  </a:lnTo>
                  <a:lnTo>
                    <a:pt x="871" y="163"/>
                  </a:lnTo>
                  <a:lnTo>
                    <a:pt x="871" y="163"/>
                  </a:lnTo>
                  <a:lnTo>
                    <a:pt x="871" y="163"/>
                  </a:lnTo>
                  <a:lnTo>
                    <a:pt x="870" y="163"/>
                  </a:lnTo>
                  <a:lnTo>
                    <a:pt x="870" y="164"/>
                  </a:lnTo>
                  <a:lnTo>
                    <a:pt x="869" y="164"/>
                  </a:lnTo>
                  <a:lnTo>
                    <a:pt x="868" y="164"/>
                  </a:lnTo>
                  <a:lnTo>
                    <a:pt x="868" y="164"/>
                  </a:lnTo>
                  <a:lnTo>
                    <a:pt x="867" y="165"/>
                  </a:lnTo>
                  <a:lnTo>
                    <a:pt x="866" y="165"/>
                  </a:lnTo>
                  <a:lnTo>
                    <a:pt x="865" y="165"/>
                  </a:lnTo>
                  <a:lnTo>
                    <a:pt x="865" y="165"/>
                  </a:lnTo>
                  <a:lnTo>
                    <a:pt x="864" y="166"/>
                  </a:lnTo>
                  <a:lnTo>
                    <a:pt x="863" y="166"/>
                  </a:lnTo>
                  <a:lnTo>
                    <a:pt x="862" y="166"/>
                  </a:lnTo>
                  <a:lnTo>
                    <a:pt x="862" y="166"/>
                  </a:lnTo>
                  <a:lnTo>
                    <a:pt x="861" y="167"/>
                  </a:lnTo>
                  <a:lnTo>
                    <a:pt x="861" y="167"/>
                  </a:lnTo>
                  <a:lnTo>
                    <a:pt x="860" y="167"/>
                  </a:lnTo>
                  <a:lnTo>
                    <a:pt x="860" y="168"/>
                  </a:lnTo>
                  <a:lnTo>
                    <a:pt x="859" y="168"/>
                  </a:lnTo>
                  <a:lnTo>
                    <a:pt x="859" y="168"/>
                  </a:lnTo>
                  <a:lnTo>
                    <a:pt x="858" y="169"/>
                  </a:lnTo>
                  <a:lnTo>
                    <a:pt x="858" y="169"/>
                  </a:lnTo>
                  <a:lnTo>
                    <a:pt x="858" y="169"/>
                  </a:lnTo>
                  <a:lnTo>
                    <a:pt x="857" y="170"/>
                  </a:lnTo>
                  <a:lnTo>
                    <a:pt x="857" y="170"/>
                  </a:lnTo>
                  <a:lnTo>
                    <a:pt x="857" y="171"/>
                  </a:lnTo>
                  <a:lnTo>
                    <a:pt x="857" y="171"/>
                  </a:lnTo>
                  <a:lnTo>
                    <a:pt x="857" y="171"/>
                  </a:lnTo>
                  <a:lnTo>
                    <a:pt x="857" y="172"/>
                  </a:lnTo>
                  <a:lnTo>
                    <a:pt x="857" y="172"/>
                  </a:lnTo>
                  <a:lnTo>
                    <a:pt x="857" y="173"/>
                  </a:lnTo>
                  <a:lnTo>
                    <a:pt x="858" y="173"/>
                  </a:lnTo>
                  <a:lnTo>
                    <a:pt x="858" y="173"/>
                  </a:lnTo>
                  <a:lnTo>
                    <a:pt x="858" y="174"/>
                  </a:lnTo>
                  <a:lnTo>
                    <a:pt x="858" y="174"/>
                  </a:lnTo>
                  <a:lnTo>
                    <a:pt x="859" y="174"/>
                  </a:lnTo>
                  <a:lnTo>
                    <a:pt x="859" y="174"/>
                  </a:lnTo>
                  <a:lnTo>
                    <a:pt x="859" y="175"/>
                  </a:lnTo>
                  <a:lnTo>
                    <a:pt x="859" y="175"/>
                  </a:lnTo>
                  <a:lnTo>
                    <a:pt x="859" y="175"/>
                  </a:lnTo>
                  <a:lnTo>
                    <a:pt x="859" y="175"/>
                  </a:lnTo>
                  <a:lnTo>
                    <a:pt x="859" y="175"/>
                  </a:lnTo>
                  <a:lnTo>
                    <a:pt x="859" y="175"/>
                  </a:lnTo>
                  <a:lnTo>
                    <a:pt x="859" y="177"/>
                  </a:lnTo>
                  <a:lnTo>
                    <a:pt x="859" y="177"/>
                  </a:lnTo>
                  <a:lnTo>
                    <a:pt x="859" y="177"/>
                  </a:lnTo>
                  <a:lnTo>
                    <a:pt x="859" y="177"/>
                  </a:lnTo>
                  <a:lnTo>
                    <a:pt x="859" y="177"/>
                  </a:lnTo>
                  <a:lnTo>
                    <a:pt x="858" y="177"/>
                  </a:lnTo>
                  <a:lnTo>
                    <a:pt x="858" y="177"/>
                  </a:lnTo>
                  <a:lnTo>
                    <a:pt x="858" y="177"/>
                  </a:lnTo>
                  <a:lnTo>
                    <a:pt x="857" y="177"/>
                  </a:lnTo>
                  <a:lnTo>
                    <a:pt x="857" y="177"/>
                  </a:lnTo>
                  <a:lnTo>
                    <a:pt x="857" y="177"/>
                  </a:lnTo>
                  <a:lnTo>
                    <a:pt x="856" y="175"/>
                  </a:lnTo>
                  <a:lnTo>
                    <a:pt x="856" y="175"/>
                  </a:lnTo>
                  <a:lnTo>
                    <a:pt x="856" y="175"/>
                  </a:lnTo>
                  <a:lnTo>
                    <a:pt x="855" y="175"/>
                  </a:lnTo>
                  <a:lnTo>
                    <a:pt x="855" y="174"/>
                  </a:lnTo>
                  <a:lnTo>
                    <a:pt x="855" y="174"/>
                  </a:lnTo>
                  <a:lnTo>
                    <a:pt x="853" y="174"/>
                  </a:lnTo>
                  <a:lnTo>
                    <a:pt x="853" y="173"/>
                  </a:lnTo>
                  <a:lnTo>
                    <a:pt x="853" y="173"/>
                  </a:lnTo>
                  <a:lnTo>
                    <a:pt x="853" y="173"/>
                  </a:lnTo>
                  <a:lnTo>
                    <a:pt x="853" y="173"/>
                  </a:lnTo>
                  <a:lnTo>
                    <a:pt x="853" y="172"/>
                  </a:lnTo>
                  <a:lnTo>
                    <a:pt x="853" y="172"/>
                  </a:lnTo>
                  <a:lnTo>
                    <a:pt x="853" y="172"/>
                  </a:lnTo>
                  <a:lnTo>
                    <a:pt x="853" y="172"/>
                  </a:lnTo>
                  <a:lnTo>
                    <a:pt x="853" y="171"/>
                  </a:lnTo>
                  <a:lnTo>
                    <a:pt x="852" y="171"/>
                  </a:lnTo>
                  <a:lnTo>
                    <a:pt x="852" y="171"/>
                  </a:lnTo>
                  <a:lnTo>
                    <a:pt x="852" y="171"/>
                  </a:lnTo>
                  <a:lnTo>
                    <a:pt x="852" y="171"/>
                  </a:lnTo>
                  <a:lnTo>
                    <a:pt x="851" y="171"/>
                  </a:lnTo>
                  <a:lnTo>
                    <a:pt x="851" y="171"/>
                  </a:lnTo>
                  <a:lnTo>
                    <a:pt x="850" y="171"/>
                  </a:lnTo>
                  <a:lnTo>
                    <a:pt x="850" y="171"/>
                  </a:lnTo>
                  <a:lnTo>
                    <a:pt x="849" y="172"/>
                  </a:lnTo>
                  <a:lnTo>
                    <a:pt x="848" y="172"/>
                  </a:lnTo>
                  <a:lnTo>
                    <a:pt x="847" y="172"/>
                  </a:lnTo>
                  <a:lnTo>
                    <a:pt x="847" y="173"/>
                  </a:lnTo>
                  <a:lnTo>
                    <a:pt x="846" y="173"/>
                  </a:lnTo>
                  <a:lnTo>
                    <a:pt x="845" y="173"/>
                  </a:lnTo>
                  <a:lnTo>
                    <a:pt x="844" y="174"/>
                  </a:lnTo>
                  <a:lnTo>
                    <a:pt x="843" y="174"/>
                  </a:lnTo>
                  <a:lnTo>
                    <a:pt x="843" y="174"/>
                  </a:lnTo>
                  <a:lnTo>
                    <a:pt x="842" y="174"/>
                  </a:lnTo>
                  <a:lnTo>
                    <a:pt x="841" y="175"/>
                  </a:lnTo>
                  <a:lnTo>
                    <a:pt x="841" y="175"/>
                  </a:lnTo>
                  <a:lnTo>
                    <a:pt x="840" y="175"/>
                  </a:lnTo>
                  <a:lnTo>
                    <a:pt x="840" y="175"/>
                  </a:lnTo>
                  <a:lnTo>
                    <a:pt x="839" y="175"/>
                  </a:lnTo>
                  <a:lnTo>
                    <a:pt x="839" y="174"/>
                  </a:lnTo>
                  <a:lnTo>
                    <a:pt x="838" y="174"/>
                  </a:lnTo>
                  <a:lnTo>
                    <a:pt x="838" y="174"/>
                  </a:lnTo>
                  <a:lnTo>
                    <a:pt x="838" y="174"/>
                  </a:lnTo>
                  <a:lnTo>
                    <a:pt x="837" y="173"/>
                  </a:lnTo>
                  <a:lnTo>
                    <a:pt x="837" y="173"/>
                  </a:lnTo>
                  <a:lnTo>
                    <a:pt x="837" y="173"/>
                  </a:lnTo>
                  <a:lnTo>
                    <a:pt x="837" y="172"/>
                  </a:lnTo>
                  <a:lnTo>
                    <a:pt x="835" y="172"/>
                  </a:lnTo>
                  <a:lnTo>
                    <a:pt x="835" y="172"/>
                  </a:lnTo>
                  <a:lnTo>
                    <a:pt x="835" y="172"/>
                  </a:lnTo>
                  <a:lnTo>
                    <a:pt x="834" y="171"/>
                  </a:lnTo>
                  <a:lnTo>
                    <a:pt x="834" y="171"/>
                  </a:lnTo>
                  <a:lnTo>
                    <a:pt x="834" y="171"/>
                  </a:lnTo>
                  <a:lnTo>
                    <a:pt x="834" y="171"/>
                  </a:lnTo>
                  <a:lnTo>
                    <a:pt x="833" y="171"/>
                  </a:lnTo>
                  <a:lnTo>
                    <a:pt x="833" y="171"/>
                  </a:lnTo>
                  <a:lnTo>
                    <a:pt x="833" y="172"/>
                  </a:lnTo>
                  <a:lnTo>
                    <a:pt x="833" y="172"/>
                  </a:lnTo>
                  <a:lnTo>
                    <a:pt x="833" y="172"/>
                  </a:lnTo>
                  <a:lnTo>
                    <a:pt x="833" y="173"/>
                  </a:lnTo>
                  <a:lnTo>
                    <a:pt x="833" y="173"/>
                  </a:lnTo>
                  <a:lnTo>
                    <a:pt x="833" y="174"/>
                  </a:lnTo>
                  <a:lnTo>
                    <a:pt x="833" y="174"/>
                  </a:lnTo>
                  <a:lnTo>
                    <a:pt x="833" y="175"/>
                  </a:lnTo>
                  <a:lnTo>
                    <a:pt x="834" y="175"/>
                  </a:lnTo>
                  <a:lnTo>
                    <a:pt x="834" y="177"/>
                  </a:lnTo>
                  <a:lnTo>
                    <a:pt x="834" y="178"/>
                  </a:lnTo>
                  <a:lnTo>
                    <a:pt x="834" y="178"/>
                  </a:lnTo>
                  <a:lnTo>
                    <a:pt x="835" y="179"/>
                  </a:lnTo>
                  <a:lnTo>
                    <a:pt x="835" y="180"/>
                  </a:lnTo>
                  <a:lnTo>
                    <a:pt x="835" y="180"/>
                  </a:lnTo>
                  <a:lnTo>
                    <a:pt x="835" y="181"/>
                  </a:lnTo>
                  <a:lnTo>
                    <a:pt x="835" y="181"/>
                  </a:lnTo>
                  <a:lnTo>
                    <a:pt x="835" y="182"/>
                  </a:lnTo>
                  <a:lnTo>
                    <a:pt x="835" y="183"/>
                  </a:lnTo>
                  <a:lnTo>
                    <a:pt x="835" y="183"/>
                  </a:lnTo>
                  <a:lnTo>
                    <a:pt x="835" y="184"/>
                  </a:lnTo>
                  <a:lnTo>
                    <a:pt x="835" y="184"/>
                  </a:lnTo>
                  <a:lnTo>
                    <a:pt x="835" y="185"/>
                  </a:lnTo>
                  <a:lnTo>
                    <a:pt x="835" y="185"/>
                  </a:lnTo>
                  <a:lnTo>
                    <a:pt x="835" y="186"/>
                  </a:lnTo>
                  <a:lnTo>
                    <a:pt x="835" y="186"/>
                  </a:lnTo>
                  <a:lnTo>
                    <a:pt x="834" y="187"/>
                  </a:lnTo>
                  <a:lnTo>
                    <a:pt x="834" y="187"/>
                  </a:lnTo>
                  <a:lnTo>
                    <a:pt x="834" y="188"/>
                  </a:lnTo>
                  <a:lnTo>
                    <a:pt x="834" y="188"/>
                  </a:lnTo>
                  <a:lnTo>
                    <a:pt x="833" y="189"/>
                  </a:lnTo>
                  <a:lnTo>
                    <a:pt x="833" y="189"/>
                  </a:lnTo>
                  <a:lnTo>
                    <a:pt x="833" y="190"/>
                  </a:lnTo>
                  <a:lnTo>
                    <a:pt x="832" y="190"/>
                  </a:lnTo>
                  <a:lnTo>
                    <a:pt x="832" y="190"/>
                  </a:lnTo>
                  <a:lnTo>
                    <a:pt x="831" y="191"/>
                  </a:lnTo>
                  <a:lnTo>
                    <a:pt x="831" y="191"/>
                  </a:lnTo>
                  <a:lnTo>
                    <a:pt x="830" y="191"/>
                  </a:lnTo>
                  <a:lnTo>
                    <a:pt x="830" y="191"/>
                  </a:lnTo>
                  <a:lnTo>
                    <a:pt x="829" y="192"/>
                  </a:lnTo>
                  <a:lnTo>
                    <a:pt x="829" y="192"/>
                  </a:lnTo>
                  <a:lnTo>
                    <a:pt x="828" y="192"/>
                  </a:lnTo>
                  <a:lnTo>
                    <a:pt x="828" y="192"/>
                  </a:lnTo>
                  <a:lnTo>
                    <a:pt x="827" y="192"/>
                  </a:lnTo>
                  <a:lnTo>
                    <a:pt x="827" y="192"/>
                  </a:lnTo>
                  <a:lnTo>
                    <a:pt x="827" y="192"/>
                  </a:lnTo>
                  <a:lnTo>
                    <a:pt x="826" y="192"/>
                  </a:lnTo>
                  <a:lnTo>
                    <a:pt x="826" y="192"/>
                  </a:lnTo>
                  <a:lnTo>
                    <a:pt x="826" y="192"/>
                  </a:lnTo>
                  <a:lnTo>
                    <a:pt x="826" y="192"/>
                  </a:lnTo>
                  <a:lnTo>
                    <a:pt x="826" y="192"/>
                  </a:lnTo>
                  <a:lnTo>
                    <a:pt x="826" y="191"/>
                  </a:lnTo>
                  <a:lnTo>
                    <a:pt x="825" y="191"/>
                  </a:lnTo>
                  <a:lnTo>
                    <a:pt x="825" y="191"/>
                  </a:lnTo>
                  <a:lnTo>
                    <a:pt x="825" y="190"/>
                  </a:lnTo>
                  <a:lnTo>
                    <a:pt x="825" y="190"/>
                  </a:lnTo>
                  <a:lnTo>
                    <a:pt x="825" y="189"/>
                  </a:lnTo>
                  <a:lnTo>
                    <a:pt x="824" y="189"/>
                  </a:lnTo>
                  <a:lnTo>
                    <a:pt x="824" y="189"/>
                  </a:lnTo>
                  <a:lnTo>
                    <a:pt x="824" y="188"/>
                  </a:lnTo>
                  <a:lnTo>
                    <a:pt x="824" y="188"/>
                  </a:lnTo>
                  <a:lnTo>
                    <a:pt x="824" y="187"/>
                  </a:lnTo>
                  <a:lnTo>
                    <a:pt x="824" y="187"/>
                  </a:lnTo>
                  <a:lnTo>
                    <a:pt x="824" y="187"/>
                  </a:lnTo>
                  <a:lnTo>
                    <a:pt x="823" y="187"/>
                  </a:lnTo>
                  <a:lnTo>
                    <a:pt x="823" y="186"/>
                  </a:lnTo>
                  <a:lnTo>
                    <a:pt x="823" y="186"/>
                  </a:lnTo>
                  <a:lnTo>
                    <a:pt x="823" y="186"/>
                  </a:lnTo>
                  <a:lnTo>
                    <a:pt x="823" y="186"/>
                  </a:lnTo>
                  <a:lnTo>
                    <a:pt x="823" y="185"/>
                  </a:lnTo>
                  <a:lnTo>
                    <a:pt x="823" y="185"/>
                  </a:lnTo>
                  <a:lnTo>
                    <a:pt x="823" y="184"/>
                  </a:lnTo>
                  <a:lnTo>
                    <a:pt x="823" y="184"/>
                  </a:lnTo>
                  <a:lnTo>
                    <a:pt x="822" y="183"/>
                  </a:lnTo>
                  <a:lnTo>
                    <a:pt x="822" y="183"/>
                  </a:lnTo>
                  <a:lnTo>
                    <a:pt x="822" y="182"/>
                  </a:lnTo>
                  <a:lnTo>
                    <a:pt x="822" y="182"/>
                  </a:lnTo>
                  <a:lnTo>
                    <a:pt x="822" y="182"/>
                  </a:lnTo>
                  <a:lnTo>
                    <a:pt x="822" y="181"/>
                  </a:lnTo>
                  <a:lnTo>
                    <a:pt x="822" y="181"/>
                  </a:lnTo>
                  <a:lnTo>
                    <a:pt x="822" y="181"/>
                  </a:lnTo>
                  <a:lnTo>
                    <a:pt x="821" y="180"/>
                  </a:lnTo>
                  <a:lnTo>
                    <a:pt x="821" y="180"/>
                  </a:lnTo>
                  <a:lnTo>
                    <a:pt x="821" y="180"/>
                  </a:lnTo>
                  <a:lnTo>
                    <a:pt x="820" y="180"/>
                  </a:lnTo>
                  <a:lnTo>
                    <a:pt x="819" y="180"/>
                  </a:lnTo>
                  <a:lnTo>
                    <a:pt x="819" y="180"/>
                  </a:lnTo>
                  <a:lnTo>
                    <a:pt x="817" y="180"/>
                  </a:lnTo>
                  <a:lnTo>
                    <a:pt x="816" y="180"/>
                  </a:lnTo>
                  <a:lnTo>
                    <a:pt x="815" y="180"/>
                  </a:lnTo>
                  <a:lnTo>
                    <a:pt x="814" y="180"/>
                  </a:lnTo>
                  <a:lnTo>
                    <a:pt x="813" y="180"/>
                  </a:lnTo>
                  <a:lnTo>
                    <a:pt x="813" y="181"/>
                  </a:lnTo>
                  <a:lnTo>
                    <a:pt x="812" y="181"/>
                  </a:lnTo>
                  <a:lnTo>
                    <a:pt x="811" y="181"/>
                  </a:lnTo>
                  <a:lnTo>
                    <a:pt x="810" y="182"/>
                  </a:lnTo>
                  <a:lnTo>
                    <a:pt x="809" y="182"/>
                  </a:lnTo>
                  <a:lnTo>
                    <a:pt x="809" y="183"/>
                  </a:lnTo>
                  <a:lnTo>
                    <a:pt x="809" y="183"/>
                  </a:lnTo>
                  <a:lnTo>
                    <a:pt x="809" y="184"/>
                  </a:lnTo>
                  <a:lnTo>
                    <a:pt x="809" y="184"/>
                  </a:lnTo>
                  <a:lnTo>
                    <a:pt x="809" y="185"/>
                  </a:lnTo>
                  <a:lnTo>
                    <a:pt x="810" y="185"/>
                  </a:lnTo>
                  <a:lnTo>
                    <a:pt x="810" y="186"/>
                  </a:lnTo>
                  <a:lnTo>
                    <a:pt x="810" y="186"/>
                  </a:lnTo>
                  <a:lnTo>
                    <a:pt x="810" y="187"/>
                  </a:lnTo>
                  <a:lnTo>
                    <a:pt x="811" y="187"/>
                  </a:lnTo>
                  <a:lnTo>
                    <a:pt x="811" y="188"/>
                  </a:lnTo>
                  <a:lnTo>
                    <a:pt x="811" y="188"/>
                  </a:lnTo>
                  <a:lnTo>
                    <a:pt x="811" y="188"/>
                  </a:lnTo>
                  <a:lnTo>
                    <a:pt x="812" y="188"/>
                  </a:lnTo>
                  <a:lnTo>
                    <a:pt x="812" y="189"/>
                  </a:lnTo>
                  <a:lnTo>
                    <a:pt x="813" y="189"/>
                  </a:lnTo>
                  <a:lnTo>
                    <a:pt x="813" y="189"/>
                  </a:lnTo>
                  <a:lnTo>
                    <a:pt x="813" y="188"/>
                  </a:lnTo>
                  <a:lnTo>
                    <a:pt x="814" y="188"/>
                  </a:lnTo>
                  <a:lnTo>
                    <a:pt x="814" y="188"/>
                  </a:lnTo>
                  <a:lnTo>
                    <a:pt x="814" y="188"/>
                  </a:lnTo>
                  <a:lnTo>
                    <a:pt x="814" y="188"/>
                  </a:lnTo>
                  <a:lnTo>
                    <a:pt x="815" y="188"/>
                  </a:lnTo>
                  <a:lnTo>
                    <a:pt x="815" y="188"/>
                  </a:lnTo>
                  <a:lnTo>
                    <a:pt x="815" y="188"/>
                  </a:lnTo>
                  <a:lnTo>
                    <a:pt x="815" y="187"/>
                  </a:lnTo>
                  <a:lnTo>
                    <a:pt x="815" y="187"/>
                  </a:lnTo>
                  <a:lnTo>
                    <a:pt x="816" y="187"/>
                  </a:lnTo>
                  <a:lnTo>
                    <a:pt x="816" y="188"/>
                  </a:lnTo>
                  <a:lnTo>
                    <a:pt x="816" y="188"/>
                  </a:lnTo>
                  <a:lnTo>
                    <a:pt x="817" y="188"/>
                  </a:lnTo>
                  <a:lnTo>
                    <a:pt x="817" y="188"/>
                  </a:lnTo>
                  <a:lnTo>
                    <a:pt x="819" y="189"/>
                  </a:lnTo>
                  <a:lnTo>
                    <a:pt x="819" y="189"/>
                  </a:lnTo>
                  <a:lnTo>
                    <a:pt x="820" y="189"/>
                  </a:lnTo>
                  <a:lnTo>
                    <a:pt x="820" y="190"/>
                  </a:lnTo>
                  <a:lnTo>
                    <a:pt x="821" y="190"/>
                  </a:lnTo>
                  <a:lnTo>
                    <a:pt x="822" y="191"/>
                  </a:lnTo>
                  <a:lnTo>
                    <a:pt x="822" y="191"/>
                  </a:lnTo>
                  <a:lnTo>
                    <a:pt x="823" y="192"/>
                  </a:lnTo>
                  <a:lnTo>
                    <a:pt x="823" y="192"/>
                  </a:lnTo>
                  <a:lnTo>
                    <a:pt x="824" y="193"/>
                  </a:lnTo>
                  <a:lnTo>
                    <a:pt x="824" y="193"/>
                  </a:lnTo>
                  <a:lnTo>
                    <a:pt x="825" y="195"/>
                  </a:lnTo>
                  <a:lnTo>
                    <a:pt x="825" y="195"/>
                  </a:lnTo>
                  <a:lnTo>
                    <a:pt x="825" y="195"/>
                  </a:lnTo>
                  <a:lnTo>
                    <a:pt x="825" y="196"/>
                  </a:lnTo>
                  <a:lnTo>
                    <a:pt x="825" y="196"/>
                  </a:lnTo>
                  <a:lnTo>
                    <a:pt x="824" y="196"/>
                  </a:lnTo>
                  <a:lnTo>
                    <a:pt x="824" y="197"/>
                  </a:lnTo>
                  <a:lnTo>
                    <a:pt x="823" y="197"/>
                  </a:lnTo>
                  <a:lnTo>
                    <a:pt x="823" y="198"/>
                  </a:lnTo>
                  <a:lnTo>
                    <a:pt x="822" y="199"/>
                  </a:lnTo>
                  <a:lnTo>
                    <a:pt x="821" y="199"/>
                  </a:lnTo>
                  <a:lnTo>
                    <a:pt x="821" y="200"/>
                  </a:lnTo>
                  <a:lnTo>
                    <a:pt x="820" y="201"/>
                  </a:lnTo>
                  <a:lnTo>
                    <a:pt x="819" y="202"/>
                  </a:lnTo>
                  <a:lnTo>
                    <a:pt x="819" y="203"/>
                  </a:lnTo>
                  <a:lnTo>
                    <a:pt x="817" y="203"/>
                  </a:lnTo>
                  <a:lnTo>
                    <a:pt x="817" y="204"/>
                  </a:lnTo>
                  <a:lnTo>
                    <a:pt x="816" y="205"/>
                  </a:lnTo>
                  <a:lnTo>
                    <a:pt x="816" y="206"/>
                  </a:lnTo>
                  <a:lnTo>
                    <a:pt x="816" y="207"/>
                  </a:lnTo>
                  <a:lnTo>
                    <a:pt x="816" y="208"/>
                  </a:lnTo>
                  <a:lnTo>
                    <a:pt x="816" y="208"/>
                  </a:lnTo>
                  <a:lnTo>
                    <a:pt x="817" y="209"/>
                  </a:lnTo>
                  <a:lnTo>
                    <a:pt x="817" y="209"/>
                  </a:lnTo>
                  <a:lnTo>
                    <a:pt x="817" y="210"/>
                  </a:lnTo>
                  <a:lnTo>
                    <a:pt x="817" y="211"/>
                  </a:lnTo>
                  <a:lnTo>
                    <a:pt x="817" y="211"/>
                  </a:lnTo>
                  <a:lnTo>
                    <a:pt x="819" y="213"/>
                  </a:lnTo>
                  <a:lnTo>
                    <a:pt x="819" y="213"/>
                  </a:lnTo>
                  <a:lnTo>
                    <a:pt x="819" y="214"/>
                  </a:lnTo>
                  <a:lnTo>
                    <a:pt x="819" y="214"/>
                  </a:lnTo>
                  <a:lnTo>
                    <a:pt x="819" y="215"/>
                  </a:lnTo>
                  <a:lnTo>
                    <a:pt x="819" y="215"/>
                  </a:lnTo>
                  <a:lnTo>
                    <a:pt x="819" y="215"/>
                  </a:lnTo>
                  <a:lnTo>
                    <a:pt x="819" y="216"/>
                  </a:lnTo>
                  <a:lnTo>
                    <a:pt x="819" y="216"/>
                  </a:lnTo>
                  <a:lnTo>
                    <a:pt x="817" y="217"/>
                  </a:lnTo>
                  <a:lnTo>
                    <a:pt x="817" y="217"/>
                  </a:lnTo>
                  <a:lnTo>
                    <a:pt x="817" y="217"/>
                  </a:lnTo>
                  <a:lnTo>
                    <a:pt x="816" y="217"/>
                  </a:lnTo>
                  <a:lnTo>
                    <a:pt x="816" y="218"/>
                  </a:lnTo>
                  <a:lnTo>
                    <a:pt x="815" y="218"/>
                  </a:lnTo>
                  <a:lnTo>
                    <a:pt x="815" y="218"/>
                  </a:lnTo>
                  <a:lnTo>
                    <a:pt x="815" y="218"/>
                  </a:lnTo>
                  <a:lnTo>
                    <a:pt x="814" y="218"/>
                  </a:lnTo>
                  <a:lnTo>
                    <a:pt x="814" y="218"/>
                  </a:lnTo>
                  <a:lnTo>
                    <a:pt x="814" y="218"/>
                  </a:lnTo>
                  <a:lnTo>
                    <a:pt x="814" y="218"/>
                  </a:lnTo>
                  <a:lnTo>
                    <a:pt x="814" y="218"/>
                  </a:lnTo>
                  <a:lnTo>
                    <a:pt x="813" y="217"/>
                  </a:lnTo>
                  <a:lnTo>
                    <a:pt x="813" y="217"/>
                  </a:lnTo>
                  <a:lnTo>
                    <a:pt x="813" y="217"/>
                  </a:lnTo>
                  <a:lnTo>
                    <a:pt x="813" y="217"/>
                  </a:lnTo>
                  <a:lnTo>
                    <a:pt x="813" y="216"/>
                  </a:lnTo>
                  <a:lnTo>
                    <a:pt x="814" y="216"/>
                  </a:lnTo>
                  <a:lnTo>
                    <a:pt x="814" y="215"/>
                  </a:lnTo>
                  <a:lnTo>
                    <a:pt x="813" y="215"/>
                  </a:lnTo>
                  <a:lnTo>
                    <a:pt x="813" y="215"/>
                  </a:lnTo>
                  <a:lnTo>
                    <a:pt x="813" y="214"/>
                  </a:lnTo>
                  <a:lnTo>
                    <a:pt x="813" y="214"/>
                  </a:lnTo>
                  <a:lnTo>
                    <a:pt x="813" y="213"/>
                  </a:lnTo>
                  <a:lnTo>
                    <a:pt x="813" y="213"/>
                  </a:lnTo>
                  <a:lnTo>
                    <a:pt x="813" y="213"/>
                  </a:lnTo>
                  <a:lnTo>
                    <a:pt x="812" y="211"/>
                  </a:lnTo>
                  <a:lnTo>
                    <a:pt x="812" y="211"/>
                  </a:lnTo>
                  <a:lnTo>
                    <a:pt x="812" y="211"/>
                  </a:lnTo>
                  <a:lnTo>
                    <a:pt x="812" y="210"/>
                  </a:lnTo>
                  <a:lnTo>
                    <a:pt x="812" y="210"/>
                  </a:lnTo>
                  <a:lnTo>
                    <a:pt x="811" y="210"/>
                  </a:lnTo>
                  <a:lnTo>
                    <a:pt x="811" y="209"/>
                  </a:lnTo>
                  <a:lnTo>
                    <a:pt x="811" y="209"/>
                  </a:lnTo>
                  <a:lnTo>
                    <a:pt x="811" y="209"/>
                  </a:lnTo>
                  <a:lnTo>
                    <a:pt x="810" y="209"/>
                  </a:lnTo>
                  <a:lnTo>
                    <a:pt x="810" y="208"/>
                  </a:lnTo>
                  <a:lnTo>
                    <a:pt x="810" y="208"/>
                  </a:lnTo>
                  <a:lnTo>
                    <a:pt x="810" y="208"/>
                  </a:lnTo>
                  <a:lnTo>
                    <a:pt x="809" y="208"/>
                  </a:lnTo>
                  <a:lnTo>
                    <a:pt x="809" y="208"/>
                  </a:lnTo>
                  <a:lnTo>
                    <a:pt x="809" y="208"/>
                  </a:lnTo>
                  <a:lnTo>
                    <a:pt x="808" y="208"/>
                  </a:lnTo>
                  <a:lnTo>
                    <a:pt x="808" y="208"/>
                  </a:lnTo>
                  <a:lnTo>
                    <a:pt x="808" y="208"/>
                  </a:lnTo>
                  <a:lnTo>
                    <a:pt x="807" y="208"/>
                  </a:lnTo>
                  <a:lnTo>
                    <a:pt x="807" y="208"/>
                  </a:lnTo>
                  <a:lnTo>
                    <a:pt x="806" y="208"/>
                  </a:lnTo>
                  <a:lnTo>
                    <a:pt x="806" y="209"/>
                  </a:lnTo>
                  <a:lnTo>
                    <a:pt x="805" y="209"/>
                  </a:lnTo>
                  <a:lnTo>
                    <a:pt x="804" y="209"/>
                  </a:lnTo>
                  <a:lnTo>
                    <a:pt x="804" y="209"/>
                  </a:lnTo>
                  <a:lnTo>
                    <a:pt x="803" y="210"/>
                  </a:lnTo>
                  <a:lnTo>
                    <a:pt x="802" y="210"/>
                  </a:lnTo>
                  <a:lnTo>
                    <a:pt x="801" y="210"/>
                  </a:lnTo>
                  <a:lnTo>
                    <a:pt x="801" y="210"/>
                  </a:lnTo>
                  <a:lnTo>
                    <a:pt x="799" y="211"/>
                  </a:lnTo>
                  <a:lnTo>
                    <a:pt x="798" y="211"/>
                  </a:lnTo>
                  <a:lnTo>
                    <a:pt x="797" y="211"/>
                  </a:lnTo>
                  <a:lnTo>
                    <a:pt x="797" y="211"/>
                  </a:lnTo>
                  <a:lnTo>
                    <a:pt x="796" y="211"/>
                  </a:lnTo>
                  <a:lnTo>
                    <a:pt x="795" y="211"/>
                  </a:lnTo>
                  <a:lnTo>
                    <a:pt x="795" y="211"/>
                  </a:lnTo>
                  <a:lnTo>
                    <a:pt x="794" y="211"/>
                  </a:lnTo>
                  <a:lnTo>
                    <a:pt x="794" y="211"/>
                  </a:lnTo>
                  <a:lnTo>
                    <a:pt x="793" y="211"/>
                  </a:lnTo>
                  <a:lnTo>
                    <a:pt x="793" y="211"/>
                  </a:lnTo>
                  <a:lnTo>
                    <a:pt x="793" y="211"/>
                  </a:lnTo>
                  <a:lnTo>
                    <a:pt x="793" y="211"/>
                  </a:lnTo>
                  <a:lnTo>
                    <a:pt x="792" y="211"/>
                  </a:lnTo>
                  <a:lnTo>
                    <a:pt x="792" y="211"/>
                  </a:lnTo>
                  <a:lnTo>
                    <a:pt x="792" y="211"/>
                  </a:lnTo>
                  <a:lnTo>
                    <a:pt x="792" y="211"/>
                  </a:lnTo>
                  <a:lnTo>
                    <a:pt x="792" y="211"/>
                  </a:lnTo>
                  <a:lnTo>
                    <a:pt x="792" y="211"/>
                  </a:lnTo>
                  <a:lnTo>
                    <a:pt x="791" y="211"/>
                  </a:lnTo>
                  <a:lnTo>
                    <a:pt x="791" y="210"/>
                  </a:lnTo>
                  <a:lnTo>
                    <a:pt x="791" y="210"/>
                  </a:lnTo>
                  <a:lnTo>
                    <a:pt x="791" y="210"/>
                  </a:lnTo>
                  <a:lnTo>
                    <a:pt x="791" y="209"/>
                  </a:lnTo>
                  <a:lnTo>
                    <a:pt x="791" y="209"/>
                  </a:lnTo>
                  <a:lnTo>
                    <a:pt x="791" y="208"/>
                  </a:lnTo>
                  <a:lnTo>
                    <a:pt x="791" y="208"/>
                  </a:lnTo>
                  <a:lnTo>
                    <a:pt x="791" y="208"/>
                  </a:lnTo>
                  <a:lnTo>
                    <a:pt x="791" y="207"/>
                  </a:lnTo>
                  <a:lnTo>
                    <a:pt x="791" y="207"/>
                  </a:lnTo>
                  <a:lnTo>
                    <a:pt x="791" y="206"/>
                  </a:lnTo>
                  <a:lnTo>
                    <a:pt x="791" y="206"/>
                  </a:lnTo>
                  <a:lnTo>
                    <a:pt x="791" y="206"/>
                  </a:lnTo>
                  <a:lnTo>
                    <a:pt x="790" y="205"/>
                  </a:lnTo>
                  <a:lnTo>
                    <a:pt x="790" y="205"/>
                  </a:lnTo>
                  <a:lnTo>
                    <a:pt x="790" y="205"/>
                  </a:lnTo>
                  <a:lnTo>
                    <a:pt x="790" y="204"/>
                  </a:lnTo>
                  <a:lnTo>
                    <a:pt x="790" y="204"/>
                  </a:lnTo>
                  <a:lnTo>
                    <a:pt x="790" y="204"/>
                  </a:lnTo>
                  <a:lnTo>
                    <a:pt x="789" y="203"/>
                  </a:lnTo>
                  <a:lnTo>
                    <a:pt x="789" y="203"/>
                  </a:lnTo>
                  <a:lnTo>
                    <a:pt x="789" y="202"/>
                  </a:lnTo>
                  <a:lnTo>
                    <a:pt x="789" y="202"/>
                  </a:lnTo>
                  <a:lnTo>
                    <a:pt x="789" y="201"/>
                  </a:lnTo>
                  <a:lnTo>
                    <a:pt x="789" y="201"/>
                  </a:lnTo>
                  <a:lnTo>
                    <a:pt x="788" y="200"/>
                  </a:lnTo>
                  <a:lnTo>
                    <a:pt x="788" y="199"/>
                  </a:lnTo>
                  <a:lnTo>
                    <a:pt x="788" y="198"/>
                  </a:lnTo>
                  <a:lnTo>
                    <a:pt x="788" y="198"/>
                  </a:lnTo>
                  <a:lnTo>
                    <a:pt x="788" y="197"/>
                  </a:lnTo>
                  <a:lnTo>
                    <a:pt x="788" y="196"/>
                  </a:lnTo>
                  <a:lnTo>
                    <a:pt x="788" y="196"/>
                  </a:lnTo>
                  <a:lnTo>
                    <a:pt x="788" y="195"/>
                  </a:lnTo>
                  <a:lnTo>
                    <a:pt x="788" y="193"/>
                  </a:lnTo>
                  <a:lnTo>
                    <a:pt x="788" y="192"/>
                  </a:lnTo>
                  <a:lnTo>
                    <a:pt x="789" y="192"/>
                  </a:lnTo>
                  <a:lnTo>
                    <a:pt x="789" y="191"/>
                  </a:lnTo>
                  <a:lnTo>
                    <a:pt x="789" y="190"/>
                  </a:lnTo>
                  <a:lnTo>
                    <a:pt x="789" y="190"/>
                  </a:lnTo>
                  <a:lnTo>
                    <a:pt x="789" y="189"/>
                  </a:lnTo>
                  <a:lnTo>
                    <a:pt x="790" y="188"/>
                  </a:lnTo>
                  <a:lnTo>
                    <a:pt x="790" y="188"/>
                  </a:lnTo>
                  <a:lnTo>
                    <a:pt x="790" y="187"/>
                  </a:lnTo>
                  <a:lnTo>
                    <a:pt x="790" y="186"/>
                  </a:lnTo>
                  <a:lnTo>
                    <a:pt x="791" y="186"/>
                  </a:lnTo>
                  <a:lnTo>
                    <a:pt x="791" y="185"/>
                  </a:lnTo>
                  <a:lnTo>
                    <a:pt x="791" y="184"/>
                  </a:lnTo>
                  <a:lnTo>
                    <a:pt x="792" y="184"/>
                  </a:lnTo>
                  <a:lnTo>
                    <a:pt x="792" y="183"/>
                  </a:lnTo>
                  <a:lnTo>
                    <a:pt x="793" y="183"/>
                  </a:lnTo>
                  <a:lnTo>
                    <a:pt x="793" y="183"/>
                  </a:lnTo>
                  <a:lnTo>
                    <a:pt x="794" y="182"/>
                  </a:lnTo>
                  <a:lnTo>
                    <a:pt x="794" y="182"/>
                  </a:lnTo>
                  <a:lnTo>
                    <a:pt x="795" y="182"/>
                  </a:lnTo>
                  <a:lnTo>
                    <a:pt x="795" y="182"/>
                  </a:lnTo>
                  <a:lnTo>
                    <a:pt x="796" y="182"/>
                  </a:lnTo>
                  <a:lnTo>
                    <a:pt x="797" y="182"/>
                  </a:lnTo>
                  <a:lnTo>
                    <a:pt x="797" y="181"/>
                  </a:lnTo>
                  <a:lnTo>
                    <a:pt x="798" y="181"/>
                  </a:lnTo>
                  <a:lnTo>
                    <a:pt x="798" y="181"/>
                  </a:lnTo>
                  <a:lnTo>
                    <a:pt x="799" y="181"/>
                  </a:lnTo>
                  <a:lnTo>
                    <a:pt x="799" y="181"/>
                  </a:lnTo>
                  <a:lnTo>
                    <a:pt x="801" y="181"/>
                  </a:lnTo>
                  <a:lnTo>
                    <a:pt x="801" y="180"/>
                  </a:lnTo>
                  <a:lnTo>
                    <a:pt x="802" y="180"/>
                  </a:lnTo>
                  <a:lnTo>
                    <a:pt x="802" y="180"/>
                  </a:lnTo>
                  <a:lnTo>
                    <a:pt x="802" y="180"/>
                  </a:lnTo>
                  <a:lnTo>
                    <a:pt x="802" y="179"/>
                  </a:lnTo>
                  <a:lnTo>
                    <a:pt x="803" y="179"/>
                  </a:lnTo>
                  <a:lnTo>
                    <a:pt x="802" y="178"/>
                  </a:lnTo>
                  <a:lnTo>
                    <a:pt x="802" y="178"/>
                  </a:lnTo>
                  <a:lnTo>
                    <a:pt x="802" y="177"/>
                  </a:lnTo>
                  <a:lnTo>
                    <a:pt x="802" y="177"/>
                  </a:lnTo>
                  <a:lnTo>
                    <a:pt x="802" y="175"/>
                  </a:lnTo>
                  <a:lnTo>
                    <a:pt x="801" y="174"/>
                  </a:lnTo>
                  <a:lnTo>
                    <a:pt x="801" y="174"/>
                  </a:lnTo>
                  <a:lnTo>
                    <a:pt x="799" y="173"/>
                  </a:lnTo>
                  <a:lnTo>
                    <a:pt x="799" y="173"/>
                  </a:lnTo>
                  <a:lnTo>
                    <a:pt x="798" y="172"/>
                  </a:lnTo>
                  <a:lnTo>
                    <a:pt x="798" y="172"/>
                  </a:lnTo>
                  <a:lnTo>
                    <a:pt x="798" y="171"/>
                  </a:lnTo>
                  <a:lnTo>
                    <a:pt x="797" y="171"/>
                  </a:lnTo>
                  <a:lnTo>
                    <a:pt x="797" y="171"/>
                  </a:lnTo>
                  <a:lnTo>
                    <a:pt x="797" y="170"/>
                  </a:lnTo>
                  <a:lnTo>
                    <a:pt x="796" y="170"/>
                  </a:lnTo>
                  <a:lnTo>
                    <a:pt x="796" y="170"/>
                  </a:lnTo>
                  <a:lnTo>
                    <a:pt x="796" y="170"/>
                  </a:lnTo>
                  <a:lnTo>
                    <a:pt x="795" y="170"/>
                  </a:lnTo>
                  <a:lnTo>
                    <a:pt x="795" y="170"/>
                  </a:lnTo>
                  <a:lnTo>
                    <a:pt x="795" y="170"/>
                  </a:lnTo>
                  <a:lnTo>
                    <a:pt x="795" y="170"/>
                  </a:lnTo>
                  <a:lnTo>
                    <a:pt x="794" y="170"/>
                  </a:lnTo>
                  <a:lnTo>
                    <a:pt x="794" y="170"/>
                  </a:lnTo>
                  <a:lnTo>
                    <a:pt x="794" y="170"/>
                  </a:lnTo>
                  <a:lnTo>
                    <a:pt x="794" y="170"/>
                  </a:lnTo>
                  <a:lnTo>
                    <a:pt x="794" y="170"/>
                  </a:lnTo>
                  <a:lnTo>
                    <a:pt x="794" y="171"/>
                  </a:lnTo>
                  <a:lnTo>
                    <a:pt x="794" y="171"/>
                  </a:lnTo>
                  <a:lnTo>
                    <a:pt x="794" y="171"/>
                  </a:lnTo>
                  <a:lnTo>
                    <a:pt x="794" y="172"/>
                  </a:lnTo>
                  <a:lnTo>
                    <a:pt x="794" y="172"/>
                  </a:lnTo>
                  <a:lnTo>
                    <a:pt x="794" y="173"/>
                  </a:lnTo>
                  <a:lnTo>
                    <a:pt x="794" y="173"/>
                  </a:lnTo>
                  <a:lnTo>
                    <a:pt x="794" y="174"/>
                  </a:lnTo>
                  <a:lnTo>
                    <a:pt x="795" y="174"/>
                  </a:lnTo>
                  <a:lnTo>
                    <a:pt x="795" y="174"/>
                  </a:lnTo>
                  <a:lnTo>
                    <a:pt x="795" y="175"/>
                  </a:lnTo>
                  <a:lnTo>
                    <a:pt x="795" y="175"/>
                  </a:lnTo>
                  <a:lnTo>
                    <a:pt x="795" y="175"/>
                  </a:lnTo>
                  <a:lnTo>
                    <a:pt x="795" y="177"/>
                  </a:lnTo>
                  <a:lnTo>
                    <a:pt x="795" y="177"/>
                  </a:lnTo>
                  <a:lnTo>
                    <a:pt x="795" y="177"/>
                  </a:lnTo>
                  <a:lnTo>
                    <a:pt x="795" y="178"/>
                  </a:lnTo>
                  <a:lnTo>
                    <a:pt x="794" y="178"/>
                  </a:lnTo>
                  <a:lnTo>
                    <a:pt x="794" y="178"/>
                  </a:lnTo>
                  <a:lnTo>
                    <a:pt x="794" y="179"/>
                  </a:lnTo>
                  <a:lnTo>
                    <a:pt x="793" y="179"/>
                  </a:lnTo>
                  <a:lnTo>
                    <a:pt x="793" y="179"/>
                  </a:lnTo>
                  <a:lnTo>
                    <a:pt x="792" y="180"/>
                  </a:lnTo>
                  <a:lnTo>
                    <a:pt x="792" y="180"/>
                  </a:lnTo>
                  <a:lnTo>
                    <a:pt x="791" y="180"/>
                  </a:lnTo>
                  <a:lnTo>
                    <a:pt x="791" y="180"/>
                  </a:lnTo>
                  <a:lnTo>
                    <a:pt x="790" y="180"/>
                  </a:lnTo>
                  <a:lnTo>
                    <a:pt x="790" y="180"/>
                  </a:lnTo>
                  <a:lnTo>
                    <a:pt x="790" y="180"/>
                  </a:lnTo>
                  <a:lnTo>
                    <a:pt x="789" y="180"/>
                  </a:lnTo>
                  <a:lnTo>
                    <a:pt x="789" y="180"/>
                  </a:lnTo>
                  <a:lnTo>
                    <a:pt x="788" y="180"/>
                  </a:lnTo>
                  <a:lnTo>
                    <a:pt x="788" y="180"/>
                  </a:lnTo>
                  <a:lnTo>
                    <a:pt x="788" y="180"/>
                  </a:lnTo>
                  <a:lnTo>
                    <a:pt x="788" y="180"/>
                  </a:lnTo>
                  <a:lnTo>
                    <a:pt x="787" y="179"/>
                  </a:lnTo>
                  <a:lnTo>
                    <a:pt x="787" y="179"/>
                  </a:lnTo>
                  <a:lnTo>
                    <a:pt x="787" y="179"/>
                  </a:lnTo>
                  <a:lnTo>
                    <a:pt x="787" y="179"/>
                  </a:lnTo>
                  <a:lnTo>
                    <a:pt x="787" y="178"/>
                  </a:lnTo>
                  <a:lnTo>
                    <a:pt x="786" y="178"/>
                  </a:lnTo>
                  <a:lnTo>
                    <a:pt x="786" y="178"/>
                  </a:lnTo>
                  <a:lnTo>
                    <a:pt x="786" y="178"/>
                  </a:lnTo>
                  <a:lnTo>
                    <a:pt x="786" y="178"/>
                  </a:lnTo>
                  <a:lnTo>
                    <a:pt x="785" y="178"/>
                  </a:lnTo>
                  <a:lnTo>
                    <a:pt x="785" y="178"/>
                  </a:lnTo>
                  <a:lnTo>
                    <a:pt x="785" y="178"/>
                  </a:lnTo>
                  <a:lnTo>
                    <a:pt x="785" y="178"/>
                  </a:lnTo>
                  <a:lnTo>
                    <a:pt x="784" y="178"/>
                  </a:lnTo>
                  <a:lnTo>
                    <a:pt x="784" y="178"/>
                  </a:lnTo>
                  <a:lnTo>
                    <a:pt x="784" y="178"/>
                  </a:lnTo>
                  <a:lnTo>
                    <a:pt x="783" y="178"/>
                  </a:lnTo>
                  <a:lnTo>
                    <a:pt x="783" y="178"/>
                  </a:lnTo>
                  <a:lnTo>
                    <a:pt x="783" y="178"/>
                  </a:lnTo>
                  <a:lnTo>
                    <a:pt x="781" y="178"/>
                  </a:lnTo>
                  <a:lnTo>
                    <a:pt x="781" y="179"/>
                  </a:lnTo>
                  <a:lnTo>
                    <a:pt x="780" y="179"/>
                  </a:lnTo>
                  <a:lnTo>
                    <a:pt x="779" y="179"/>
                  </a:lnTo>
                  <a:lnTo>
                    <a:pt x="779" y="180"/>
                  </a:lnTo>
                  <a:lnTo>
                    <a:pt x="778" y="180"/>
                  </a:lnTo>
                  <a:lnTo>
                    <a:pt x="778" y="180"/>
                  </a:lnTo>
                  <a:lnTo>
                    <a:pt x="777" y="181"/>
                  </a:lnTo>
                  <a:lnTo>
                    <a:pt x="777" y="181"/>
                  </a:lnTo>
                  <a:lnTo>
                    <a:pt x="776" y="181"/>
                  </a:lnTo>
                  <a:lnTo>
                    <a:pt x="776" y="182"/>
                  </a:lnTo>
                  <a:lnTo>
                    <a:pt x="775" y="182"/>
                  </a:lnTo>
                  <a:lnTo>
                    <a:pt x="775" y="183"/>
                  </a:lnTo>
                  <a:lnTo>
                    <a:pt x="774" y="183"/>
                  </a:lnTo>
                  <a:lnTo>
                    <a:pt x="774" y="183"/>
                  </a:lnTo>
                  <a:lnTo>
                    <a:pt x="773" y="184"/>
                  </a:lnTo>
                  <a:lnTo>
                    <a:pt x="773" y="184"/>
                  </a:lnTo>
                  <a:lnTo>
                    <a:pt x="772" y="184"/>
                  </a:lnTo>
                  <a:lnTo>
                    <a:pt x="772" y="185"/>
                  </a:lnTo>
                  <a:lnTo>
                    <a:pt x="771" y="185"/>
                  </a:lnTo>
                  <a:lnTo>
                    <a:pt x="771" y="185"/>
                  </a:lnTo>
                  <a:lnTo>
                    <a:pt x="770" y="186"/>
                  </a:lnTo>
                  <a:lnTo>
                    <a:pt x="769" y="186"/>
                  </a:lnTo>
                  <a:lnTo>
                    <a:pt x="769" y="186"/>
                  </a:lnTo>
                  <a:lnTo>
                    <a:pt x="768" y="186"/>
                  </a:lnTo>
                  <a:lnTo>
                    <a:pt x="767" y="187"/>
                  </a:lnTo>
                  <a:lnTo>
                    <a:pt x="767" y="187"/>
                  </a:lnTo>
                  <a:lnTo>
                    <a:pt x="766" y="187"/>
                  </a:lnTo>
                  <a:lnTo>
                    <a:pt x="766" y="187"/>
                  </a:lnTo>
                  <a:lnTo>
                    <a:pt x="765" y="188"/>
                  </a:lnTo>
                  <a:lnTo>
                    <a:pt x="765" y="188"/>
                  </a:lnTo>
                  <a:lnTo>
                    <a:pt x="765" y="188"/>
                  </a:lnTo>
                  <a:lnTo>
                    <a:pt x="763" y="188"/>
                  </a:lnTo>
                  <a:lnTo>
                    <a:pt x="763" y="188"/>
                  </a:lnTo>
                  <a:lnTo>
                    <a:pt x="762" y="188"/>
                  </a:lnTo>
                  <a:lnTo>
                    <a:pt x="762" y="188"/>
                  </a:lnTo>
                  <a:lnTo>
                    <a:pt x="762" y="188"/>
                  </a:lnTo>
                  <a:lnTo>
                    <a:pt x="761" y="188"/>
                  </a:lnTo>
                  <a:lnTo>
                    <a:pt x="761" y="188"/>
                  </a:lnTo>
                  <a:lnTo>
                    <a:pt x="761" y="188"/>
                  </a:lnTo>
                  <a:lnTo>
                    <a:pt x="760" y="188"/>
                  </a:lnTo>
                  <a:lnTo>
                    <a:pt x="760" y="188"/>
                  </a:lnTo>
                  <a:lnTo>
                    <a:pt x="759" y="188"/>
                  </a:lnTo>
                  <a:lnTo>
                    <a:pt x="759" y="188"/>
                  </a:lnTo>
                  <a:lnTo>
                    <a:pt x="759" y="188"/>
                  </a:lnTo>
                  <a:lnTo>
                    <a:pt x="758" y="188"/>
                  </a:lnTo>
                  <a:lnTo>
                    <a:pt x="758" y="188"/>
                  </a:lnTo>
                  <a:lnTo>
                    <a:pt x="757" y="188"/>
                  </a:lnTo>
                  <a:lnTo>
                    <a:pt x="757" y="188"/>
                  </a:lnTo>
                  <a:lnTo>
                    <a:pt x="757" y="188"/>
                  </a:lnTo>
                  <a:lnTo>
                    <a:pt x="757" y="188"/>
                  </a:lnTo>
                  <a:lnTo>
                    <a:pt x="756" y="188"/>
                  </a:lnTo>
                  <a:lnTo>
                    <a:pt x="756" y="188"/>
                  </a:lnTo>
                  <a:lnTo>
                    <a:pt x="756" y="188"/>
                  </a:lnTo>
                  <a:lnTo>
                    <a:pt x="756" y="189"/>
                  </a:lnTo>
                  <a:lnTo>
                    <a:pt x="756" y="189"/>
                  </a:lnTo>
                  <a:lnTo>
                    <a:pt x="756" y="189"/>
                  </a:lnTo>
                  <a:lnTo>
                    <a:pt x="756" y="189"/>
                  </a:lnTo>
                  <a:lnTo>
                    <a:pt x="756" y="189"/>
                  </a:lnTo>
                  <a:lnTo>
                    <a:pt x="756" y="190"/>
                  </a:lnTo>
                  <a:lnTo>
                    <a:pt x="757" y="190"/>
                  </a:lnTo>
                  <a:lnTo>
                    <a:pt x="757" y="190"/>
                  </a:lnTo>
                  <a:lnTo>
                    <a:pt x="757" y="190"/>
                  </a:lnTo>
                  <a:lnTo>
                    <a:pt x="758" y="191"/>
                  </a:lnTo>
                  <a:lnTo>
                    <a:pt x="758" y="191"/>
                  </a:lnTo>
                  <a:lnTo>
                    <a:pt x="759" y="191"/>
                  </a:lnTo>
                  <a:lnTo>
                    <a:pt x="759" y="191"/>
                  </a:lnTo>
                  <a:lnTo>
                    <a:pt x="760" y="191"/>
                  </a:lnTo>
                  <a:lnTo>
                    <a:pt x="760" y="192"/>
                  </a:lnTo>
                  <a:lnTo>
                    <a:pt x="760" y="192"/>
                  </a:lnTo>
                  <a:lnTo>
                    <a:pt x="761" y="192"/>
                  </a:lnTo>
                  <a:lnTo>
                    <a:pt x="761" y="192"/>
                  </a:lnTo>
                  <a:lnTo>
                    <a:pt x="762" y="192"/>
                  </a:lnTo>
                  <a:lnTo>
                    <a:pt x="762" y="193"/>
                  </a:lnTo>
                  <a:lnTo>
                    <a:pt x="762" y="193"/>
                  </a:lnTo>
                  <a:lnTo>
                    <a:pt x="762" y="193"/>
                  </a:lnTo>
                  <a:lnTo>
                    <a:pt x="762" y="193"/>
                  </a:lnTo>
                  <a:lnTo>
                    <a:pt x="762" y="195"/>
                  </a:lnTo>
                  <a:lnTo>
                    <a:pt x="762" y="195"/>
                  </a:lnTo>
                  <a:lnTo>
                    <a:pt x="762" y="195"/>
                  </a:lnTo>
                  <a:lnTo>
                    <a:pt x="761" y="196"/>
                  </a:lnTo>
                  <a:lnTo>
                    <a:pt x="761" y="196"/>
                  </a:lnTo>
                  <a:lnTo>
                    <a:pt x="761" y="196"/>
                  </a:lnTo>
                  <a:lnTo>
                    <a:pt x="760" y="196"/>
                  </a:lnTo>
                  <a:lnTo>
                    <a:pt x="760" y="197"/>
                  </a:lnTo>
                  <a:lnTo>
                    <a:pt x="759" y="197"/>
                  </a:lnTo>
                  <a:lnTo>
                    <a:pt x="759" y="197"/>
                  </a:lnTo>
                  <a:lnTo>
                    <a:pt x="758" y="197"/>
                  </a:lnTo>
                  <a:lnTo>
                    <a:pt x="758" y="197"/>
                  </a:lnTo>
                  <a:lnTo>
                    <a:pt x="758" y="197"/>
                  </a:lnTo>
                  <a:lnTo>
                    <a:pt x="757" y="198"/>
                  </a:lnTo>
                  <a:lnTo>
                    <a:pt x="757" y="198"/>
                  </a:lnTo>
                  <a:lnTo>
                    <a:pt x="756" y="198"/>
                  </a:lnTo>
                  <a:lnTo>
                    <a:pt x="756" y="198"/>
                  </a:lnTo>
                  <a:lnTo>
                    <a:pt x="755" y="198"/>
                  </a:lnTo>
                  <a:lnTo>
                    <a:pt x="755" y="198"/>
                  </a:lnTo>
                  <a:lnTo>
                    <a:pt x="755" y="198"/>
                  </a:lnTo>
                  <a:lnTo>
                    <a:pt x="754" y="198"/>
                  </a:lnTo>
                  <a:lnTo>
                    <a:pt x="754" y="198"/>
                  </a:lnTo>
                  <a:lnTo>
                    <a:pt x="754" y="198"/>
                  </a:lnTo>
                  <a:lnTo>
                    <a:pt x="754" y="198"/>
                  </a:lnTo>
                  <a:lnTo>
                    <a:pt x="754" y="198"/>
                  </a:lnTo>
                  <a:lnTo>
                    <a:pt x="753" y="199"/>
                  </a:lnTo>
                  <a:lnTo>
                    <a:pt x="753" y="199"/>
                  </a:lnTo>
                  <a:lnTo>
                    <a:pt x="753" y="199"/>
                  </a:lnTo>
                  <a:lnTo>
                    <a:pt x="753" y="199"/>
                  </a:lnTo>
                  <a:lnTo>
                    <a:pt x="753" y="199"/>
                  </a:lnTo>
                  <a:lnTo>
                    <a:pt x="753" y="200"/>
                  </a:lnTo>
                  <a:lnTo>
                    <a:pt x="753" y="200"/>
                  </a:lnTo>
                  <a:lnTo>
                    <a:pt x="752" y="201"/>
                  </a:lnTo>
                  <a:lnTo>
                    <a:pt x="752" y="201"/>
                  </a:lnTo>
                  <a:lnTo>
                    <a:pt x="752" y="202"/>
                  </a:lnTo>
                  <a:lnTo>
                    <a:pt x="752" y="202"/>
                  </a:lnTo>
                  <a:lnTo>
                    <a:pt x="752" y="202"/>
                  </a:lnTo>
                  <a:lnTo>
                    <a:pt x="752" y="203"/>
                  </a:lnTo>
                  <a:lnTo>
                    <a:pt x="752" y="203"/>
                  </a:lnTo>
                  <a:lnTo>
                    <a:pt x="752" y="203"/>
                  </a:lnTo>
                  <a:lnTo>
                    <a:pt x="752" y="204"/>
                  </a:lnTo>
                  <a:lnTo>
                    <a:pt x="752" y="204"/>
                  </a:lnTo>
                  <a:lnTo>
                    <a:pt x="752" y="204"/>
                  </a:lnTo>
                  <a:lnTo>
                    <a:pt x="753" y="204"/>
                  </a:lnTo>
                  <a:lnTo>
                    <a:pt x="753" y="204"/>
                  </a:lnTo>
                  <a:lnTo>
                    <a:pt x="753" y="204"/>
                  </a:lnTo>
                  <a:lnTo>
                    <a:pt x="754" y="204"/>
                  </a:lnTo>
                  <a:lnTo>
                    <a:pt x="754" y="204"/>
                  </a:lnTo>
                  <a:lnTo>
                    <a:pt x="755" y="204"/>
                  </a:lnTo>
                  <a:lnTo>
                    <a:pt x="756" y="204"/>
                  </a:lnTo>
                  <a:lnTo>
                    <a:pt x="756" y="203"/>
                  </a:lnTo>
                  <a:lnTo>
                    <a:pt x="757" y="203"/>
                  </a:lnTo>
                  <a:lnTo>
                    <a:pt x="757" y="203"/>
                  </a:lnTo>
                  <a:lnTo>
                    <a:pt x="758" y="203"/>
                  </a:lnTo>
                  <a:lnTo>
                    <a:pt x="759" y="203"/>
                  </a:lnTo>
                  <a:lnTo>
                    <a:pt x="759" y="203"/>
                  </a:lnTo>
                  <a:lnTo>
                    <a:pt x="760" y="202"/>
                  </a:lnTo>
                  <a:lnTo>
                    <a:pt x="760" y="202"/>
                  </a:lnTo>
                  <a:lnTo>
                    <a:pt x="761" y="202"/>
                  </a:lnTo>
                  <a:lnTo>
                    <a:pt x="761" y="202"/>
                  </a:lnTo>
                  <a:lnTo>
                    <a:pt x="762" y="202"/>
                  </a:lnTo>
                  <a:lnTo>
                    <a:pt x="762" y="202"/>
                  </a:lnTo>
                  <a:lnTo>
                    <a:pt x="763" y="202"/>
                  </a:lnTo>
                  <a:lnTo>
                    <a:pt x="763" y="202"/>
                  </a:lnTo>
                  <a:lnTo>
                    <a:pt x="765" y="201"/>
                  </a:lnTo>
                  <a:lnTo>
                    <a:pt x="765" y="201"/>
                  </a:lnTo>
                  <a:lnTo>
                    <a:pt x="765" y="201"/>
                  </a:lnTo>
                  <a:lnTo>
                    <a:pt x="766" y="201"/>
                  </a:lnTo>
                  <a:lnTo>
                    <a:pt x="766" y="202"/>
                  </a:lnTo>
                  <a:lnTo>
                    <a:pt x="766" y="202"/>
                  </a:lnTo>
                  <a:lnTo>
                    <a:pt x="767" y="202"/>
                  </a:lnTo>
                  <a:lnTo>
                    <a:pt x="767" y="202"/>
                  </a:lnTo>
                  <a:lnTo>
                    <a:pt x="767" y="202"/>
                  </a:lnTo>
                  <a:lnTo>
                    <a:pt x="767" y="203"/>
                  </a:lnTo>
                  <a:lnTo>
                    <a:pt x="767" y="203"/>
                  </a:lnTo>
                  <a:lnTo>
                    <a:pt x="767" y="203"/>
                  </a:lnTo>
                  <a:lnTo>
                    <a:pt x="767" y="204"/>
                  </a:lnTo>
                  <a:lnTo>
                    <a:pt x="767" y="204"/>
                  </a:lnTo>
                  <a:lnTo>
                    <a:pt x="767" y="204"/>
                  </a:lnTo>
                  <a:lnTo>
                    <a:pt x="767" y="205"/>
                  </a:lnTo>
                  <a:lnTo>
                    <a:pt x="767" y="205"/>
                  </a:lnTo>
                  <a:lnTo>
                    <a:pt x="767" y="205"/>
                  </a:lnTo>
                  <a:lnTo>
                    <a:pt x="766" y="206"/>
                  </a:lnTo>
                  <a:lnTo>
                    <a:pt x="766" y="206"/>
                  </a:lnTo>
                  <a:lnTo>
                    <a:pt x="766" y="207"/>
                  </a:lnTo>
                  <a:lnTo>
                    <a:pt x="765" y="207"/>
                  </a:lnTo>
                  <a:lnTo>
                    <a:pt x="765" y="207"/>
                  </a:lnTo>
                  <a:lnTo>
                    <a:pt x="765" y="208"/>
                  </a:lnTo>
                  <a:lnTo>
                    <a:pt x="763" y="208"/>
                  </a:lnTo>
                  <a:lnTo>
                    <a:pt x="763" y="209"/>
                  </a:lnTo>
                  <a:lnTo>
                    <a:pt x="762" y="209"/>
                  </a:lnTo>
                  <a:lnTo>
                    <a:pt x="762" y="209"/>
                  </a:lnTo>
                  <a:lnTo>
                    <a:pt x="761" y="210"/>
                  </a:lnTo>
                  <a:lnTo>
                    <a:pt x="761" y="210"/>
                  </a:lnTo>
                  <a:lnTo>
                    <a:pt x="760" y="210"/>
                  </a:lnTo>
                  <a:lnTo>
                    <a:pt x="760" y="210"/>
                  </a:lnTo>
                  <a:lnTo>
                    <a:pt x="759" y="210"/>
                  </a:lnTo>
                  <a:lnTo>
                    <a:pt x="759" y="211"/>
                  </a:lnTo>
                  <a:lnTo>
                    <a:pt x="758" y="211"/>
                  </a:lnTo>
                  <a:lnTo>
                    <a:pt x="758" y="211"/>
                  </a:lnTo>
                  <a:lnTo>
                    <a:pt x="757" y="211"/>
                  </a:lnTo>
                  <a:lnTo>
                    <a:pt x="757" y="211"/>
                  </a:lnTo>
                  <a:lnTo>
                    <a:pt x="756" y="211"/>
                  </a:lnTo>
                  <a:lnTo>
                    <a:pt x="756" y="211"/>
                  </a:lnTo>
                  <a:lnTo>
                    <a:pt x="755" y="211"/>
                  </a:lnTo>
                  <a:lnTo>
                    <a:pt x="755" y="211"/>
                  </a:lnTo>
                  <a:lnTo>
                    <a:pt x="755" y="211"/>
                  </a:lnTo>
                  <a:lnTo>
                    <a:pt x="754" y="211"/>
                  </a:lnTo>
                  <a:lnTo>
                    <a:pt x="754" y="213"/>
                  </a:lnTo>
                  <a:lnTo>
                    <a:pt x="754" y="213"/>
                  </a:lnTo>
                  <a:lnTo>
                    <a:pt x="754" y="213"/>
                  </a:lnTo>
                  <a:lnTo>
                    <a:pt x="753" y="214"/>
                  </a:lnTo>
                  <a:lnTo>
                    <a:pt x="753" y="214"/>
                  </a:lnTo>
                  <a:lnTo>
                    <a:pt x="753" y="214"/>
                  </a:lnTo>
                  <a:lnTo>
                    <a:pt x="753" y="214"/>
                  </a:lnTo>
                  <a:lnTo>
                    <a:pt x="753" y="215"/>
                  </a:lnTo>
                  <a:lnTo>
                    <a:pt x="753" y="215"/>
                  </a:lnTo>
                  <a:lnTo>
                    <a:pt x="753" y="215"/>
                  </a:lnTo>
                  <a:lnTo>
                    <a:pt x="753" y="215"/>
                  </a:lnTo>
                  <a:lnTo>
                    <a:pt x="752" y="216"/>
                  </a:lnTo>
                  <a:lnTo>
                    <a:pt x="752" y="216"/>
                  </a:lnTo>
                  <a:lnTo>
                    <a:pt x="752" y="216"/>
                  </a:lnTo>
                  <a:lnTo>
                    <a:pt x="752" y="217"/>
                  </a:lnTo>
                  <a:lnTo>
                    <a:pt x="752" y="217"/>
                  </a:lnTo>
                  <a:lnTo>
                    <a:pt x="752" y="217"/>
                  </a:lnTo>
                  <a:lnTo>
                    <a:pt x="752" y="217"/>
                  </a:lnTo>
                  <a:lnTo>
                    <a:pt x="752" y="218"/>
                  </a:lnTo>
                  <a:lnTo>
                    <a:pt x="752" y="218"/>
                  </a:lnTo>
                  <a:lnTo>
                    <a:pt x="752" y="218"/>
                  </a:lnTo>
                  <a:lnTo>
                    <a:pt x="752" y="218"/>
                  </a:lnTo>
                  <a:lnTo>
                    <a:pt x="752" y="218"/>
                  </a:lnTo>
                  <a:lnTo>
                    <a:pt x="752" y="218"/>
                  </a:lnTo>
                  <a:lnTo>
                    <a:pt x="753" y="218"/>
                  </a:lnTo>
                  <a:lnTo>
                    <a:pt x="753" y="218"/>
                  </a:lnTo>
                  <a:lnTo>
                    <a:pt x="753" y="218"/>
                  </a:lnTo>
                  <a:lnTo>
                    <a:pt x="753" y="218"/>
                  </a:lnTo>
                  <a:lnTo>
                    <a:pt x="753" y="218"/>
                  </a:lnTo>
                  <a:lnTo>
                    <a:pt x="753" y="219"/>
                  </a:lnTo>
                  <a:lnTo>
                    <a:pt x="754" y="219"/>
                  </a:lnTo>
                  <a:lnTo>
                    <a:pt x="754" y="219"/>
                  </a:lnTo>
                  <a:lnTo>
                    <a:pt x="754" y="219"/>
                  </a:lnTo>
                  <a:lnTo>
                    <a:pt x="754" y="219"/>
                  </a:lnTo>
                  <a:lnTo>
                    <a:pt x="755" y="219"/>
                  </a:lnTo>
                  <a:lnTo>
                    <a:pt x="755" y="220"/>
                  </a:lnTo>
                  <a:lnTo>
                    <a:pt x="756" y="220"/>
                  </a:lnTo>
                  <a:lnTo>
                    <a:pt x="756" y="220"/>
                  </a:lnTo>
                  <a:lnTo>
                    <a:pt x="757" y="220"/>
                  </a:lnTo>
                  <a:lnTo>
                    <a:pt x="757" y="220"/>
                  </a:lnTo>
                  <a:lnTo>
                    <a:pt x="758" y="220"/>
                  </a:lnTo>
                  <a:lnTo>
                    <a:pt x="759" y="220"/>
                  </a:lnTo>
                  <a:lnTo>
                    <a:pt x="760" y="220"/>
                  </a:lnTo>
                  <a:lnTo>
                    <a:pt x="760" y="220"/>
                  </a:lnTo>
                  <a:lnTo>
                    <a:pt x="761" y="220"/>
                  </a:lnTo>
                  <a:lnTo>
                    <a:pt x="762" y="220"/>
                  </a:lnTo>
                  <a:lnTo>
                    <a:pt x="763" y="220"/>
                  </a:lnTo>
                  <a:lnTo>
                    <a:pt x="763" y="220"/>
                  </a:lnTo>
                  <a:lnTo>
                    <a:pt x="765" y="220"/>
                  </a:lnTo>
                  <a:lnTo>
                    <a:pt x="766" y="220"/>
                  </a:lnTo>
                  <a:lnTo>
                    <a:pt x="766" y="220"/>
                  </a:lnTo>
                  <a:lnTo>
                    <a:pt x="767" y="220"/>
                  </a:lnTo>
                  <a:lnTo>
                    <a:pt x="767" y="220"/>
                  </a:lnTo>
                  <a:lnTo>
                    <a:pt x="767" y="220"/>
                  </a:lnTo>
                  <a:lnTo>
                    <a:pt x="768" y="220"/>
                  </a:lnTo>
                  <a:lnTo>
                    <a:pt x="768" y="220"/>
                  </a:lnTo>
                  <a:lnTo>
                    <a:pt x="768" y="220"/>
                  </a:lnTo>
                  <a:lnTo>
                    <a:pt x="768" y="220"/>
                  </a:lnTo>
                  <a:lnTo>
                    <a:pt x="769" y="220"/>
                  </a:lnTo>
                  <a:lnTo>
                    <a:pt x="769" y="220"/>
                  </a:lnTo>
                  <a:lnTo>
                    <a:pt x="769" y="220"/>
                  </a:lnTo>
                  <a:lnTo>
                    <a:pt x="769" y="220"/>
                  </a:lnTo>
                  <a:lnTo>
                    <a:pt x="769" y="220"/>
                  </a:lnTo>
                  <a:lnTo>
                    <a:pt x="769" y="220"/>
                  </a:lnTo>
                  <a:lnTo>
                    <a:pt x="770" y="220"/>
                  </a:lnTo>
                  <a:lnTo>
                    <a:pt x="770" y="220"/>
                  </a:lnTo>
                  <a:lnTo>
                    <a:pt x="770" y="220"/>
                  </a:lnTo>
                  <a:lnTo>
                    <a:pt x="770" y="221"/>
                  </a:lnTo>
                  <a:lnTo>
                    <a:pt x="771" y="221"/>
                  </a:lnTo>
                  <a:lnTo>
                    <a:pt x="771" y="221"/>
                  </a:lnTo>
                  <a:lnTo>
                    <a:pt x="772" y="222"/>
                  </a:lnTo>
                  <a:lnTo>
                    <a:pt x="772" y="222"/>
                  </a:lnTo>
                  <a:lnTo>
                    <a:pt x="772" y="222"/>
                  </a:lnTo>
                  <a:lnTo>
                    <a:pt x="772" y="223"/>
                  </a:lnTo>
                  <a:lnTo>
                    <a:pt x="773" y="223"/>
                  </a:lnTo>
                  <a:lnTo>
                    <a:pt x="773" y="223"/>
                  </a:lnTo>
                  <a:lnTo>
                    <a:pt x="773" y="224"/>
                  </a:lnTo>
                  <a:lnTo>
                    <a:pt x="773" y="224"/>
                  </a:lnTo>
                  <a:lnTo>
                    <a:pt x="773" y="224"/>
                  </a:lnTo>
                  <a:lnTo>
                    <a:pt x="772" y="225"/>
                  </a:lnTo>
                  <a:lnTo>
                    <a:pt x="772" y="225"/>
                  </a:lnTo>
                  <a:lnTo>
                    <a:pt x="772" y="225"/>
                  </a:lnTo>
                  <a:lnTo>
                    <a:pt x="772" y="225"/>
                  </a:lnTo>
                  <a:lnTo>
                    <a:pt x="771" y="226"/>
                  </a:lnTo>
                  <a:lnTo>
                    <a:pt x="771" y="226"/>
                  </a:lnTo>
                  <a:lnTo>
                    <a:pt x="771" y="226"/>
                  </a:lnTo>
                  <a:lnTo>
                    <a:pt x="770" y="227"/>
                  </a:lnTo>
                  <a:lnTo>
                    <a:pt x="770" y="227"/>
                  </a:lnTo>
                  <a:lnTo>
                    <a:pt x="769" y="227"/>
                  </a:lnTo>
                  <a:lnTo>
                    <a:pt x="769" y="228"/>
                  </a:lnTo>
                  <a:lnTo>
                    <a:pt x="768" y="228"/>
                  </a:lnTo>
                  <a:lnTo>
                    <a:pt x="768" y="228"/>
                  </a:lnTo>
                  <a:lnTo>
                    <a:pt x="767" y="228"/>
                  </a:lnTo>
                  <a:lnTo>
                    <a:pt x="767" y="228"/>
                  </a:lnTo>
                  <a:lnTo>
                    <a:pt x="766" y="229"/>
                  </a:lnTo>
                  <a:lnTo>
                    <a:pt x="766" y="229"/>
                  </a:lnTo>
                  <a:lnTo>
                    <a:pt x="765" y="229"/>
                  </a:lnTo>
                  <a:lnTo>
                    <a:pt x="765" y="229"/>
                  </a:lnTo>
                  <a:lnTo>
                    <a:pt x="765" y="231"/>
                  </a:lnTo>
                  <a:lnTo>
                    <a:pt x="763" y="231"/>
                  </a:lnTo>
                  <a:lnTo>
                    <a:pt x="763" y="231"/>
                  </a:lnTo>
                  <a:lnTo>
                    <a:pt x="762" y="232"/>
                  </a:lnTo>
                  <a:lnTo>
                    <a:pt x="762" y="232"/>
                  </a:lnTo>
                  <a:lnTo>
                    <a:pt x="761" y="232"/>
                  </a:lnTo>
                  <a:lnTo>
                    <a:pt x="761" y="233"/>
                  </a:lnTo>
                  <a:lnTo>
                    <a:pt x="761" y="233"/>
                  </a:lnTo>
                  <a:lnTo>
                    <a:pt x="760" y="234"/>
                  </a:lnTo>
                  <a:lnTo>
                    <a:pt x="760" y="234"/>
                  </a:lnTo>
                  <a:lnTo>
                    <a:pt x="760" y="234"/>
                  </a:lnTo>
                  <a:lnTo>
                    <a:pt x="759" y="235"/>
                  </a:lnTo>
                  <a:lnTo>
                    <a:pt x="759" y="235"/>
                  </a:lnTo>
                  <a:lnTo>
                    <a:pt x="758" y="235"/>
                  </a:lnTo>
                  <a:lnTo>
                    <a:pt x="758" y="235"/>
                  </a:lnTo>
                  <a:lnTo>
                    <a:pt x="758" y="236"/>
                  </a:lnTo>
                  <a:lnTo>
                    <a:pt x="757" y="236"/>
                  </a:lnTo>
                  <a:lnTo>
                    <a:pt x="757" y="236"/>
                  </a:lnTo>
                  <a:lnTo>
                    <a:pt x="757" y="236"/>
                  </a:lnTo>
                  <a:lnTo>
                    <a:pt x="756" y="236"/>
                  </a:lnTo>
                  <a:lnTo>
                    <a:pt x="756" y="236"/>
                  </a:lnTo>
                  <a:lnTo>
                    <a:pt x="756" y="236"/>
                  </a:lnTo>
                  <a:lnTo>
                    <a:pt x="755" y="236"/>
                  </a:lnTo>
                  <a:lnTo>
                    <a:pt x="755" y="236"/>
                  </a:lnTo>
                  <a:lnTo>
                    <a:pt x="754" y="236"/>
                  </a:lnTo>
                  <a:lnTo>
                    <a:pt x="754" y="236"/>
                  </a:lnTo>
                  <a:lnTo>
                    <a:pt x="753" y="235"/>
                  </a:lnTo>
                  <a:lnTo>
                    <a:pt x="753" y="235"/>
                  </a:lnTo>
                  <a:lnTo>
                    <a:pt x="753" y="234"/>
                  </a:lnTo>
                  <a:lnTo>
                    <a:pt x="752" y="234"/>
                  </a:lnTo>
                  <a:lnTo>
                    <a:pt x="752" y="233"/>
                  </a:lnTo>
                  <a:lnTo>
                    <a:pt x="752" y="233"/>
                  </a:lnTo>
                  <a:lnTo>
                    <a:pt x="752" y="232"/>
                  </a:lnTo>
                  <a:lnTo>
                    <a:pt x="751" y="231"/>
                  </a:lnTo>
                  <a:lnTo>
                    <a:pt x="751" y="229"/>
                  </a:lnTo>
                  <a:lnTo>
                    <a:pt x="751" y="229"/>
                  </a:lnTo>
                  <a:lnTo>
                    <a:pt x="751" y="228"/>
                  </a:lnTo>
                  <a:lnTo>
                    <a:pt x="751" y="227"/>
                  </a:lnTo>
                  <a:lnTo>
                    <a:pt x="751" y="226"/>
                  </a:lnTo>
                  <a:lnTo>
                    <a:pt x="751" y="225"/>
                  </a:lnTo>
                  <a:lnTo>
                    <a:pt x="751" y="225"/>
                  </a:lnTo>
                  <a:lnTo>
                    <a:pt x="751" y="224"/>
                  </a:lnTo>
                  <a:lnTo>
                    <a:pt x="751" y="223"/>
                  </a:lnTo>
                  <a:lnTo>
                    <a:pt x="751" y="223"/>
                  </a:lnTo>
                  <a:lnTo>
                    <a:pt x="751" y="222"/>
                  </a:lnTo>
                  <a:lnTo>
                    <a:pt x="750" y="221"/>
                  </a:lnTo>
                  <a:lnTo>
                    <a:pt x="750" y="221"/>
                  </a:lnTo>
                  <a:lnTo>
                    <a:pt x="750" y="220"/>
                  </a:lnTo>
                  <a:lnTo>
                    <a:pt x="750" y="220"/>
                  </a:lnTo>
                  <a:lnTo>
                    <a:pt x="749" y="219"/>
                  </a:lnTo>
                  <a:lnTo>
                    <a:pt x="749" y="219"/>
                  </a:lnTo>
                  <a:lnTo>
                    <a:pt x="748" y="218"/>
                  </a:lnTo>
                  <a:lnTo>
                    <a:pt x="748" y="217"/>
                  </a:lnTo>
                  <a:lnTo>
                    <a:pt x="747" y="217"/>
                  </a:lnTo>
                  <a:lnTo>
                    <a:pt x="747" y="216"/>
                  </a:lnTo>
                  <a:lnTo>
                    <a:pt x="745" y="216"/>
                  </a:lnTo>
                  <a:lnTo>
                    <a:pt x="745" y="215"/>
                  </a:lnTo>
                  <a:lnTo>
                    <a:pt x="744" y="214"/>
                  </a:lnTo>
                  <a:lnTo>
                    <a:pt x="744" y="214"/>
                  </a:lnTo>
                  <a:lnTo>
                    <a:pt x="743" y="213"/>
                  </a:lnTo>
                  <a:lnTo>
                    <a:pt x="742" y="213"/>
                  </a:lnTo>
                  <a:lnTo>
                    <a:pt x="742" y="211"/>
                  </a:lnTo>
                  <a:lnTo>
                    <a:pt x="741" y="211"/>
                  </a:lnTo>
                  <a:lnTo>
                    <a:pt x="741" y="210"/>
                  </a:lnTo>
                  <a:lnTo>
                    <a:pt x="740" y="210"/>
                  </a:lnTo>
                  <a:lnTo>
                    <a:pt x="740" y="210"/>
                  </a:lnTo>
                  <a:lnTo>
                    <a:pt x="739" y="210"/>
                  </a:lnTo>
                  <a:lnTo>
                    <a:pt x="739" y="210"/>
                  </a:lnTo>
                  <a:lnTo>
                    <a:pt x="738" y="209"/>
                  </a:lnTo>
                  <a:lnTo>
                    <a:pt x="738" y="209"/>
                  </a:lnTo>
                  <a:lnTo>
                    <a:pt x="738" y="209"/>
                  </a:lnTo>
                  <a:lnTo>
                    <a:pt x="737" y="209"/>
                  </a:lnTo>
                  <a:lnTo>
                    <a:pt x="737" y="209"/>
                  </a:lnTo>
                  <a:lnTo>
                    <a:pt x="737" y="209"/>
                  </a:lnTo>
                  <a:lnTo>
                    <a:pt x="736" y="209"/>
                  </a:lnTo>
                  <a:lnTo>
                    <a:pt x="736" y="209"/>
                  </a:lnTo>
                  <a:lnTo>
                    <a:pt x="736" y="209"/>
                  </a:lnTo>
                  <a:lnTo>
                    <a:pt x="736" y="210"/>
                  </a:lnTo>
                  <a:lnTo>
                    <a:pt x="735" y="210"/>
                  </a:lnTo>
                  <a:lnTo>
                    <a:pt x="735" y="210"/>
                  </a:lnTo>
                  <a:lnTo>
                    <a:pt x="735" y="210"/>
                  </a:lnTo>
                  <a:lnTo>
                    <a:pt x="734" y="210"/>
                  </a:lnTo>
                  <a:lnTo>
                    <a:pt x="734" y="210"/>
                  </a:lnTo>
                  <a:lnTo>
                    <a:pt x="733" y="210"/>
                  </a:lnTo>
                  <a:lnTo>
                    <a:pt x="733" y="211"/>
                  </a:lnTo>
                  <a:lnTo>
                    <a:pt x="732" y="211"/>
                  </a:lnTo>
                  <a:lnTo>
                    <a:pt x="731" y="211"/>
                  </a:lnTo>
                  <a:lnTo>
                    <a:pt x="731" y="213"/>
                  </a:lnTo>
                  <a:lnTo>
                    <a:pt x="730" y="213"/>
                  </a:lnTo>
                  <a:lnTo>
                    <a:pt x="729" y="213"/>
                  </a:lnTo>
                  <a:lnTo>
                    <a:pt x="729" y="213"/>
                  </a:lnTo>
                  <a:lnTo>
                    <a:pt x="727" y="214"/>
                  </a:lnTo>
                  <a:lnTo>
                    <a:pt x="726" y="214"/>
                  </a:lnTo>
                  <a:lnTo>
                    <a:pt x="726" y="214"/>
                  </a:lnTo>
                  <a:lnTo>
                    <a:pt x="725" y="215"/>
                  </a:lnTo>
                  <a:lnTo>
                    <a:pt x="724" y="215"/>
                  </a:lnTo>
                  <a:lnTo>
                    <a:pt x="724" y="215"/>
                  </a:lnTo>
                  <a:lnTo>
                    <a:pt x="723" y="215"/>
                  </a:lnTo>
                  <a:lnTo>
                    <a:pt x="723" y="215"/>
                  </a:lnTo>
                  <a:lnTo>
                    <a:pt x="722" y="215"/>
                  </a:lnTo>
                  <a:lnTo>
                    <a:pt x="722" y="215"/>
                  </a:lnTo>
                  <a:lnTo>
                    <a:pt x="721" y="215"/>
                  </a:lnTo>
                  <a:lnTo>
                    <a:pt x="721" y="215"/>
                  </a:lnTo>
                  <a:lnTo>
                    <a:pt x="720" y="215"/>
                  </a:lnTo>
                  <a:lnTo>
                    <a:pt x="720" y="215"/>
                  </a:lnTo>
                  <a:lnTo>
                    <a:pt x="720" y="215"/>
                  </a:lnTo>
                  <a:lnTo>
                    <a:pt x="719" y="215"/>
                  </a:lnTo>
                  <a:lnTo>
                    <a:pt x="719" y="215"/>
                  </a:lnTo>
                  <a:lnTo>
                    <a:pt x="719" y="215"/>
                  </a:lnTo>
                  <a:lnTo>
                    <a:pt x="718" y="216"/>
                  </a:lnTo>
                  <a:lnTo>
                    <a:pt x="718" y="216"/>
                  </a:lnTo>
                  <a:lnTo>
                    <a:pt x="718" y="216"/>
                  </a:lnTo>
                  <a:lnTo>
                    <a:pt x="717" y="216"/>
                  </a:lnTo>
                  <a:lnTo>
                    <a:pt x="717" y="217"/>
                  </a:lnTo>
                  <a:lnTo>
                    <a:pt x="717" y="217"/>
                  </a:lnTo>
                  <a:lnTo>
                    <a:pt x="717" y="217"/>
                  </a:lnTo>
                  <a:lnTo>
                    <a:pt x="716" y="218"/>
                  </a:lnTo>
                  <a:lnTo>
                    <a:pt x="716" y="218"/>
                  </a:lnTo>
                  <a:lnTo>
                    <a:pt x="716" y="218"/>
                  </a:lnTo>
                  <a:lnTo>
                    <a:pt x="714" y="220"/>
                  </a:lnTo>
                  <a:lnTo>
                    <a:pt x="714" y="220"/>
                  </a:lnTo>
                  <a:lnTo>
                    <a:pt x="705" y="223"/>
                  </a:lnTo>
                  <a:lnTo>
                    <a:pt x="682" y="229"/>
                  </a:lnTo>
                  <a:lnTo>
                    <a:pt x="682" y="229"/>
                  </a:lnTo>
                  <a:lnTo>
                    <a:pt x="682" y="228"/>
                  </a:lnTo>
                  <a:lnTo>
                    <a:pt x="682" y="228"/>
                  </a:lnTo>
                  <a:lnTo>
                    <a:pt x="681" y="227"/>
                  </a:lnTo>
                  <a:lnTo>
                    <a:pt x="681" y="227"/>
                  </a:lnTo>
                  <a:lnTo>
                    <a:pt x="681" y="227"/>
                  </a:lnTo>
                  <a:lnTo>
                    <a:pt x="680" y="227"/>
                  </a:lnTo>
                  <a:lnTo>
                    <a:pt x="680" y="226"/>
                  </a:lnTo>
                  <a:lnTo>
                    <a:pt x="679" y="226"/>
                  </a:lnTo>
                  <a:lnTo>
                    <a:pt x="678" y="226"/>
                  </a:lnTo>
                  <a:lnTo>
                    <a:pt x="678" y="226"/>
                  </a:lnTo>
                  <a:lnTo>
                    <a:pt x="677" y="226"/>
                  </a:lnTo>
                  <a:lnTo>
                    <a:pt x="677" y="226"/>
                  </a:lnTo>
                  <a:lnTo>
                    <a:pt x="676" y="226"/>
                  </a:lnTo>
                  <a:lnTo>
                    <a:pt x="675" y="226"/>
                  </a:lnTo>
                  <a:lnTo>
                    <a:pt x="675" y="226"/>
                  </a:lnTo>
                  <a:lnTo>
                    <a:pt x="673" y="226"/>
                  </a:lnTo>
                  <a:lnTo>
                    <a:pt x="672" y="226"/>
                  </a:lnTo>
                  <a:lnTo>
                    <a:pt x="672" y="226"/>
                  </a:lnTo>
                  <a:lnTo>
                    <a:pt x="671" y="226"/>
                  </a:lnTo>
                  <a:lnTo>
                    <a:pt x="670" y="226"/>
                  </a:lnTo>
                  <a:lnTo>
                    <a:pt x="670" y="225"/>
                  </a:lnTo>
                  <a:lnTo>
                    <a:pt x="669" y="225"/>
                  </a:lnTo>
                  <a:lnTo>
                    <a:pt x="668" y="226"/>
                  </a:lnTo>
                  <a:lnTo>
                    <a:pt x="668" y="226"/>
                  </a:lnTo>
                  <a:lnTo>
                    <a:pt x="667" y="226"/>
                  </a:lnTo>
                  <a:lnTo>
                    <a:pt x="667" y="226"/>
                  </a:lnTo>
                  <a:lnTo>
                    <a:pt x="666" y="226"/>
                  </a:lnTo>
                  <a:lnTo>
                    <a:pt x="666" y="226"/>
                  </a:lnTo>
                  <a:lnTo>
                    <a:pt x="666" y="227"/>
                  </a:lnTo>
                  <a:lnTo>
                    <a:pt x="666" y="227"/>
                  </a:lnTo>
                  <a:lnTo>
                    <a:pt x="665" y="228"/>
                  </a:lnTo>
                  <a:lnTo>
                    <a:pt x="665" y="228"/>
                  </a:lnTo>
                  <a:lnTo>
                    <a:pt x="665" y="229"/>
                  </a:lnTo>
                  <a:lnTo>
                    <a:pt x="665" y="231"/>
                  </a:lnTo>
                  <a:lnTo>
                    <a:pt x="665" y="231"/>
                  </a:lnTo>
                  <a:lnTo>
                    <a:pt x="665" y="232"/>
                  </a:lnTo>
                  <a:lnTo>
                    <a:pt x="664" y="232"/>
                  </a:lnTo>
                  <a:lnTo>
                    <a:pt x="664" y="233"/>
                  </a:lnTo>
                  <a:lnTo>
                    <a:pt x="664" y="233"/>
                  </a:lnTo>
                  <a:lnTo>
                    <a:pt x="664" y="234"/>
                  </a:lnTo>
                  <a:lnTo>
                    <a:pt x="663" y="234"/>
                  </a:lnTo>
                  <a:lnTo>
                    <a:pt x="663" y="235"/>
                  </a:lnTo>
                  <a:lnTo>
                    <a:pt x="663" y="235"/>
                  </a:lnTo>
                  <a:lnTo>
                    <a:pt x="662" y="236"/>
                  </a:lnTo>
                  <a:lnTo>
                    <a:pt x="662" y="236"/>
                  </a:lnTo>
                  <a:lnTo>
                    <a:pt x="662" y="236"/>
                  </a:lnTo>
                  <a:lnTo>
                    <a:pt x="661" y="236"/>
                  </a:lnTo>
                  <a:lnTo>
                    <a:pt x="661" y="236"/>
                  </a:lnTo>
                  <a:lnTo>
                    <a:pt x="660" y="236"/>
                  </a:lnTo>
                  <a:lnTo>
                    <a:pt x="660" y="236"/>
                  </a:lnTo>
                  <a:lnTo>
                    <a:pt x="659" y="236"/>
                  </a:lnTo>
                  <a:lnTo>
                    <a:pt x="658" y="236"/>
                  </a:lnTo>
                  <a:lnTo>
                    <a:pt x="658" y="236"/>
                  </a:lnTo>
                  <a:lnTo>
                    <a:pt x="658" y="236"/>
                  </a:lnTo>
                  <a:lnTo>
                    <a:pt x="657" y="235"/>
                  </a:lnTo>
                  <a:lnTo>
                    <a:pt x="657" y="235"/>
                  </a:lnTo>
                  <a:lnTo>
                    <a:pt x="657" y="235"/>
                  </a:lnTo>
                  <a:lnTo>
                    <a:pt x="657" y="234"/>
                  </a:lnTo>
                  <a:lnTo>
                    <a:pt x="657" y="234"/>
                  </a:lnTo>
                  <a:lnTo>
                    <a:pt x="657" y="233"/>
                  </a:lnTo>
                  <a:lnTo>
                    <a:pt x="657" y="233"/>
                  </a:lnTo>
                  <a:lnTo>
                    <a:pt x="658" y="232"/>
                  </a:lnTo>
                  <a:lnTo>
                    <a:pt x="659" y="232"/>
                  </a:lnTo>
                  <a:lnTo>
                    <a:pt x="659" y="231"/>
                  </a:lnTo>
                  <a:lnTo>
                    <a:pt x="660" y="231"/>
                  </a:lnTo>
                  <a:lnTo>
                    <a:pt x="661" y="229"/>
                  </a:lnTo>
                  <a:lnTo>
                    <a:pt x="661" y="229"/>
                  </a:lnTo>
                  <a:lnTo>
                    <a:pt x="661" y="229"/>
                  </a:lnTo>
                  <a:lnTo>
                    <a:pt x="662" y="228"/>
                  </a:lnTo>
                  <a:lnTo>
                    <a:pt x="662" y="228"/>
                  </a:lnTo>
                  <a:lnTo>
                    <a:pt x="662" y="227"/>
                  </a:lnTo>
                  <a:lnTo>
                    <a:pt x="662" y="227"/>
                  </a:lnTo>
                  <a:lnTo>
                    <a:pt x="663" y="227"/>
                  </a:lnTo>
                  <a:lnTo>
                    <a:pt x="663" y="226"/>
                  </a:lnTo>
                  <a:lnTo>
                    <a:pt x="662" y="226"/>
                  </a:lnTo>
                  <a:lnTo>
                    <a:pt x="662" y="226"/>
                  </a:lnTo>
                  <a:lnTo>
                    <a:pt x="662" y="225"/>
                  </a:lnTo>
                  <a:lnTo>
                    <a:pt x="662" y="225"/>
                  </a:lnTo>
                  <a:lnTo>
                    <a:pt x="661" y="225"/>
                  </a:lnTo>
                  <a:lnTo>
                    <a:pt x="661" y="224"/>
                  </a:lnTo>
                  <a:lnTo>
                    <a:pt x="660" y="224"/>
                  </a:lnTo>
                  <a:lnTo>
                    <a:pt x="660" y="223"/>
                  </a:lnTo>
                  <a:lnTo>
                    <a:pt x="659" y="223"/>
                  </a:lnTo>
                  <a:lnTo>
                    <a:pt x="658" y="223"/>
                  </a:lnTo>
                  <a:lnTo>
                    <a:pt x="658" y="222"/>
                  </a:lnTo>
                  <a:lnTo>
                    <a:pt x="657" y="222"/>
                  </a:lnTo>
                  <a:lnTo>
                    <a:pt x="657" y="222"/>
                  </a:lnTo>
                  <a:lnTo>
                    <a:pt x="655" y="221"/>
                  </a:lnTo>
                  <a:lnTo>
                    <a:pt x="654" y="221"/>
                  </a:lnTo>
                  <a:lnTo>
                    <a:pt x="654" y="221"/>
                  </a:lnTo>
                  <a:lnTo>
                    <a:pt x="653" y="220"/>
                  </a:lnTo>
                  <a:lnTo>
                    <a:pt x="653" y="220"/>
                  </a:lnTo>
                  <a:lnTo>
                    <a:pt x="652" y="220"/>
                  </a:lnTo>
                  <a:lnTo>
                    <a:pt x="652" y="219"/>
                  </a:lnTo>
                  <a:lnTo>
                    <a:pt x="651" y="219"/>
                  </a:lnTo>
                  <a:lnTo>
                    <a:pt x="651" y="218"/>
                  </a:lnTo>
                  <a:lnTo>
                    <a:pt x="651" y="218"/>
                  </a:lnTo>
                  <a:lnTo>
                    <a:pt x="650" y="217"/>
                  </a:lnTo>
                  <a:lnTo>
                    <a:pt x="650" y="216"/>
                  </a:lnTo>
                  <a:lnTo>
                    <a:pt x="649" y="216"/>
                  </a:lnTo>
                  <a:lnTo>
                    <a:pt x="649" y="215"/>
                  </a:lnTo>
                  <a:lnTo>
                    <a:pt x="649" y="214"/>
                  </a:lnTo>
                  <a:lnTo>
                    <a:pt x="648" y="213"/>
                  </a:lnTo>
                  <a:lnTo>
                    <a:pt x="648" y="211"/>
                  </a:lnTo>
                  <a:lnTo>
                    <a:pt x="647" y="211"/>
                  </a:lnTo>
                  <a:lnTo>
                    <a:pt x="647" y="210"/>
                  </a:lnTo>
                  <a:lnTo>
                    <a:pt x="646" y="209"/>
                  </a:lnTo>
                  <a:lnTo>
                    <a:pt x="646" y="209"/>
                  </a:lnTo>
                  <a:lnTo>
                    <a:pt x="646" y="208"/>
                  </a:lnTo>
                  <a:lnTo>
                    <a:pt x="645" y="208"/>
                  </a:lnTo>
                  <a:lnTo>
                    <a:pt x="645" y="207"/>
                  </a:lnTo>
                  <a:lnTo>
                    <a:pt x="644" y="207"/>
                  </a:lnTo>
                  <a:lnTo>
                    <a:pt x="644" y="207"/>
                  </a:lnTo>
                  <a:lnTo>
                    <a:pt x="644" y="206"/>
                  </a:lnTo>
                  <a:lnTo>
                    <a:pt x="643" y="206"/>
                  </a:lnTo>
                  <a:lnTo>
                    <a:pt x="643" y="205"/>
                  </a:lnTo>
                  <a:lnTo>
                    <a:pt x="643" y="205"/>
                  </a:lnTo>
                  <a:lnTo>
                    <a:pt x="642" y="204"/>
                  </a:lnTo>
                  <a:lnTo>
                    <a:pt x="642" y="204"/>
                  </a:lnTo>
                  <a:lnTo>
                    <a:pt x="641" y="203"/>
                  </a:lnTo>
                  <a:lnTo>
                    <a:pt x="641" y="202"/>
                  </a:lnTo>
                  <a:lnTo>
                    <a:pt x="641" y="202"/>
                  </a:lnTo>
                  <a:lnTo>
                    <a:pt x="641" y="201"/>
                  </a:lnTo>
                  <a:lnTo>
                    <a:pt x="640" y="201"/>
                  </a:lnTo>
                  <a:lnTo>
                    <a:pt x="640" y="200"/>
                  </a:lnTo>
                  <a:lnTo>
                    <a:pt x="640" y="199"/>
                  </a:lnTo>
                  <a:lnTo>
                    <a:pt x="640" y="199"/>
                  </a:lnTo>
                  <a:lnTo>
                    <a:pt x="640" y="198"/>
                  </a:lnTo>
                  <a:lnTo>
                    <a:pt x="640" y="197"/>
                  </a:lnTo>
                  <a:lnTo>
                    <a:pt x="640" y="197"/>
                  </a:lnTo>
                  <a:lnTo>
                    <a:pt x="640" y="196"/>
                  </a:lnTo>
                  <a:lnTo>
                    <a:pt x="640" y="195"/>
                  </a:lnTo>
                  <a:lnTo>
                    <a:pt x="640" y="195"/>
                  </a:lnTo>
                  <a:lnTo>
                    <a:pt x="640" y="193"/>
                  </a:lnTo>
                  <a:lnTo>
                    <a:pt x="640" y="192"/>
                  </a:lnTo>
                  <a:lnTo>
                    <a:pt x="640" y="192"/>
                  </a:lnTo>
                  <a:lnTo>
                    <a:pt x="639" y="191"/>
                  </a:lnTo>
                  <a:lnTo>
                    <a:pt x="639" y="191"/>
                  </a:lnTo>
                  <a:lnTo>
                    <a:pt x="639" y="191"/>
                  </a:lnTo>
                  <a:lnTo>
                    <a:pt x="639" y="190"/>
                  </a:lnTo>
                  <a:lnTo>
                    <a:pt x="637" y="190"/>
                  </a:lnTo>
                  <a:lnTo>
                    <a:pt x="637" y="190"/>
                  </a:lnTo>
                  <a:lnTo>
                    <a:pt x="637" y="190"/>
                  </a:lnTo>
                  <a:lnTo>
                    <a:pt x="636" y="190"/>
                  </a:lnTo>
                  <a:lnTo>
                    <a:pt x="636" y="190"/>
                  </a:lnTo>
                  <a:lnTo>
                    <a:pt x="635" y="189"/>
                  </a:lnTo>
                  <a:lnTo>
                    <a:pt x="635" y="189"/>
                  </a:lnTo>
                  <a:lnTo>
                    <a:pt x="634" y="189"/>
                  </a:lnTo>
                  <a:lnTo>
                    <a:pt x="634" y="189"/>
                  </a:lnTo>
                  <a:lnTo>
                    <a:pt x="634" y="189"/>
                  </a:lnTo>
                  <a:lnTo>
                    <a:pt x="633" y="189"/>
                  </a:lnTo>
                  <a:lnTo>
                    <a:pt x="633" y="189"/>
                  </a:lnTo>
                  <a:lnTo>
                    <a:pt x="632" y="188"/>
                  </a:lnTo>
                  <a:lnTo>
                    <a:pt x="632" y="188"/>
                  </a:lnTo>
                  <a:lnTo>
                    <a:pt x="631" y="189"/>
                  </a:lnTo>
                  <a:lnTo>
                    <a:pt x="631" y="189"/>
                  </a:lnTo>
                  <a:lnTo>
                    <a:pt x="631" y="189"/>
                  </a:lnTo>
                  <a:lnTo>
                    <a:pt x="630" y="189"/>
                  </a:lnTo>
                  <a:lnTo>
                    <a:pt x="630" y="189"/>
                  </a:lnTo>
                  <a:lnTo>
                    <a:pt x="630" y="190"/>
                  </a:lnTo>
                  <a:lnTo>
                    <a:pt x="629" y="190"/>
                  </a:lnTo>
                  <a:lnTo>
                    <a:pt x="629" y="190"/>
                  </a:lnTo>
                  <a:lnTo>
                    <a:pt x="629" y="191"/>
                  </a:lnTo>
                  <a:lnTo>
                    <a:pt x="628" y="191"/>
                  </a:lnTo>
                  <a:lnTo>
                    <a:pt x="628" y="191"/>
                  </a:lnTo>
                  <a:lnTo>
                    <a:pt x="627" y="192"/>
                  </a:lnTo>
                  <a:lnTo>
                    <a:pt x="627" y="192"/>
                  </a:lnTo>
                  <a:lnTo>
                    <a:pt x="627" y="192"/>
                  </a:lnTo>
                  <a:lnTo>
                    <a:pt x="626" y="192"/>
                  </a:lnTo>
                  <a:lnTo>
                    <a:pt x="626" y="192"/>
                  </a:lnTo>
                  <a:lnTo>
                    <a:pt x="625" y="192"/>
                  </a:lnTo>
                  <a:lnTo>
                    <a:pt x="625" y="193"/>
                  </a:lnTo>
                  <a:lnTo>
                    <a:pt x="625" y="193"/>
                  </a:lnTo>
                  <a:lnTo>
                    <a:pt x="624" y="193"/>
                  </a:lnTo>
                  <a:lnTo>
                    <a:pt x="624" y="193"/>
                  </a:lnTo>
                  <a:lnTo>
                    <a:pt x="623" y="193"/>
                  </a:lnTo>
                  <a:lnTo>
                    <a:pt x="623" y="192"/>
                  </a:lnTo>
                  <a:lnTo>
                    <a:pt x="623" y="192"/>
                  </a:lnTo>
                  <a:lnTo>
                    <a:pt x="623" y="192"/>
                  </a:lnTo>
                  <a:lnTo>
                    <a:pt x="622" y="192"/>
                  </a:lnTo>
                  <a:lnTo>
                    <a:pt x="622" y="192"/>
                  </a:lnTo>
                  <a:lnTo>
                    <a:pt x="622" y="191"/>
                  </a:lnTo>
                  <a:lnTo>
                    <a:pt x="622" y="191"/>
                  </a:lnTo>
                  <a:lnTo>
                    <a:pt x="622" y="191"/>
                  </a:lnTo>
                  <a:lnTo>
                    <a:pt x="622" y="190"/>
                  </a:lnTo>
                  <a:lnTo>
                    <a:pt x="622" y="190"/>
                  </a:lnTo>
                  <a:lnTo>
                    <a:pt x="622" y="190"/>
                  </a:lnTo>
                  <a:lnTo>
                    <a:pt x="622" y="189"/>
                  </a:lnTo>
                  <a:lnTo>
                    <a:pt x="622" y="189"/>
                  </a:lnTo>
                  <a:lnTo>
                    <a:pt x="622" y="188"/>
                  </a:lnTo>
                  <a:lnTo>
                    <a:pt x="622" y="188"/>
                  </a:lnTo>
                  <a:lnTo>
                    <a:pt x="622" y="188"/>
                  </a:lnTo>
                  <a:lnTo>
                    <a:pt x="622" y="187"/>
                  </a:lnTo>
                  <a:lnTo>
                    <a:pt x="622" y="187"/>
                  </a:lnTo>
                  <a:lnTo>
                    <a:pt x="622" y="187"/>
                  </a:lnTo>
                  <a:lnTo>
                    <a:pt x="622" y="186"/>
                  </a:lnTo>
                  <a:lnTo>
                    <a:pt x="622" y="186"/>
                  </a:lnTo>
                  <a:lnTo>
                    <a:pt x="622" y="186"/>
                  </a:lnTo>
                  <a:lnTo>
                    <a:pt x="622" y="186"/>
                  </a:lnTo>
                  <a:lnTo>
                    <a:pt x="622" y="186"/>
                  </a:lnTo>
                  <a:lnTo>
                    <a:pt x="622" y="186"/>
                  </a:lnTo>
                  <a:lnTo>
                    <a:pt x="622" y="186"/>
                  </a:lnTo>
                  <a:lnTo>
                    <a:pt x="622" y="186"/>
                  </a:lnTo>
                  <a:lnTo>
                    <a:pt x="621" y="186"/>
                  </a:lnTo>
                  <a:lnTo>
                    <a:pt x="621" y="186"/>
                  </a:lnTo>
                  <a:lnTo>
                    <a:pt x="621" y="185"/>
                  </a:lnTo>
                  <a:lnTo>
                    <a:pt x="621" y="185"/>
                  </a:lnTo>
                  <a:lnTo>
                    <a:pt x="621" y="185"/>
                  </a:lnTo>
                  <a:lnTo>
                    <a:pt x="619" y="185"/>
                  </a:lnTo>
                  <a:lnTo>
                    <a:pt x="619" y="185"/>
                  </a:lnTo>
                  <a:lnTo>
                    <a:pt x="619" y="185"/>
                  </a:lnTo>
                  <a:lnTo>
                    <a:pt x="619" y="185"/>
                  </a:lnTo>
                  <a:lnTo>
                    <a:pt x="619" y="185"/>
                  </a:lnTo>
                  <a:lnTo>
                    <a:pt x="618" y="185"/>
                  </a:lnTo>
                  <a:lnTo>
                    <a:pt x="618" y="185"/>
                  </a:lnTo>
                  <a:lnTo>
                    <a:pt x="618" y="185"/>
                  </a:lnTo>
                  <a:lnTo>
                    <a:pt x="617" y="185"/>
                  </a:lnTo>
                  <a:lnTo>
                    <a:pt x="617" y="185"/>
                  </a:lnTo>
                  <a:lnTo>
                    <a:pt x="617" y="186"/>
                  </a:lnTo>
                  <a:lnTo>
                    <a:pt x="616" y="186"/>
                  </a:lnTo>
                  <a:lnTo>
                    <a:pt x="616" y="186"/>
                  </a:lnTo>
                  <a:lnTo>
                    <a:pt x="615" y="186"/>
                  </a:lnTo>
                  <a:lnTo>
                    <a:pt x="615" y="186"/>
                  </a:lnTo>
                  <a:lnTo>
                    <a:pt x="615" y="187"/>
                  </a:lnTo>
                  <a:lnTo>
                    <a:pt x="614" y="187"/>
                  </a:lnTo>
                  <a:lnTo>
                    <a:pt x="614" y="187"/>
                  </a:lnTo>
                  <a:lnTo>
                    <a:pt x="614" y="187"/>
                  </a:lnTo>
                  <a:lnTo>
                    <a:pt x="613" y="187"/>
                  </a:lnTo>
                  <a:lnTo>
                    <a:pt x="613" y="188"/>
                  </a:lnTo>
                  <a:lnTo>
                    <a:pt x="613" y="188"/>
                  </a:lnTo>
                  <a:lnTo>
                    <a:pt x="613" y="188"/>
                  </a:lnTo>
                  <a:lnTo>
                    <a:pt x="613" y="188"/>
                  </a:lnTo>
                  <a:lnTo>
                    <a:pt x="613" y="188"/>
                  </a:lnTo>
                  <a:lnTo>
                    <a:pt x="613" y="188"/>
                  </a:lnTo>
                  <a:lnTo>
                    <a:pt x="614" y="189"/>
                  </a:lnTo>
                  <a:lnTo>
                    <a:pt x="614" y="189"/>
                  </a:lnTo>
                  <a:lnTo>
                    <a:pt x="614" y="189"/>
                  </a:lnTo>
                  <a:lnTo>
                    <a:pt x="614" y="189"/>
                  </a:lnTo>
                  <a:lnTo>
                    <a:pt x="615" y="189"/>
                  </a:lnTo>
                  <a:lnTo>
                    <a:pt x="615" y="190"/>
                  </a:lnTo>
                  <a:lnTo>
                    <a:pt x="615" y="190"/>
                  </a:lnTo>
                  <a:lnTo>
                    <a:pt x="615" y="190"/>
                  </a:lnTo>
                  <a:lnTo>
                    <a:pt x="616" y="190"/>
                  </a:lnTo>
                  <a:lnTo>
                    <a:pt x="616" y="191"/>
                  </a:lnTo>
                  <a:lnTo>
                    <a:pt x="616" y="191"/>
                  </a:lnTo>
                  <a:lnTo>
                    <a:pt x="616" y="191"/>
                  </a:lnTo>
                  <a:lnTo>
                    <a:pt x="615" y="191"/>
                  </a:lnTo>
                  <a:lnTo>
                    <a:pt x="615" y="192"/>
                  </a:lnTo>
                  <a:lnTo>
                    <a:pt x="615" y="192"/>
                  </a:lnTo>
                  <a:lnTo>
                    <a:pt x="615" y="192"/>
                  </a:lnTo>
                  <a:lnTo>
                    <a:pt x="615" y="192"/>
                  </a:lnTo>
                  <a:lnTo>
                    <a:pt x="614" y="193"/>
                  </a:lnTo>
                  <a:lnTo>
                    <a:pt x="614" y="193"/>
                  </a:lnTo>
                  <a:lnTo>
                    <a:pt x="614" y="193"/>
                  </a:lnTo>
                  <a:lnTo>
                    <a:pt x="614" y="193"/>
                  </a:lnTo>
                  <a:lnTo>
                    <a:pt x="613" y="193"/>
                  </a:lnTo>
                  <a:lnTo>
                    <a:pt x="613" y="193"/>
                  </a:lnTo>
                  <a:lnTo>
                    <a:pt x="612" y="195"/>
                  </a:lnTo>
                  <a:lnTo>
                    <a:pt x="612" y="195"/>
                  </a:lnTo>
                  <a:lnTo>
                    <a:pt x="611" y="195"/>
                  </a:lnTo>
                  <a:lnTo>
                    <a:pt x="611" y="195"/>
                  </a:lnTo>
                  <a:lnTo>
                    <a:pt x="610" y="195"/>
                  </a:lnTo>
                  <a:lnTo>
                    <a:pt x="610" y="195"/>
                  </a:lnTo>
                  <a:lnTo>
                    <a:pt x="609" y="195"/>
                  </a:lnTo>
                  <a:lnTo>
                    <a:pt x="609" y="195"/>
                  </a:lnTo>
                  <a:lnTo>
                    <a:pt x="608" y="195"/>
                  </a:lnTo>
                  <a:lnTo>
                    <a:pt x="608" y="195"/>
                  </a:lnTo>
                  <a:lnTo>
                    <a:pt x="607" y="193"/>
                  </a:lnTo>
                  <a:lnTo>
                    <a:pt x="607" y="193"/>
                  </a:lnTo>
                  <a:lnTo>
                    <a:pt x="607" y="193"/>
                  </a:lnTo>
                  <a:lnTo>
                    <a:pt x="607" y="193"/>
                  </a:lnTo>
                  <a:lnTo>
                    <a:pt x="606" y="192"/>
                  </a:lnTo>
                  <a:lnTo>
                    <a:pt x="606" y="192"/>
                  </a:lnTo>
                  <a:lnTo>
                    <a:pt x="606" y="192"/>
                  </a:lnTo>
                  <a:lnTo>
                    <a:pt x="606" y="191"/>
                  </a:lnTo>
                  <a:lnTo>
                    <a:pt x="605" y="191"/>
                  </a:lnTo>
                  <a:lnTo>
                    <a:pt x="605" y="190"/>
                  </a:lnTo>
                  <a:lnTo>
                    <a:pt x="605" y="190"/>
                  </a:lnTo>
                  <a:lnTo>
                    <a:pt x="604" y="190"/>
                  </a:lnTo>
                  <a:lnTo>
                    <a:pt x="604" y="189"/>
                  </a:lnTo>
                  <a:lnTo>
                    <a:pt x="604" y="189"/>
                  </a:lnTo>
                  <a:lnTo>
                    <a:pt x="603" y="189"/>
                  </a:lnTo>
                  <a:lnTo>
                    <a:pt x="603" y="188"/>
                  </a:lnTo>
                  <a:lnTo>
                    <a:pt x="603" y="188"/>
                  </a:lnTo>
                  <a:lnTo>
                    <a:pt x="601" y="188"/>
                  </a:lnTo>
                  <a:lnTo>
                    <a:pt x="601" y="188"/>
                  </a:lnTo>
                  <a:lnTo>
                    <a:pt x="601" y="188"/>
                  </a:lnTo>
                  <a:lnTo>
                    <a:pt x="600" y="188"/>
                  </a:lnTo>
                  <a:lnTo>
                    <a:pt x="600" y="188"/>
                  </a:lnTo>
                  <a:lnTo>
                    <a:pt x="599" y="188"/>
                  </a:lnTo>
                  <a:lnTo>
                    <a:pt x="599" y="188"/>
                  </a:lnTo>
                  <a:lnTo>
                    <a:pt x="598" y="188"/>
                  </a:lnTo>
                  <a:lnTo>
                    <a:pt x="597" y="188"/>
                  </a:lnTo>
                  <a:lnTo>
                    <a:pt x="597" y="189"/>
                  </a:lnTo>
                  <a:lnTo>
                    <a:pt x="596" y="189"/>
                  </a:lnTo>
                  <a:lnTo>
                    <a:pt x="596" y="189"/>
                  </a:lnTo>
                  <a:lnTo>
                    <a:pt x="595" y="189"/>
                  </a:lnTo>
                  <a:lnTo>
                    <a:pt x="594" y="189"/>
                  </a:lnTo>
                  <a:lnTo>
                    <a:pt x="594" y="189"/>
                  </a:lnTo>
                  <a:lnTo>
                    <a:pt x="593" y="190"/>
                  </a:lnTo>
                  <a:lnTo>
                    <a:pt x="593" y="190"/>
                  </a:lnTo>
                  <a:lnTo>
                    <a:pt x="593" y="190"/>
                  </a:lnTo>
                  <a:lnTo>
                    <a:pt x="592" y="190"/>
                  </a:lnTo>
                  <a:lnTo>
                    <a:pt x="592" y="191"/>
                  </a:lnTo>
                  <a:lnTo>
                    <a:pt x="592" y="191"/>
                  </a:lnTo>
                  <a:lnTo>
                    <a:pt x="591" y="191"/>
                  </a:lnTo>
                  <a:lnTo>
                    <a:pt x="591" y="191"/>
                  </a:lnTo>
                  <a:lnTo>
                    <a:pt x="593" y="191"/>
                  </a:lnTo>
                  <a:lnTo>
                    <a:pt x="593" y="191"/>
                  </a:lnTo>
                  <a:lnTo>
                    <a:pt x="591" y="191"/>
                  </a:lnTo>
                  <a:lnTo>
                    <a:pt x="590" y="192"/>
                  </a:lnTo>
                  <a:lnTo>
                    <a:pt x="590" y="192"/>
                  </a:lnTo>
                  <a:lnTo>
                    <a:pt x="590" y="192"/>
                  </a:lnTo>
                  <a:lnTo>
                    <a:pt x="589" y="192"/>
                  </a:lnTo>
                  <a:lnTo>
                    <a:pt x="589" y="193"/>
                  </a:lnTo>
                  <a:lnTo>
                    <a:pt x="589" y="193"/>
                  </a:lnTo>
                  <a:lnTo>
                    <a:pt x="589" y="193"/>
                  </a:lnTo>
                  <a:lnTo>
                    <a:pt x="588" y="193"/>
                  </a:lnTo>
                  <a:lnTo>
                    <a:pt x="588" y="195"/>
                  </a:lnTo>
                  <a:lnTo>
                    <a:pt x="588" y="195"/>
                  </a:lnTo>
                  <a:lnTo>
                    <a:pt x="588" y="195"/>
                  </a:lnTo>
                  <a:lnTo>
                    <a:pt x="588" y="196"/>
                  </a:lnTo>
                  <a:lnTo>
                    <a:pt x="588" y="196"/>
                  </a:lnTo>
                  <a:lnTo>
                    <a:pt x="588" y="196"/>
                  </a:lnTo>
                  <a:lnTo>
                    <a:pt x="588" y="197"/>
                  </a:lnTo>
                  <a:lnTo>
                    <a:pt x="588" y="197"/>
                  </a:lnTo>
                  <a:lnTo>
                    <a:pt x="588" y="197"/>
                  </a:lnTo>
                  <a:lnTo>
                    <a:pt x="588" y="197"/>
                  </a:lnTo>
                  <a:lnTo>
                    <a:pt x="588" y="198"/>
                  </a:lnTo>
                  <a:lnTo>
                    <a:pt x="588" y="198"/>
                  </a:lnTo>
                  <a:lnTo>
                    <a:pt x="588" y="198"/>
                  </a:lnTo>
                  <a:lnTo>
                    <a:pt x="589" y="198"/>
                  </a:lnTo>
                  <a:lnTo>
                    <a:pt x="589" y="198"/>
                  </a:lnTo>
                  <a:lnTo>
                    <a:pt x="589" y="198"/>
                  </a:lnTo>
                  <a:lnTo>
                    <a:pt x="589" y="199"/>
                  </a:lnTo>
                  <a:lnTo>
                    <a:pt x="590" y="199"/>
                  </a:lnTo>
                  <a:lnTo>
                    <a:pt x="590" y="199"/>
                  </a:lnTo>
                  <a:lnTo>
                    <a:pt x="590" y="199"/>
                  </a:lnTo>
                  <a:lnTo>
                    <a:pt x="591" y="199"/>
                  </a:lnTo>
                  <a:lnTo>
                    <a:pt x="591" y="199"/>
                  </a:lnTo>
                  <a:lnTo>
                    <a:pt x="592" y="200"/>
                  </a:lnTo>
                  <a:lnTo>
                    <a:pt x="592" y="200"/>
                  </a:lnTo>
                  <a:lnTo>
                    <a:pt x="593" y="201"/>
                  </a:lnTo>
                  <a:lnTo>
                    <a:pt x="594" y="201"/>
                  </a:lnTo>
                  <a:lnTo>
                    <a:pt x="594" y="202"/>
                  </a:lnTo>
                  <a:lnTo>
                    <a:pt x="595" y="202"/>
                  </a:lnTo>
                  <a:lnTo>
                    <a:pt x="596" y="203"/>
                  </a:lnTo>
                  <a:lnTo>
                    <a:pt x="596" y="204"/>
                  </a:lnTo>
                  <a:lnTo>
                    <a:pt x="597" y="204"/>
                  </a:lnTo>
                  <a:lnTo>
                    <a:pt x="598" y="205"/>
                  </a:lnTo>
                  <a:lnTo>
                    <a:pt x="598" y="206"/>
                  </a:lnTo>
                  <a:lnTo>
                    <a:pt x="599" y="207"/>
                  </a:lnTo>
                  <a:lnTo>
                    <a:pt x="600" y="208"/>
                  </a:lnTo>
                  <a:lnTo>
                    <a:pt x="600" y="209"/>
                  </a:lnTo>
                  <a:lnTo>
                    <a:pt x="601" y="209"/>
                  </a:lnTo>
                  <a:lnTo>
                    <a:pt x="603" y="210"/>
                  </a:lnTo>
                  <a:lnTo>
                    <a:pt x="603" y="211"/>
                  </a:lnTo>
                  <a:lnTo>
                    <a:pt x="604" y="213"/>
                  </a:lnTo>
                  <a:lnTo>
                    <a:pt x="604" y="213"/>
                  </a:lnTo>
                  <a:lnTo>
                    <a:pt x="605" y="214"/>
                  </a:lnTo>
                  <a:lnTo>
                    <a:pt x="605" y="214"/>
                  </a:lnTo>
                  <a:lnTo>
                    <a:pt x="606" y="215"/>
                  </a:lnTo>
                  <a:lnTo>
                    <a:pt x="606" y="216"/>
                  </a:lnTo>
                  <a:lnTo>
                    <a:pt x="607" y="216"/>
                  </a:lnTo>
                  <a:lnTo>
                    <a:pt x="607" y="217"/>
                  </a:lnTo>
                  <a:lnTo>
                    <a:pt x="607" y="217"/>
                  </a:lnTo>
                  <a:lnTo>
                    <a:pt x="608" y="218"/>
                  </a:lnTo>
                  <a:lnTo>
                    <a:pt x="608" y="219"/>
                  </a:lnTo>
                  <a:lnTo>
                    <a:pt x="608" y="219"/>
                  </a:lnTo>
                  <a:lnTo>
                    <a:pt x="608" y="220"/>
                  </a:lnTo>
                  <a:lnTo>
                    <a:pt x="609" y="221"/>
                  </a:lnTo>
                  <a:lnTo>
                    <a:pt x="609" y="221"/>
                  </a:lnTo>
                  <a:lnTo>
                    <a:pt x="609" y="222"/>
                  </a:lnTo>
                  <a:lnTo>
                    <a:pt x="610" y="223"/>
                  </a:lnTo>
                  <a:lnTo>
                    <a:pt x="610" y="224"/>
                  </a:lnTo>
                  <a:lnTo>
                    <a:pt x="610" y="225"/>
                  </a:lnTo>
                  <a:lnTo>
                    <a:pt x="610" y="226"/>
                  </a:lnTo>
                  <a:lnTo>
                    <a:pt x="611" y="227"/>
                  </a:lnTo>
                  <a:lnTo>
                    <a:pt x="611" y="228"/>
                  </a:lnTo>
                  <a:lnTo>
                    <a:pt x="611" y="229"/>
                  </a:lnTo>
                  <a:lnTo>
                    <a:pt x="611" y="231"/>
                  </a:lnTo>
                  <a:lnTo>
                    <a:pt x="611" y="232"/>
                  </a:lnTo>
                  <a:lnTo>
                    <a:pt x="610" y="233"/>
                  </a:lnTo>
                  <a:lnTo>
                    <a:pt x="610" y="234"/>
                  </a:lnTo>
                  <a:lnTo>
                    <a:pt x="610" y="235"/>
                  </a:lnTo>
                  <a:lnTo>
                    <a:pt x="609" y="236"/>
                  </a:lnTo>
                  <a:lnTo>
                    <a:pt x="609" y="237"/>
                  </a:lnTo>
                  <a:lnTo>
                    <a:pt x="608" y="238"/>
                  </a:lnTo>
                  <a:lnTo>
                    <a:pt x="608" y="239"/>
                  </a:lnTo>
                  <a:lnTo>
                    <a:pt x="608" y="240"/>
                  </a:lnTo>
                  <a:lnTo>
                    <a:pt x="607" y="241"/>
                  </a:lnTo>
                  <a:lnTo>
                    <a:pt x="607" y="242"/>
                  </a:lnTo>
                  <a:lnTo>
                    <a:pt x="607" y="242"/>
                  </a:lnTo>
                  <a:lnTo>
                    <a:pt x="606" y="243"/>
                  </a:lnTo>
                  <a:lnTo>
                    <a:pt x="606" y="244"/>
                  </a:lnTo>
                  <a:lnTo>
                    <a:pt x="606" y="244"/>
                  </a:lnTo>
                  <a:lnTo>
                    <a:pt x="606" y="245"/>
                  </a:lnTo>
                  <a:lnTo>
                    <a:pt x="605" y="246"/>
                  </a:lnTo>
                  <a:lnTo>
                    <a:pt x="605" y="246"/>
                  </a:lnTo>
                  <a:lnTo>
                    <a:pt x="605" y="247"/>
                  </a:lnTo>
                  <a:lnTo>
                    <a:pt x="605" y="247"/>
                  </a:lnTo>
                  <a:lnTo>
                    <a:pt x="605" y="249"/>
                  </a:lnTo>
                  <a:lnTo>
                    <a:pt x="605" y="249"/>
                  </a:lnTo>
                  <a:lnTo>
                    <a:pt x="605" y="250"/>
                  </a:lnTo>
                  <a:lnTo>
                    <a:pt x="605" y="250"/>
                  </a:lnTo>
                  <a:lnTo>
                    <a:pt x="605" y="251"/>
                  </a:lnTo>
                  <a:lnTo>
                    <a:pt x="605" y="251"/>
                  </a:lnTo>
                  <a:lnTo>
                    <a:pt x="605" y="252"/>
                  </a:lnTo>
                  <a:lnTo>
                    <a:pt x="606" y="252"/>
                  </a:lnTo>
                  <a:lnTo>
                    <a:pt x="606" y="252"/>
                  </a:lnTo>
                  <a:lnTo>
                    <a:pt x="606" y="253"/>
                  </a:lnTo>
                  <a:lnTo>
                    <a:pt x="607" y="253"/>
                  </a:lnTo>
                  <a:lnTo>
                    <a:pt x="607" y="253"/>
                  </a:lnTo>
                  <a:lnTo>
                    <a:pt x="607" y="254"/>
                  </a:lnTo>
                  <a:lnTo>
                    <a:pt x="608" y="254"/>
                  </a:lnTo>
                  <a:lnTo>
                    <a:pt x="608" y="254"/>
                  </a:lnTo>
                  <a:lnTo>
                    <a:pt x="609" y="254"/>
                  </a:lnTo>
                  <a:lnTo>
                    <a:pt x="609" y="255"/>
                  </a:lnTo>
                  <a:lnTo>
                    <a:pt x="610" y="255"/>
                  </a:lnTo>
                  <a:lnTo>
                    <a:pt x="610" y="255"/>
                  </a:lnTo>
                  <a:lnTo>
                    <a:pt x="611" y="255"/>
                  </a:lnTo>
                  <a:lnTo>
                    <a:pt x="611" y="255"/>
                  </a:lnTo>
                  <a:lnTo>
                    <a:pt x="612" y="255"/>
                  </a:lnTo>
                  <a:lnTo>
                    <a:pt x="612" y="255"/>
                  </a:lnTo>
                  <a:lnTo>
                    <a:pt x="612" y="255"/>
                  </a:lnTo>
                  <a:lnTo>
                    <a:pt x="613" y="255"/>
                  </a:lnTo>
                  <a:lnTo>
                    <a:pt x="613" y="255"/>
                  </a:lnTo>
                  <a:lnTo>
                    <a:pt x="613" y="255"/>
                  </a:lnTo>
                  <a:lnTo>
                    <a:pt x="614" y="255"/>
                  </a:lnTo>
                  <a:lnTo>
                    <a:pt x="614" y="255"/>
                  </a:lnTo>
                  <a:lnTo>
                    <a:pt x="614" y="255"/>
                  </a:lnTo>
                  <a:lnTo>
                    <a:pt x="615" y="255"/>
                  </a:lnTo>
                  <a:lnTo>
                    <a:pt x="615" y="255"/>
                  </a:lnTo>
                  <a:lnTo>
                    <a:pt x="616" y="255"/>
                  </a:lnTo>
                  <a:lnTo>
                    <a:pt x="616" y="254"/>
                  </a:lnTo>
                  <a:lnTo>
                    <a:pt x="616" y="254"/>
                  </a:lnTo>
                  <a:lnTo>
                    <a:pt x="617" y="254"/>
                  </a:lnTo>
                  <a:lnTo>
                    <a:pt x="617" y="254"/>
                  </a:lnTo>
                  <a:lnTo>
                    <a:pt x="617" y="254"/>
                  </a:lnTo>
                  <a:lnTo>
                    <a:pt x="618" y="254"/>
                  </a:lnTo>
                  <a:lnTo>
                    <a:pt x="618" y="254"/>
                  </a:lnTo>
                  <a:lnTo>
                    <a:pt x="618" y="254"/>
                  </a:lnTo>
                  <a:lnTo>
                    <a:pt x="618" y="254"/>
                  </a:lnTo>
                  <a:lnTo>
                    <a:pt x="619" y="254"/>
                  </a:lnTo>
                  <a:lnTo>
                    <a:pt x="619" y="254"/>
                  </a:lnTo>
                  <a:lnTo>
                    <a:pt x="619" y="254"/>
                  </a:lnTo>
                  <a:lnTo>
                    <a:pt x="619" y="254"/>
                  </a:lnTo>
                  <a:lnTo>
                    <a:pt x="619" y="255"/>
                  </a:lnTo>
                  <a:lnTo>
                    <a:pt x="619" y="255"/>
                  </a:lnTo>
                  <a:lnTo>
                    <a:pt x="619" y="255"/>
                  </a:lnTo>
                  <a:lnTo>
                    <a:pt x="619" y="256"/>
                  </a:lnTo>
                  <a:lnTo>
                    <a:pt x="619" y="256"/>
                  </a:lnTo>
                  <a:lnTo>
                    <a:pt x="619" y="256"/>
                  </a:lnTo>
                  <a:lnTo>
                    <a:pt x="619" y="256"/>
                  </a:lnTo>
                  <a:lnTo>
                    <a:pt x="619" y="256"/>
                  </a:lnTo>
                  <a:lnTo>
                    <a:pt x="619" y="256"/>
                  </a:lnTo>
                  <a:lnTo>
                    <a:pt x="618" y="256"/>
                  </a:lnTo>
                  <a:lnTo>
                    <a:pt x="618" y="257"/>
                  </a:lnTo>
                  <a:lnTo>
                    <a:pt x="618" y="257"/>
                  </a:lnTo>
                  <a:lnTo>
                    <a:pt x="618" y="257"/>
                  </a:lnTo>
                  <a:lnTo>
                    <a:pt x="617" y="257"/>
                  </a:lnTo>
                  <a:lnTo>
                    <a:pt x="617" y="257"/>
                  </a:lnTo>
                  <a:lnTo>
                    <a:pt x="616" y="258"/>
                  </a:lnTo>
                  <a:lnTo>
                    <a:pt x="615" y="258"/>
                  </a:lnTo>
                  <a:lnTo>
                    <a:pt x="615" y="258"/>
                  </a:lnTo>
                  <a:lnTo>
                    <a:pt x="614" y="258"/>
                  </a:lnTo>
                  <a:lnTo>
                    <a:pt x="614" y="259"/>
                  </a:lnTo>
                  <a:lnTo>
                    <a:pt x="613" y="259"/>
                  </a:lnTo>
                  <a:lnTo>
                    <a:pt x="613" y="259"/>
                  </a:lnTo>
                  <a:lnTo>
                    <a:pt x="613" y="260"/>
                  </a:lnTo>
                  <a:lnTo>
                    <a:pt x="613" y="260"/>
                  </a:lnTo>
                  <a:lnTo>
                    <a:pt x="613" y="260"/>
                  </a:lnTo>
                  <a:lnTo>
                    <a:pt x="613" y="261"/>
                  </a:lnTo>
                  <a:lnTo>
                    <a:pt x="612" y="261"/>
                  </a:lnTo>
                  <a:lnTo>
                    <a:pt x="612" y="261"/>
                  </a:lnTo>
                  <a:lnTo>
                    <a:pt x="612" y="262"/>
                  </a:lnTo>
                  <a:lnTo>
                    <a:pt x="612" y="262"/>
                  </a:lnTo>
                  <a:lnTo>
                    <a:pt x="612" y="263"/>
                  </a:lnTo>
                  <a:lnTo>
                    <a:pt x="612" y="263"/>
                  </a:lnTo>
                  <a:lnTo>
                    <a:pt x="612" y="263"/>
                  </a:lnTo>
                  <a:lnTo>
                    <a:pt x="612" y="264"/>
                  </a:lnTo>
                  <a:lnTo>
                    <a:pt x="612" y="264"/>
                  </a:lnTo>
                  <a:lnTo>
                    <a:pt x="612" y="265"/>
                  </a:lnTo>
                  <a:lnTo>
                    <a:pt x="612" y="265"/>
                  </a:lnTo>
                  <a:lnTo>
                    <a:pt x="612" y="267"/>
                  </a:lnTo>
                  <a:lnTo>
                    <a:pt x="612" y="267"/>
                  </a:lnTo>
                  <a:lnTo>
                    <a:pt x="612" y="267"/>
                  </a:lnTo>
                  <a:lnTo>
                    <a:pt x="612" y="268"/>
                  </a:lnTo>
                  <a:lnTo>
                    <a:pt x="612" y="268"/>
                  </a:lnTo>
                  <a:lnTo>
                    <a:pt x="612" y="268"/>
                  </a:lnTo>
                  <a:lnTo>
                    <a:pt x="612" y="269"/>
                  </a:lnTo>
                  <a:lnTo>
                    <a:pt x="612" y="269"/>
                  </a:lnTo>
                  <a:lnTo>
                    <a:pt x="612" y="270"/>
                  </a:lnTo>
                  <a:lnTo>
                    <a:pt x="612" y="270"/>
                  </a:lnTo>
                  <a:lnTo>
                    <a:pt x="612" y="270"/>
                  </a:lnTo>
                  <a:lnTo>
                    <a:pt x="612" y="271"/>
                  </a:lnTo>
                  <a:lnTo>
                    <a:pt x="613" y="271"/>
                  </a:lnTo>
                  <a:lnTo>
                    <a:pt x="613" y="272"/>
                  </a:lnTo>
                  <a:lnTo>
                    <a:pt x="613" y="272"/>
                  </a:lnTo>
                  <a:lnTo>
                    <a:pt x="613" y="273"/>
                  </a:lnTo>
                  <a:lnTo>
                    <a:pt x="613" y="273"/>
                  </a:lnTo>
                  <a:lnTo>
                    <a:pt x="614" y="273"/>
                  </a:lnTo>
                  <a:lnTo>
                    <a:pt x="614" y="274"/>
                  </a:lnTo>
                  <a:lnTo>
                    <a:pt x="614" y="274"/>
                  </a:lnTo>
                  <a:lnTo>
                    <a:pt x="614" y="274"/>
                  </a:lnTo>
                  <a:lnTo>
                    <a:pt x="614" y="275"/>
                  </a:lnTo>
                  <a:lnTo>
                    <a:pt x="614" y="275"/>
                  </a:lnTo>
                  <a:lnTo>
                    <a:pt x="614" y="276"/>
                  </a:lnTo>
                  <a:lnTo>
                    <a:pt x="614" y="276"/>
                  </a:lnTo>
                  <a:lnTo>
                    <a:pt x="614" y="277"/>
                  </a:lnTo>
                  <a:lnTo>
                    <a:pt x="614" y="277"/>
                  </a:lnTo>
                  <a:lnTo>
                    <a:pt x="614" y="278"/>
                  </a:lnTo>
                  <a:lnTo>
                    <a:pt x="613" y="278"/>
                  </a:lnTo>
                  <a:lnTo>
                    <a:pt x="613" y="279"/>
                  </a:lnTo>
                  <a:lnTo>
                    <a:pt x="613" y="279"/>
                  </a:lnTo>
                  <a:lnTo>
                    <a:pt x="613" y="280"/>
                  </a:lnTo>
                  <a:lnTo>
                    <a:pt x="613" y="280"/>
                  </a:lnTo>
                  <a:lnTo>
                    <a:pt x="612" y="281"/>
                  </a:lnTo>
                  <a:lnTo>
                    <a:pt x="612" y="281"/>
                  </a:lnTo>
                  <a:lnTo>
                    <a:pt x="612" y="282"/>
                  </a:lnTo>
                  <a:lnTo>
                    <a:pt x="611" y="282"/>
                  </a:lnTo>
                  <a:lnTo>
                    <a:pt x="611" y="283"/>
                  </a:lnTo>
                  <a:lnTo>
                    <a:pt x="611" y="283"/>
                  </a:lnTo>
                  <a:lnTo>
                    <a:pt x="611" y="285"/>
                  </a:lnTo>
                  <a:lnTo>
                    <a:pt x="610" y="285"/>
                  </a:lnTo>
                  <a:lnTo>
                    <a:pt x="610" y="285"/>
                  </a:lnTo>
                  <a:lnTo>
                    <a:pt x="610" y="286"/>
                  </a:lnTo>
                  <a:lnTo>
                    <a:pt x="609" y="286"/>
                  </a:lnTo>
                  <a:lnTo>
                    <a:pt x="609" y="286"/>
                  </a:lnTo>
                  <a:lnTo>
                    <a:pt x="609" y="286"/>
                  </a:lnTo>
                  <a:lnTo>
                    <a:pt x="608" y="287"/>
                  </a:lnTo>
                  <a:lnTo>
                    <a:pt x="608" y="287"/>
                  </a:lnTo>
                  <a:lnTo>
                    <a:pt x="608" y="287"/>
                  </a:lnTo>
                  <a:lnTo>
                    <a:pt x="607" y="287"/>
                  </a:lnTo>
                  <a:lnTo>
                    <a:pt x="607" y="287"/>
                  </a:lnTo>
                  <a:lnTo>
                    <a:pt x="607" y="287"/>
                  </a:lnTo>
                  <a:lnTo>
                    <a:pt x="607" y="287"/>
                  </a:lnTo>
                  <a:lnTo>
                    <a:pt x="607" y="287"/>
                  </a:lnTo>
                  <a:lnTo>
                    <a:pt x="606" y="287"/>
                  </a:lnTo>
                  <a:lnTo>
                    <a:pt x="606" y="287"/>
                  </a:lnTo>
                  <a:lnTo>
                    <a:pt x="606" y="286"/>
                  </a:lnTo>
                  <a:lnTo>
                    <a:pt x="606" y="286"/>
                  </a:lnTo>
                  <a:lnTo>
                    <a:pt x="607" y="286"/>
                  </a:lnTo>
                  <a:lnTo>
                    <a:pt x="607" y="286"/>
                  </a:lnTo>
                  <a:lnTo>
                    <a:pt x="607" y="285"/>
                  </a:lnTo>
                  <a:lnTo>
                    <a:pt x="607" y="285"/>
                  </a:lnTo>
                  <a:lnTo>
                    <a:pt x="607" y="283"/>
                  </a:lnTo>
                  <a:lnTo>
                    <a:pt x="607" y="283"/>
                  </a:lnTo>
                  <a:lnTo>
                    <a:pt x="607" y="283"/>
                  </a:lnTo>
                  <a:lnTo>
                    <a:pt x="607" y="282"/>
                  </a:lnTo>
                  <a:lnTo>
                    <a:pt x="607" y="282"/>
                  </a:lnTo>
                  <a:lnTo>
                    <a:pt x="607" y="281"/>
                  </a:lnTo>
                  <a:lnTo>
                    <a:pt x="607" y="281"/>
                  </a:lnTo>
                  <a:lnTo>
                    <a:pt x="607" y="281"/>
                  </a:lnTo>
                  <a:lnTo>
                    <a:pt x="606" y="280"/>
                  </a:lnTo>
                  <a:lnTo>
                    <a:pt x="606" y="280"/>
                  </a:lnTo>
                  <a:lnTo>
                    <a:pt x="606" y="280"/>
                  </a:lnTo>
                  <a:lnTo>
                    <a:pt x="606" y="279"/>
                  </a:lnTo>
                  <a:lnTo>
                    <a:pt x="606" y="279"/>
                  </a:lnTo>
                  <a:lnTo>
                    <a:pt x="605" y="279"/>
                  </a:lnTo>
                  <a:lnTo>
                    <a:pt x="605" y="278"/>
                  </a:lnTo>
                  <a:lnTo>
                    <a:pt x="605" y="278"/>
                  </a:lnTo>
                  <a:lnTo>
                    <a:pt x="605" y="278"/>
                  </a:lnTo>
                  <a:lnTo>
                    <a:pt x="605" y="277"/>
                  </a:lnTo>
                  <a:lnTo>
                    <a:pt x="604" y="277"/>
                  </a:lnTo>
                  <a:lnTo>
                    <a:pt x="604" y="277"/>
                  </a:lnTo>
                  <a:lnTo>
                    <a:pt x="604" y="277"/>
                  </a:lnTo>
                  <a:lnTo>
                    <a:pt x="604" y="277"/>
                  </a:lnTo>
                  <a:lnTo>
                    <a:pt x="604" y="276"/>
                  </a:lnTo>
                  <a:lnTo>
                    <a:pt x="604" y="276"/>
                  </a:lnTo>
                  <a:lnTo>
                    <a:pt x="603" y="276"/>
                  </a:lnTo>
                  <a:lnTo>
                    <a:pt x="603" y="276"/>
                  </a:lnTo>
                  <a:lnTo>
                    <a:pt x="603" y="276"/>
                  </a:lnTo>
                  <a:lnTo>
                    <a:pt x="601" y="276"/>
                  </a:lnTo>
                  <a:lnTo>
                    <a:pt x="601" y="276"/>
                  </a:lnTo>
                  <a:lnTo>
                    <a:pt x="600" y="276"/>
                  </a:lnTo>
                  <a:lnTo>
                    <a:pt x="600" y="276"/>
                  </a:lnTo>
                  <a:lnTo>
                    <a:pt x="599" y="277"/>
                  </a:lnTo>
                  <a:lnTo>
                    <a:pt x="598" y="277"/>
                  </a:lnTo>
                  <a:lnTo>
                    <a:pt x="598" y="277"/>
                  </a:lnTo>
                  <a:lnTo>
                    <a:pt x="597" y="277"/>
                  </a:lnTo>
                  <a:lnTo>
                    <a:pt x="597" y="277"/>
                  </a:lnTo>
                  <a:lnTo>
                    <a:pt x="597" y="277"/>
                  </a:lnTo>
                  <a:lnTo>
                    <a:pt x="596" y="277"/>
                  </a:lnTo>
                  <a:lnTo>
                    <a:pt x="596" y="277"/>
                  </a:lnTo>
                  <a:lnTo>
                    <a:pt x="596" y="277"/>
                  </a:lnTo>
                  <a:lnTo>
                    <a:pt x="596" y="278"/>
                  </a:lnTo>
                  <a:lnTo>
                    <a:pt x="596" y="278"/>
                  </a:lnTo>
                  <a:lnTo>
                    <a:pt x="596" y="278"/>
                  </a:lnTo>
                  <a:lnTo>
                    <a:pt x="596" y="278"/>
                  </a:lnTo>
                  <a:lnTo>
                    <a:pt x="596" y="278"/>
                  </a:lnTo>
                  <a:lnTo>
                    <a:pt x="596" y="278"/>
                  </a:lnTo>
                  <a:lnTo>
                    <a:pt x="596" y="279"/>
                  </a:lnTo>
                  <a:lnTo>
                    <a:pt x="596" y="279"/>
                  </a:lnTo>
                  <a:lnTo>
                    <a:pt x="597" y="279"/>
                  </a:lnTo>
                  <a:lnTo>
                    <a:pt x="597" y="279"/>
                  </a:lnTo>
                  <a:lnTo>
                    <a:pt x="597" y="279"/>
                  </a:lnTo>
                  <a:lnTo>
                    <a:pt x="597" y="279"/>
                  </a:lnTo>
                  <a:lnTo>
                    <a:pt x="597" y="279"/>
                  </a:lnTo>
                  <a:lnTo>
                    <a:pt x="597" y="279"/>
                  </a:lnTo>
                  <a:lnTo>
                    <a:pt x="598" y="279"/>
                  </a:lnTo>
                  <a:lnTo>
                    <a:pt x="598" y="279"/>
                  </a:lnTo>
                  <a:lnTo>
                    <a:pt x="598" y="279"/>
                  </a:lnTo>
                  <a:lnTo>
                    <a:pt x="598" y="279"/>
                  </a:lnTo>
                  <a:lnTo>
                    <a:pt x="598" y="279"/>
                  </a:lnTo>
                  <a:lnTo>
                    <a:pt x="598" y="279"/>
                  </a:lnTo>
                  <a:lnTo>
                    <a:pt x="599" y="279"/>
                  </a:lnTo>
                  <a:lnTo>
                    <a:pt x="599" y="279"/>
                  </a:lnTo>
                  <a:lnTo>
                    <a:pt x="599" y="279"/>
                  </a:lnTo>
                  <a:lnTo>
                    <a:pt x="599" y="279"/>
                  </a:lnTo>
                  <a:lnTo>
                    <a:pt x="600" y="279"/>
                  </a:lnTo>
                  <a:lnTo>
                    <a:pt x="600" y="279"/>
                  </a:lnTo>
                  <a:lnTo>
                    <a:pt x="600" y="279"/>
                  </a:lnTo>
                  <a:lnTo>
                    <a:pt x="600" y="279"/>
                  </a:lnTo>
                  <a:lnTo>
                    <a:pt x="601" y="279"/>
                  </a:lnTo>
                  <a:lnTo>
                    <a:pt x="601" y="279"/>
                  </a:lnTo>
                  <a:lnTo>
                    <a:pt x="601" y="279"/>
                  </a:lnTo>
                  <a:lnTo>
                    <a:pt x="603" y="279"/>
                  </a:lnTo>
                  <a:lnTo>
                    <a:pt x="603" y="279"/>
                  </a:lnTo>
                  <a:lnTo>
                    <a:pt x="603" y="279"/>
                  </a:lnTo>
                  <a:lnTo>
                    <a:pt x="603" y="280"/>
                  </a:lnTo>
                  <a:lnTo>
                    <a:pt x="604" y="280"/>
                  </a:lnTo>
                  <a:lnTo>
                    <a:pt x="604" y="280"/>
                  </a:lnTo>
                  <a:lnTo>
                    <a:pt x="604" y="281"/>
                  </a:lnTo>
                  <a:lnTo>
                    <a:pt x="604" y="281"/>
                  </a:lnTo>
                  <a:lnTo>
                    <a:pt x="604" y="282"/>
                  </a:lnTo>
                  <a:lnTo>
                    <a:pt x="604" y="282"/>
                  </a:lnTo>
                  <a:lnTo>
                    <a:pt x="604" y="283"/>
                  </a:lnTo>
                  <a:lnTo>
                    <a:pt x="604" y="285"/>
                  </a:lnTo>
                  <a:lnTo>
                    <a:pt x="604" y="285"/>
                  </a:lnTo>
                  <a:lnTo>
                    <a:pt x="604" y="286"/>
                  </a:lnTo>
                  <a:lnTo>
                    <a:pt x="604" y="286"/>
                  </a:lnTo>
                  <a:lnTo>
                    <a:pt x="604" y="287"/>
                  </a:lnTo>
                  <a:lnTo>
                    <a:pt x="604" y="287"/>
                  </a:lnTo>
                  <a:lnTo>
                    <a:pt x="603" y="287"/>
                  </a:lnTo>
                  <a:lnTo>
                    <a:pt x="603" y="288"/>
                  </a:lnTo>
                  <a:lnTo>
                    <a:pt x="603" y="288"/>
                  </a:lnTo>
                  <a:lnTo>
                    <a:pt x="601" y="288"/>
                  </a:lnTo>
                  <a:lnTo>
                    <a:pt x="601" y="288"/>
                  </a:lnTo>
                  <a:lnTo>
                    <a:pt x="601" y="289"/>
                  </a:lnTo>
                  <a:lnTo>
                    <a:pt x="600" y="289"/>
                  </a:lnTo>
                  <a:lnTo>
                    <a:pt x="599" y="289"/>
                  </a:lnTo>
                  <a:lnTo>
                    <a:pt x="599" y="289"/>
                  </a:lnTo>
                  <a:lnTo>
                    <a:pt x="598" y="289"/>
                  </a:lnTo>
                  <a:lnTo>
                    <a:pt x="597" y="289"/>
                  </a:lnTo>
                  <a:lnTo>
                    <a:pt x="596" y="289"/>
                  </a:lnTo>
                  <a:lnTo>
                    <a:pt x="596" y="289"/>
                  </a:lnTo>
                  <a:lnTo>
                    <a:pt x="595" y="289"/>
                  </a:lnTo>
                  <a:lnTo>
                    <a:pt x="594" y="289"/>
                  </a:lnTo>
                  <a:lnTo>
                    <a:pt x="593" y="289"/>
                  </a:lnTo>
                  <a:lnTo>
                    <a:pt x="593" y="289"/>
                  </a:lnTo>
                  <a:lnTo>
                    <a:pt x="592" y="289"/>
                  </a:lnTo>
                  <a:lnTo>
                    <a:pt x="592" y="289"/>
                  </a:lnTo>
                  <a:lnTo>
                    <a:pt x="591" y="289"/>
                  </a:lnTo>
                  <a:lnTo>
                    <a:pt x="591" y="289"/>
                  </a:lnTo>
                  <a:lnTo>
                    <a:pt x="590" y="288"/>
                  </a:lnTo>
                  <a:lnTo>
                    <a:pt x="590" y="288"/>
                  </a:lnTo>
                  <a:lnTo>
                    <a:pt x="590" y="288"/>
                  </a:lnTo>
                  <a:lnTo>
                    <a:pt x="590" y="288"/>
                  </a:lnTo>
                  <a:lnTo>
                    <a:pt x="589" y="288"/>
                  </a:lnTo>
                  <a:lnTo>
                    <a:pt x="589" y="288"/>
                  </a:lnTo>
                  <a:lnTo>
                    <a:pt x="589" y="287"/>
                  </a:lnTo>
                  <a:lnTo>
                    <a:pt x="589" y="287"/>
                  </a:lnTo>
                  <a:lnTo>
                    <a:pt x="589" y="287"/>
                  </a:lnTo>
                  <a:lnTo>
                    <a:pt x="589" y="287"/>
                  </a:lnTo>
                  <a:lnTo>
                    <a:pt x="589" y="287"/>
                  </a:lnTo>
                  <a:lnTo>
                    <a:pt x="589" y="286"/>
                  </a:lnTo>
                  <a:lnTo>
                    <a:pt x="589" y="286"/>
                  </a:lnTo>
                  <a:lnTo>
                    <a:pt x="589" y="286"/>
                  </a:lnTo>
                  <a:lnTo>
                    <a:pt x="589" y="286"/>
                  </a:lnTo>
                  <a:lnTo>
                    <a:pt x="589" y="285"/>
                  </a:lnTo>
                  <a:lnTo>
                    <a:pt x="589" y="285"/>
                  </a:lnTo>
                  <a:lnTo>
                    <a:pt x="589" y="285"/>
                  </a:lnTo>
                  <a:lnTo>
                    <a:pt x="589" y="283"/>
                  </a:lnTo>
                  <a:lnTo>
                    <a:pt x="589" y="283"/>
                  </a:lnTo>
                  <a:lnTo>
                    <a:pt x="589" y="283"/>
                  </a:lnTo>
                  <a:lnTo>
                    <a:pt x="589" y="282"/>
                  </a:lnTo>
                  <a:lnTo>
                    <a:pt x="590" y="282"/>
                  </a:lnTo>
                  <a:lnTo>
                    <a:pt x="590" y="282"/>
                  </a:lnTo>
                  <a:lnTo>
                    <a:pt x="590" y="282"/>
                  </a:lnTo>
                  <a:lnTo>
                    <a:pt x="590" y="281"/>
                  </a:lnTo>
                  <a:lnTo>
                    <a:pt x="589" y="281"/>
                  </a:lnTo>
                  <a:lnTo>
                    <a:pt x="589" y="281"/>
                  </a:lnTo>
                  <a:lnTo>
                    <a:pt x="589" y="281"/>
                  </a:lnTo>
                  <a:lnTo>
                    <a:pt x="589" y="281"/>
                  </a:lnTo>
                  <a:lnTo>
                    <a:pt x="588" y="280"/>
                  </a:lnTo>
                  <a:lnTo>
                    <a:pt x="588" y="280"/>
                  </a:lnTo>
                  <a:lnTo>
                    <a:pt x="587" y="280"/>
                  </a:lnTo>
                  <a:lnTo>
                    <a:pt x="586" y="280"/>
                  </a:lnTo>
                  <a:lnTo>
                    <a:pt x="586" y="280"/>
                  </a:lnTo>
                  <a:lnTo>
                    <a:pt x="585" y="280"/>
                  </a:lnTo>
                  <a:lnTo>
                    <a:pt x="585" y="280"/>
                  </a:lnTo>
                  <a:lnTo>
                    <a:pt x="583" y="280"/>
                  </a:lnTo>
                  <a:lnTo>
                    <a:pt x="583" y="280"/>
                  </a:lnTo>
                  <a:lnTo>
                    <a:pt x="583" y="280"/>
                  </a:lnTo>
                  <a:lnTo>
                    <a:pt x="582" y="280"/>
                  </a:lnTo>
                  <a:lnTo>
                    <a:pt x="582" y="280"/>
                  </a:lnTo>
                  <a:lnTo>
                    <a:pt x="582" y="281"/>
                  </a:lnTo>
                  <a:lnTo>
                    <a:pt x="582" y="281"/>
                  </a:lnTo>
                  <a:lnTo>
                    <a:pt x="582" y="281"/>
                  </a:lnTo>
                  <a:lnTo>
                    <a:pt x="582" y="281"/>
                  </a:lnTo>
                  <a:lnTo>
                    <a:pt x="581" y="282"/>
                  </a:lnTo>
                  <a:lnTo>
                    <a:pt x="581" y="282"/>
                  </a:lnTo>
                  <a:lnTo>
                    <a:pt x="581" y="282"/>
                  </a:lnTo>
                  <a:lnTo>
                    <a:pt x="581" y="283"/>
                  </a:lnTo>
                  <a:lnTo>
                    <a:pt x="581" y="283"/>
                  </a:lnTo>
                  <a:lnTo>
                    <a:pt x="581" y="285"/>
                  </a:lnTo>
                  <a:lnTo>
                    <a:pt x="580" y="286"/>
                  </a:lnTo>
                  <a:lnTo>
                    <a:pt x="580" y="287"/>
                  </a:lnTo>
                  <a:lnTo>
                    <a:pt x="580" y="288"/>
                  </a:lnTo>
                  <a:lnTo>
                    <a:pt x="579" y="288"/>
                  </a:lnTo>
                  <a:lnTo>
                    <a:pt x="579" y="289"/>
                  </a:lnTo>
                  <a:lnTo>
                    <a:pt x="579" y="290"/>
                  </a:lnTo>
                  <a:lnTo>
                    <a:pt x="578" y="291"/>
                  </a:lnTo>
                  <a:lnTo>
                    <a:pt x="578" y="292"/>
                  </a:lnTo>
                  <a:lnTo>
                    <a:pt x="578" y="293"/>
                  </a:lnTo>
                  <a:lnTo>
                    <a:pt x="577" y="294"/>
                  </a:lnTo>
                  <a:lnTo>
                    <a:pt x="577" y="295"/>
                  </a:lnTo>
                  <a:lnTo>
                    <a:pt x="577" y="295"/>
                  </a:lnTo>
                  <a:lnTo>
                    <a:pt x="577" y="296"/>
                  </a:lnTo>
                  <a:lnTo>
                    <a:pt x="576" y="296"/>
                  </a:lnTo>
                  <a:lnTo>
                    <a:pt x="576" y="297"/>
                  </a:lnTo>
                  <a:lnTo>
                    <a:pt x="576" y="298"/>
                  </a:lnTo>
                  <a:lnTo>
                    <a:pt x="575" y="299"/>
                  </a:lnTo>
                  <a:lnTo>
                    <a:pt x="575" y="300"/>
                  </a:lnTo>
                  <a:lnTo>
                    <a:pt x="575" y="301"/>
                  </a:lnTo>
                  <a:lnTo>
                    <a:pt x="574" y="303"/>
                  </a:lnTo>
                  <a:lnTo>
                    <a:pt x="574" y="304"/>
                  </a:lnTo>
                  <a:lnTo>
                    <a:pt x="573" y="305"/>
                  </a:lnTo>
                  <a:lnTo>
                    <a:pt x="573" y="306"/>
                  </a:lnTo>
                  <a:lnTo>
                    <a:pt x="574" y="306"/>
                  </a:lnTo>
                  <a:lnTo>
                    <a:pt x="574" y="306"/>
                  </a:lnTo>
                  <a:lnTo>
                    <a:pt x="572" y="307"/>
                  </a:lnTo>
                  <a:lnTo>
                    <a:pt x="572" y="308"/>
                  </a:lnTo>
                  <a:lnTo>
                    <a:pt x="571" y="309"/>
                  </a:lnTo>
                  <a:lnTo>
                    <a:pt x="571" y="309"/>
                  </a:lnTo>
                  <a:lnTo>
                    <a:pt x="570" y="310"/>
                  </a:lnTo>
                  <a:lnTo>
                    <a:pt x="570" y="310"/>
                  </a:lnTo>
                  <a:lnTo>
                    <a:pt x="569" y="311"/>
                  </a:lnTo>
                  <a:lnTo>
                    <a:pt x="568" y="312"/>
                  </a:lnTo>
                  <a:lnTo>
                    <a:pt x="568" y="313"/>
                  </a:lnTo>
                  <a:lnTo>
                    <a:pt x="567" y="313"/>
                  </a:lnTo>
                  <a:lnTo>
                    <a:pt x="565" y="314"/>
                  </a:lnTo>
                  <a:lnTo>
                    <a:pt x="565" y="314"/>
                  </a:lnTo>
                  <a:lnTo>
                    <a:pt x="564" y="315"/>
                  </a:lnTo>
                  <a:lnTo>
                    <a:pt x="564" y="315"/>
                  </a:lnTo>
                  <a:lnTo>
                    <a:pt x="563" y="316"/>
                  </a:lnTo>
                  <a:lnTo>
                    <a:pt x="563" y="316"/>
                  </a:lnTo>
                  <a:lnTo>
                    <a:pt x="562" y="316"/>
                  </a:lnTo>
                  <a:lnTo>
                    <a:pt x="561" y="316"/>
                  </a:lnTo>
                  <a:lnTo>
                    <a:pt x="561" y="316"/>
                  </a:lnTo>
                  <a:lnTo>
                    <a:pt x="560" y="317"/>
                  </a:lnTo>
                  <a:lnTo>
                    <a:pt x="560" y="317"/>
                  </a:lnTo>
                  <a:lnTo>
                    <a:pt x="559" y="317"/>
                  </a:lnTo>
                  <a:lnTo>
                    <a:pt x="559" y="317"/>
                  </a:lnTo>
                  <a:lnTo>
                    <a:pt x="558" y="317"/>
                  </a:lnTo>
                  <a:lnTo>
                    <a:pt x="558" y="317"/>
                  </a:lnTo>
                  <a:lnTo>
                    <a:pt x="557" y="317"/>
                  </a:lnTo>
                  <a:lnTo>
                    <a:pt x="557" y="317"/>
                  </a:lnTo>
                  <a:lnTo>
                    <a:pt x="557" y="317"/>
                  </a:lnTo>
                  <a:lnTo>
                    <a:pt x="556" y="318"/>
                  </a:lnTo>
                  <a:lnTo>
                    <a:pt x="556" y="318"/>
                  </a:lnTo>
                  <a:lnTo>
                    <a:pt x="556" y="318"/>
                  </a:lnTo>
                  <a:lnTo>
                    <a:pt x="556" y="319"/>
                  </a:lnTo>
                  <a:lnTo>
                    <a:pt x="555" y="319"/>
                  </a:lnTo>
                  <a:lnTo>
                    <a:pt x="555" y="319"/>
                  </a:lnTo>
                  <a:lnTo>
                    <a:pt x="555" y="321"/>
                  </a:lnTo>
                  <a:lnTo>
                    <a:pt x="555" y="321"/>
                  </a:lnTo>
                  <a:lnTo>
                    <a:pt x="555" y="321"/>
                  </a:lnTo>
                  <a:lnTo>
                    <a:pt x="555" y="322"/>
                  </a:lnTo>
                  <a:lnTo>
                    <a:pt x="555" y="322"/>
                  </a:lnTo>
                  <a:lnTo>
                    <a:pt x="555" y="323"/>
                  </a:lnTo>
                  <a:lnTo>
                    <a:pt x="555" y="323"/>
                  </a:lnTo>
                  <a:lnTo>
                    <a:pt x="555" y="323"/>
                  </a:lnTo>
                  <a:lnTo>
                    <a:pt x="555" y="324"/>
                  </a:lnTo>
                  <a:lnTo>
                    <a:pt x="556" y="324"/>
                  </a:lnTo>
                  <a:lnTo>
                    <a:pt x="556" y="324"/>
                  </a:lnTo>
                  <a:lnTo>
                    <a:pt x="556" y="324"/>
                  </a:lnTo>
                  <a:lnTo>
                    <a:pt x="556" y="325"/>
                  </a:lnTo>
                  <a:lnTo>
                    <a:pt x="556" y="325"/>
                  </a:lnTo>
                  <a:lnTo>
                    <a:pt x="556" y="325"/>
                  </a:lnTo>
                  <a:lnTo>
                    <a:pt x="556" y="325"/>
                  </a:lnTo>
                  <a:lnTo>
                    <a:pt x="555" y="326"/>
                  </a:lnTo>
                  <a:lnTo>
                    <a:pt x="555" y="326"/>
                  </a:lnTo>
                  <a:lnTo>
                    <a:pt x="555" y="326"/>
                  </a:lnTo>
                  <a:lnTo>
                    <a:pt x="554" y="326"/>
                  </a:lnTo>
                  <a:lnTo>
                    <a:pt x="554" y="326"/>
                  </a:lnTo>
                  <a:lnTo>
                    <a:pt x="554" y="326"/>
                  </a:lnTo>
                  <a:lnTo>
                    <a:pt x="553" y="326"/>
                  </a:lnTo>
                  <a:lnTo>
                    <a:pt x="553" y="326"/>
                  </a:lnTo>
                  <a:lnTo>
                    <a:pt x="553" y="326"/>
                  </a:lnTo>
                  <a:lnTo>
                    <a:pt x="553" y="326"/>
                  </a:lnTo>
                  <a:lnTo>
                    <a:pt x="553" y="325"/>
                  </a:lnTo>
                  <a:lnTo>
                    <a:pt x="552" y="325"/>
                  </a:lnTo>
                  <a:lnTo>
                    <a:pt x="552" y="325"/>
                  </a:lnTo>
                  <a:lnTo>
                    <a:pt x="552" y="325"/>
                  </a:lnTo>
                  <a:lnTo>
                    <a:pt x="552" y="324"/>
                  </a:lnTo>
                  <a:lnTo>
                    <a:pt x="552" y="324"/>
                  </a:lnTo>
                  <a:lnTo>
                    <a:pt x="552" y="324"/>
                  </a:lnTo>
                  <a:lnTo>
                    <a:pt x="552" y="323"/>
                  </a:lnTo>
                  <a:lnTo>
                    <a:pt x="552" y="323"/>
                  </a:lnTo>
                  <a:lnTo>
                    <a:pt x="552" y="323"/>
                  </a:lnTo>
                  <a:lnTo>
                    <a:pt x="552" y="322"/>
                  </a:lnTo>
                  <a:lnTo>
                    <a:pt x="552" y="322"/>
                  </a:lnTo>
                  <a:lnTo>
                    <a:pt x="552" y="321"/>
                  </a:lnTo>
                  <a:lnTo>
                    <a:pt x="552" y="321"/>
                  </a:lnTo>
                  <a:lnTo>
                    <a:pt x="552" y="319"/>
                  </a:lnTo>
                  <a:lnTo>
                    <a:pt x="552" y="318"/>
                  </a:lnTo>
                  <a:lnTo>
                    <a:pt x="552" y="318"/>
                  </a:lnTo>
                  <a:lnTo>
                    <a:pt x="552" y="317"/>
                  </a:lnTo>
                  <a:lnTo>
                    <a:pt x="552" y="316"/>
                  </a:lnTo>
                  <a:lnTo>
                    <a:pt x="552" y="316"/>
                  </a:lnTo>
                  <a:lnTo>
                    <a:pt x="552" y="315"/>
                  </a:lnTo>
                  <a:lnTo>
                    <a:pt x="553" y="314"/>
                  </a:lnTo>
                  <a:lnTo>
                    <a:pt x="553" y="314"/>
                  </a:lnTo>
                  <a:lnTo>
                    <a:pt x="553" y="313"/>
                  </a:lnTo>
                  <a:lnTo>
                    <a:pt x="553" y="313"/>
                  </a:lnTo>
                  <a:lnTo>
                    <a:pt x="554" y="312"/>
                  </a:lnTo>
                  <a:lnTo>
                    <a:pt x="554" y="312"/>
                  </a:lnTo>
                  <a:lnTo>
                    <a:pt x="554" y="312"/>
                  </a:lnTo>
                  <a:lnTo>
                    <a:pt x="555" y="311"/>
                  </a:lnTo>
                  <a:lnTo>
                    <a:pt x="555" y="311"/>
                  </a:lnTo>
                  <a:lnTo>
                    <a:pt x="555" y="311"/>
                  </a:lnTo>
                  <a:lnTo>
                    <a:pt x="555" y="310"/>
                  </a:lnTo>
                  <a:lnTo>
                    <a:pt x="556" y="310"/>
                  </a:lnTo>
                  <a:lnTo>
                    <a:pt x="556" y="310"/>
                  </a:lnTo>
                  <a:lnTo>
                    <a:pt x="556" y="310"/>
                  </a:lnTo>
                  <a:lnTo>
                    <a:pt x="556" y="309"/>
                  </a:lnTo>
                  <a:lnTo>
                    <a:pt x="556" y="309"/>
                  </a:lnTo>
                  <a:lnTo>
                    <a:pt x="556" y="309"/>
                  </a:lnTo>
                  <a:lnTo>
                    <a:pt x="556" y="309"/>
                  </a:lnTo>
                  <a:lnTo>
                    <a:pt x="556" y="308"/>
                  </a:lnTo>
                  <a:lnTo>
                    <a:pt x="556" y="308"/>
                  </a:lnTo>
                  <a:lnTo>
                    <a:pt x="556" y="308"/>
                  </a:lnTo>
                  <a:lnTo>
                    <a:pt x="556" y="308"/>
                  </a:lnTo>
                  <a:lnTo>
                    <a:pt x="556" y="307"/>
                  </a:lnTo>
                  <a:lnTo>
                    <a:pt x="555" y="307"/>
                  </a:lnTo>
                  <a:lnTo>
                    <a:pt x="555" y="307"/>
                  </a:lnTo>
                  <a:lnTo>
                    <a:pt x="555" y="307"/>
                  </a:lnTo>
                  <a:lnTo>
                    <a:pt x="555" y="307"/>
                  </a:lnTo>
                  <a:lnTo>
                    <a:pt x="555" y="307"/>
                  </a:lnTo>
                  <a:lnTo>
                    <a:pt x="555" y="307"/>
                  </a:lnTo>
                  <a:lnTo>
                    <a:pt x="555" y="307"/>
                  </a:lnTo>
                  <a:lnTo>
                    <a:pt x="555" y="307"/>
                  </a:lnTo>
                  <a:lnTo>
                    <a:pt x="554" y="307"/>
                  </a:lnTo>
                  <a:lnTo>
                    <a:pt x="554" y="307"/>
                  </a:lnTo>
                  <a:lnTo>
                    <a:pt x="554" y="307"/>
                  </a:lnTo>
                  <a:lnTo>
                    <a:pt x="554" y="307"/>
                  </a:lnTo>
                  <a:lnTo>
                    <a:pt x="553" y="308"/>
                  </a:lnTo>
                  <a:lnTo>
                    <a:pt x="553" y="308"/>
                  </a:lnTo>
                  <a:lnTo>
                    <a:pt x="553" y="308"/>
                  </a:lnTo>
                  <a:lnTo>
                    <a:pt x="552" y="308"/>
                  </a:lnTo>
                  <a:lnTo>
                    <a:pt x="552" y="308"/>
                  </a:lnTo>
                  <a:lnTo>
                    <a:pt x="552" y="309"/>
                  </a:lnTo>
                  <a:lnTo>
                    <a:pt x="551" y="309"/>
                  </a:lnTo>
                  <a:lnTo>
                    <a:pt x="551" y="309"/>
                  </a:lnTo>
                  <a:lnTo>
                    <a:pt x="551" y="309"/>
                  </a:lnTo>
                  <a:lnTo>
                    <a:pt x="550" y="309"/>
                  </a:lnTo>
                  <a:lnTo>
                    <a:pt x="550" y="309"/>
                  </a:lnTo>
                  <a:lnTo>
                    <a:pt x="550" y="309"/>
                  </a:lnTo>
                  <a:lnTo>
                    <a:pt x="549" y="309"/>
                  </a:lnTo>
                  <a:lnTo>
                    <a:pt x="549" y="309"/>
                  </a:lnTo>
                  <a:lnTo>
                    <a:pt x="549" y="309"/>
                  </a:lnTo>
                  <a:lnTo>
                    <a:pt x="547" y="309"/>
                  </a:lnTo>
                  <a:lnTo>
                    <a:pt x="547" y="309"/>
                  </a:lnTo>
                  <a:lnTo>
                    <a:pt x="547" y="309"/>
                  </a:lnTo>
                  <a:lnTo>
                    <a:pt x="547" y="308"/>
                  </a:lnTo>
                  <a:lnTo>
                    <a:pt x="546" y="308"/>
                  </a:lnTo>
                  <a:lnTo>
                    <a:pt x="546" y="308"/>
                  </a:lnTo>
                  <a:lnTo>
                    <a:pt x="546" y="308"/>
                  </a:lnTo>
                  <a:lnTo>
                    <a:pt x="545" y="308"/>
                  </a:lnTo>
                  <a:lnTo>
                    <a:pt x="545" y="308"/>
                  </a:lnTo>
                  <a:lnTo>
                    <a:pt x="545" y="308"/>
                  </a:lnTo>
                  <a:lnTo>
                    <a:pt x="544" y="308"/>
                  </a:lnTo>
                  <a:lnTo>
                    <a:pt x="544" y="308"/>
                  </a:lnTo>
                  <a:lnTo>
                    <a:pt x="543" y="307"/>
                  </a:lnTo>
                  <a:lnTo>
                    <a:pt x="543" y="307"/>
                  </a:lnTo>
                  <a:lnTo>
                    <a:pt x="543" y="307"/>
                  </a:lnTo>
                  <a:lnTo>
                    <a:pt x="542" y="307"/>
                  </a:lnTo>
                  <a:lnTo>
                    <a:pt x="542" y="307"/>
                  </a:lnTo>
                  <a:lnTo>
                    <a:pt x="542" y="307"/>
                  </a:lnTo>
                  <a:lnTo>
                    <a:pt x="541" y="307"/>
                  </a:lnTo>
                  <a:lnTo>
                    <a:pt x="541" y="307"/>
                  </a:lnTo>
                  <a:lnTo>
                    <a:pt x="541" y="307"/>
                  </a:lnTo>
                  <a:lnTo>
                    <a:pt x="541" y="307"/>
                  </a:lnTo>
                  <a:lnTo>
                    <a:pt x="540" y="307"/>
                  </a:lnTo>
                  <a:lnTo>
                    <a:pt x="540" y="306"/>
                  </a:lnTo>
                  <a:lnTo>
                    <a:pt x="540" y="306"/>
                  </a:lnTo>
                  <a:lnTo>
                    <a:pt x="540" y="306"/>
                  </a:lnTo>
                  <a:lnTo>
                    <a:pt x="540" y="306"/>
                  </a:lnTo>
                  <a:lnTo>
                    <a:pt x="540" y="305"/>
                  </a:lnTo>
                  <a:lnTo>
                    <a:pt x="540" y="305"/>
                  </a:lnTo>
                  <a:lnTo>
                    <a:pt x="540" y="305"/>
                  </a:lnTo>
                  <a:lnTo>
                    <a:pt x="540" y="304"/>
                  </a:lnTo>
                  <a:lnTo>
                    <a:pt x="540" y="304"/>
                  </a:lnTo>
                  <a:lnTo>
                    <a:pt x="540" y="304"/>
                  </a:lnTo>
                  <a:lnTo>
                    <a:pt x="540" y="303"/>
                  </a:lnTo>
                  <a:lnTo>
                    <a:pt x="541" y="303"/>
                  </a:lnTo>
                  <a:lnTo>
                    <a:pt x="541" y="301"/>
                  </a:lnTo>
                  <a:lnTo>
                    <a:pt x="541" y="301"/>
                  </a:lnTo>
                  <a:lnTo>
                    <a:pt x="541" y="300"/>
                  </a:lnTo>
                  <a:lnTo>
                    <a:pt x="541" y="300"/>
                  </a:lnTo>
                  <a:lnTo>
                    <a:pt x="542" y="299"/>
                  </a:lnTo>
                  <a:lnTo>
                    <a:pt x="542" y="299"/>
                  </a:lnTo>
                  <a:lnTo>
                    <a:pt x="542" y="298"/>
                  </a:lnTo>
                  <a:lnTo>
                    <a:pt x="543" y="297"/>
                  </a:lnTo>
                  <a:lnTo>
                    <a:pt x="543" y="297"/>
                  </a:lnTo>
                  <a:lnTo>
                    <a:pt x="543" y="296"/>
                  </a:lnTo>
                  <a:lnTo>
                    <a:pt x="543" y="296"/>
                  </a:lnTo>
                  <a:lnTo>
                    <a:pt x="543" y="295"/>
                  </a:lnTo>
                  <a:lnTo>
                    <a:pt x="543" y="295"/>
                  </a:lnTo>
                  <a:lnTo>
                    <a:pt x="544" y="294"/>
                  </a:lnTo>
                  <a:lnTo>
                    <a:pt x="544" y="294"/>
                  </a:lnTo>
                  <a:lnTo>
                    <a:pt x="543" y="293"/>
                  </a:lnTo>
                  <a:lnTo>
                    <a:pt x="543" y="293"/>
                  </a:lnTo>
                  <a:lnTo>
                    <a:pt x="543" y="292"/>
                  </a:lnTo>
                  <a:lnTo>
                    <a:pt x="543" y="292"/>
                  </a:lnTo>
                  <a:lnTo>
                    <a:pt x="543" y="291"/>
                  </a:lnTo>
                  <a:lnTo>
                    <a:pt x="542" y="291"/>
                  </a:lnTo>
                  <a:lnTo>
                    <a:pt x="542" y="290"/>
                  </a:lnTo>
                  <a:lnTo>
                    <a:pt x="542" y="290"/>
                  </a:lnTo>
                  <a:lnTo>
                    <a:pt x="542" y="289"/>
                  </a:lnTo>
                  <a:lnTo>
                    <a:pt x="541" y="289"/>
                  </a:lnTo>
                  <a:lnTo>
                    <a:pt x="541" y="288"/>
                  </a:lnTo>
                  <a:lnTo>
                    <a:pt x="541" y="288"/>
                  </a:lnTo>
                  <a:lnTo>
                    <a:pt x="541" y="288"/>
                  </a:lnTo>
                  <a:lnTo>
                    <a:pt x="540" y="287"/>
                  </a:lnTo>
                  <a:lnTo>
                    <a:pt x="540" y="287"/>
                  </a:lnTo>
                  <a:lnTo>
                    <a:pt x="540" y="287"/>
                  </a:lnTo>
                  <a:lnTo>
                    <a:pt x="540" y="287"/>
                  </a:lnTo>
                  <a:lnTo>
                    <a:pt x="540" y="287"/>
                  </a:lnTo>
                  <a:lnTo>
                    <a:pt x="540" y="287"/>
                  </a:lnTo>
                  <a:lnTo>
                    <a:pt x="540" y="287"/>
                  </a:lnTo>
                  <a:lnTo>
                    <a:pt x="540" y="287"/>
                  </a:lnTo>
                  <a:lnTo>
                    <a:pt x="539" y="287"/>
                  </a:lnTo>
                  <a:lnTo>
                    <a:pt x="539" y="287"/>
                  </a:lnTo>
                  <a:lnTo>
                    <a:pt x="539" y="286"/>
                  </a:lnTo>
                  <a:lnTo>
                    <a:pt x="539" y="286"/>
                  </a:lnTo>
                  <a:lnTo>
                    <a:pt x="539" y="286"/>
                  </a:lnTo>
                  <a:lnTo>
                    <a:pt x="539" y="286"/>
                  </a:lnTo>
                  <a:lnTo>
                    <a:pt x="539" y="286"/>
                  </a:lnTo>
                  <a:lnTo>
                    <a:pt x="539" y="286"/>
                  </a:lnTo>
                  <a:lnTo>
                    <a:pt x="539" y="286"/>
                  </a:lnTo>
                  <a:lnTo>
                    <a:pt x="539" y="286"/>
                  </a:lnTo>
                  <a:lnTo>
                    <a:pt x="539" y="286"/>
                  </a:lnTo>
                  <a:lnTo>
                    <a:pt x="539" y="286"/>
                  </a:lnTo>
                  <a:lnTo>
                    <a:pt x="539" y="286"/>
                  </a:lnTo>
                  <a:lnTo>
                    <a:pt x="538" y="286"/>
                  </a:lnTo>
                  <a:lnTo>
                    <a:pt x="538" y="286"/>
                  </a:lnTo>
                  <a:lnTo>
                    <a:pt x="538" y="286"/>
                  </a:lnTo>
                  <a:lnTo>
                    <a:pt x="538" y="286"/>
                  </a:lnTo>
                  <a:lnTo>
                    <a:pt x="537" y="286"/>
                  </a:lnTo>
                  <a:lnTo>
                    <a:pt x="537" y="286"/>
                  </a:lnTo>
                  <a:lnTo>
                    <a:pt x="536" y="286"/>
                  </a:lnTo>
                  <a:lnTo>
                    <a:pt x="536" y="287"/>
                  </a:lnTo>
                  <a:lnTo>
                    <a:pt x="535" y="287"/>
                  </a:lnTo>
                  <a:lnTo>
                    <a:pt x="535" y="287"/>
                  </a:lnTo>
                  <a:lnTo>
                    <a:pt x="535" y="287"/>
                  </a:lnTo>
                  <a:lnTo>
                    <a:pt x="534" y="287"/>
                  </a:lnTo>
                  <a:lnTo>
                    <a:pt x="534" y="288"/>
                  </a:lnTo>
                  <a:lnTo>
                    <a:pt x="533" y="288"/>
                  </a:lnTo>
                  <a:lnTo>
                    <a:pt x="533" y="288"/>
                  </a:lnTo>
                  <a:lnTo>
                    <a:pt x="533" y="289"/>
                  </a:lnTo>
                  <a:lnTo>
                    <a:pt x="532" y="289"/>
                  </a:lnTo>
                  <a:lnTo>
                    <a:pt x="532" y="290"/>
                  </a:lnTo>
                  <a:lnTo>
                    <a:pt x="532" y="290"/>
                  </a:lnTo>
                  <a:lnTo>
                    <a:pt x="531" y="290"/>
                  </a:lnTo>
                  <a:lnTo>
                    <a:pt x="531" y="291"/>
                  </a:lnTo>
                  <a:lnTo>
                    <a:pt x="531" y="291"/>
                  </a:lnTo>
                  <a:lnTo>
                    <a:pt x="531" y="292"/>
                  </a:lnTo>
                  <a:lnTo>
                    <a:pt x="530" y="292"/>
                  </a:lnTo>
                  <a:lnTo>
                    <a:pt x="530" y="293"/>
                  </a:lnTo>
                  <a:lnTo>
                    <a:pt x="530" y="293"/>
                  </a:lnTo>
                  <a:lnTo>
                    <a:pt x="528" y="293"/>
                  </a:lnTo>
                  <a:lnTo>
                    <a:pt x="528" y="294"/>
                  </a:lnTo>
                  <a:lnTo>
                    <a:pt x="528" y="294"/>
                  </a:lnTo>
                  <a:lnTo>
                    <a:pt x="527" y="295"/>
                  </a:lnTo>
                  <a:lnTo>
                    <a:pt x="527" y="295"/>
                  </a:lnTo>
                  <a:lnTo>
                    <a:pt x="527" y="296"/>
                  </a:lnTo>
                  <a:lnTo>
                    <a:pt x="526" y="296"/>
                  </a:lnTo>
                  <a:lnTo>
                    <a:pt x="526" y="296"/>
                  </a:lnTo>
                  <a:lnTo>
                    <a:pt x="525" y="297"/>
                  </a:lnTo>
                  <a:lnTo>
                    <a:pt x="525" y="297"/>
                  </a:lnTo>
                  <a:lnTo>
                    <a:pt x="525" y="297"/>
                  </a:lnTo>
                  <a:lnTo>
                    <a:pt x="524" y="298"/>
                  </a:lnTo>
                  <a:lnTo>
                    <a:pt x="524" y="298"/>
                  </a:lnTo>
                  <a:lnTo>
                    <a:pt x="524" y="298"/>
                  </a:lnTo>
                  <a:lnTo>
                    <a:pt x="523" y="299"/>
                  </a:lnTo>
                  <a:lnTo>
                    <a:pt x="523" y="299"/>
                  </a:lnTo>
                  <a:lnTo>
                    <a:pt x="523" y="300"/>
                  </a:lnTo>
                  <a:lnTo>
                    <a:pt x="523" y="300"/>
                  </a:lnTo>
                  <a:lnTo>
                    <a:pt x="523" y="301"/>
                  </a:lnTo>
                  <a:lnTo>
                    <a:pt x="523" y="301"/>
                  </a:lnTo>
                  <a:lnTo>
                    <a:pt x="522" y="303"/>
                  </a:lnTo>
                  <a:lnTo>
                    <a:pt x="522" y="303"/>
                  </a:lnTo>
                  <a:lnTo>
                    <a:pt x="522" y="304"/>
                  </a:lnTo>
                  <a:lnTo>
                    <a:pt x="522" y="305"/>
                  </a:lnTo>
                  <a:lnTo>
                    <a:pt x="522" y="306"/>
                  </a:lnTo>
                  <a:lnTo>
                    <a:pt x="522" y="307"/>
                  </a:lnTo>
                  <a:lnTo>
                    <a:pt x="522" y="308"/>
                  </a:lnTo>
                  <a:lnTo>
                    <a:pt x="522" y="308"/>
                  </a:lnTo>
                  <a:lnTo>
                    <a:pt x="522" y="309"/>
                  </a:lnTo>
                  <a:lnTo>
                    <a:pt x="522" y="310"/>
                  </a:lnTo>
                  <a:lnTo>
                    <a:pt x="522" y="311"/>
                  </a:lnTo>
                  <a:lnTo>
                    <a:pt x="522" y="312"/>
                  </a:lnTo>
                  <a:lnTo>
                    <a:pt x="522" y="313"/>
                  </a:lnTo>
                  <a:lnTo>
                    <a:pt x="523" y="314"/>
                  </a:lnTo>
                  <a:lnTo>
                    <a:pt x="523" y="314"/>
                  </a:lnTo>
                  <a:lnTo>
                    <a:pt x="523" y="315"/>
                  </a:lnTo>
                  <a:lnTo>
                    <a:pt x="523" y="316"/>
                  </a:lnTo>
                  <a:lnTo>
                    <a:pt x="523" y="317"/>
                  </a:lnTo>
                  <a:lnTo>
                    <a:pt x="523" y="317"/>
                  </a:lnTo>
                  <a:lnTo>
                    <a:pt x="523" y="318"/>
                  </a:lnTo>
                  <a:lnTo>
                    <a:pt x="524" y="318"/>
                  </a:lnTo>
                  <a:lnTo>
                    <a:pt x="524" y="318"/>
                  </a:lnTo>
                  <a:lnTo>
                    <a:pt x="524" y="319"/>
                  </a:lnTo>
                  <a:lnTo>
                    <a:pt x="524" y="319"/>
                  </a:lnTo>
                  <a:lnTo>
                    <a:pt x="524" y="319"/>
                  </a:lnTo>
                  <a:lnTo>
                    <a:pt x="524" y="319"/>
                  </a:lnTo>
                  <a:lnTo>
                    <a:pt x="524" y="319"/>
                  </a:lnTo>
                  <a:lnTo>
                    <a:pt x="524" y="321"/>
                  </a:lnTo>
                  <a:lnTo>
                    <a:pt x="524" y="321"/>
                  </a:lnTo>
                  <a:lnTo>
                    <a:pt x="524" y="321"/>
                  </a:lnTo>
                  <a:lnTo>
                    <a:pt x="524" y="321"/>
                  </a:lnTo>
                  <a:lnTo>
                    <a:pt x="525" y="322"/>
                  </a:lnTo>
                  <a:lnTo>
                    <a:pt x="525" y="322"/>
                  </a:lnTo>
                  <a:lnTo>
                    <a:pt x="525" y="323"/>
                  </a:lnTo>
                  <a:lnTo>
                    <a:pt x="526" y="323"/>
                  </a:lnTo>
                  <a:lnTo>
                    <a:pt x="526" y="323"/>
                  </a:lnTo>
                  <a:lnTo>
                    <a:pt x="527" y="324"/>
                  </a:lnTo>
                  <a:lnTo>
                    <a:pt x="527" y="324"/>
                  </a:lnTo>
                  <a:lnTo>
                    <a:pt x="527" y="324"/>
                  </a:lnTo>
                  <a:lnTo>
                    <a:pt x="527" y="325"/>
                  </a:lnTo>
                  <a:lnTo>
                    <a:pt x="528" y="325"/>
                  </a:lnTo>
                  <a:lnTo>
                    <a:pt x="528" y="325"/>
                  </a:lnTo>
                  <a:lnTo>
                    <a:pt x="528" y="326"/>
                  </a:lnTo>
                  <a:lnTo>
                    <a:pt x="528" y="326"/>
                  </a:lnTo>
                  <a:lnTo>
                    <a:pt x="528" y="326"/>
                  </a:lnTo>
                  <a:lnTo>
                    <a:pt x="528" y="327"/>
                  </a:lnTo>
                  <a:lnTo>
                    <a:pt x="528" y="327"/>
                  </a:lnTo>
                  <a:lnTo>
                    <a:pt x="528" y="328"/>
                  </a:lnTo>
                  <a:lnTo>
                    <a:pt x="528" y="328"/>
                  </a:lnTo>
                  <a:lnTo>
                    <a:pt x="528" y="329"/>
                  </a:lnTo>
                  <a:lnTo>
                    <a:pt x="528" y="329"/>
                  </a:lnTo>
                  <a:lnTo>
                    <a:pt x="528" y="330"/>
                  </a:lnTo>
                  <a:lnTo>
                    <a:pt x="528" y="330"/>
                  </a:lnTo>
                  <a:lnTo>
                    <a:pt x="528" y="330"/>
                  </a:lnTo>
                  <a:lnTo>
                    <a:pt x="527" y="330"/>
                  </a:lnTo>
                  <a:lnTo>
                    <a:pt x="527" y="330"/>
                  </a:lnTo>
                  <a:lnTo>
                    <a:pt x="527" y="330"/>
                  </a:lnTo>
                  <a:lnTo>
                    <a:pt x="527" y="330"/>
                  </a:lnTo>
                  <a:lnTo>
                    <a:pt x="527" y="330"/>
                  </a:lnTo>
                  <a:lnTo>
                    <a:pt x="527" y="330"/>
                  </a:lnTo>
                  <a:lnTo>
                    <a:pt x="527" y="331"/>
                  </a:lnTo>
                  <a:lnTo>
                    <a:pt x="526" y="331"/>
                  </a:lnTo>
                  <a:lnTo>
                    <a:pt x="526" y="331"/>
                  </a:lnTo>
                  <a:lnTo>
                    <a:pt x="526" y="331"/>
                  </a:lnTo>
                  <a:lnTo>
                    <a:pt x="526" y="331"/>
                  </a:lnTo>
                  <a:lnTo>
                    <a:pt x="525" y="332"/>
                  </a:lnTo>
                  <a:lnTo>
                    <a:pt x="525" y="332"/>
                  </a:lnTo>
                  <a:lnTo>
                    <a:pt x="525" y="332"/>
                  </a:lnTo>
                  <a:lnTo>
                    <a:pt x="524" y="333"/>
                  </a:lnTo>
                  <a:lnTo>
                    <a:pt x="524" y="333"/>
                  </a:lnTo>
                  <a:lnTo>
                    <a:pt x="524" y="334"/>
                  </a:lnTo>
                  <a:lnTo>
                    <a:pt x="523" y="335"/>
                  </a:lnTo>
                  <a:lnTo>
                    <a:pt x="523" y="335"/>
                  </a:lnTo>
                  <a:lnTo>
                    <a:pt x="522" y="336"/>
                  </a:lnTo>
                  <a:lnTo>
                    <a:pt x="522" y="336"/>
                  </a:lnTo>
                  <a:lnTo>
                    <a:pt x="521" y="337"/>
                  </a:lnTo>
                  <a:lnTo>
                    <a:pt x="521" y="339"/>
                  </a:lnTo>
                  <a:lnTo>
                    <a:pt x="520" y="339"/>
                  </a:lnTo>
                  <a:lnTo>
                    <a:pt x="520" y="340"/>
                  </a:lnTo>
                  <a:lnTo>
                    <a:pt x="519" y="340"/>
                  </a:lnTo>
                  <a:lnTo>
                    <a:pt x="519" y="340"/>
                  </a:lnTo>
                  <a:lnTo>
                    <a:pt x="518" y="341"/>
                  </a:lnTo>
                  <a:lnTo>
                    <a:pt x="518" y="341"/>
                  </a:lnTo>
                  <a:lnTo>
                    <a:pt x="517" y="341"/>
                  </a:lnTo>
                  <a:lnTo>
                    <a:pt x="517" y="342"/>
                  </a:lnTo>
                  <a:lnTo>
                    <a:pt x="516" y="342"/>
                  </a:lnTo>
                  <a:lnTo>
                    <a:pt x="516" y="342"/>
                  </a:lnTo>
                  <a:lnTo>
                    <a:pt x="515" y="343"/>
                  </a:lnTo>
                  <a:lnTo>
                    <a:pt x="515" y="343"/>
                  </a:lnTo>
                  <a:lnTo>
                    <a:pt x="514" y="343"/>
                  </a:lnTo>
                  <a:lnTo>
                    <a:pt x="513" y="344"/>
                  </a:lnTo>
                  <a:lnTo>
                    <a:pt x="513" y="344"/>
                  </a:lnTo>
                  <a:lnTo>
                    <a:pt x="512" y="344"/>
                  </a:lnTo>
                  <a:lnTo>
                    <a:pt x="512" y="345"/>
                  </a:lnTo>
                  <a:lnTo>
                    <a:pt x="510" y="345"/>
                  </a:lnTo>
                  <a:lnTo>
                    <a:pt x="510" y="345"/>
                  </a:lnTo>
                  <a:lnTo>
                    <a:pt x="509" y="345"/>
                  </a:lnTo>
                  <a:lnTo>
                    <a:pt x="509" y="345"/>
                  </a:lnTo>
                  <a:lnTo>
                    <a:pt x="509" y="345"/>
                  </a:lnTo>
                  <a:lnTo>
                    <a:pt x="508" y="345"/>
                  </a:lnTo>
                  <a:lnTo>
                    <a:pt x="508" y="345"/>
                  </a:lnTo>
                  <a:lnTo>
                    <a:pt x="507" y="344"/>
                  </a:lnTo>
                  <a:lnTo>
                    <a:pt x="507" y="344"/>
                  </a:lnTo>
                  <a:lnTo>
                    <a:pt x="506" y="344"/>
                  </a:lnTo>
                  <a:lnTo>
                    <a:pt x="506" y="343"/>
                  </a:lnTo>
                  <a:lnTo>
                    <a:pt x="506" y="343"/>
                  </a:lnTo>
                  <a:lnTo>
                    <a:pt x="505" y="342"/>
                  </a:lnTo>
                  <a:lnTo>
                    <a:pt x="505" y="342"/>
                  </a:lnTo>
                  <a:lnTo>
                    <a:pt x="505" y="341"/>
                  </a:lnTo>
                  <a:lnTo>
                    <a:pt x="504" y="341"/>
                  </a:lnTo>
                  <a:lnTo>
                    <a:pt x="504" y="340"/>
                  </a:lnTo>
                  <a:lnTo>
                    <a:pt x="504" y="340"/>
                  </a:lnTo>
                  <a:lnTo>
                    <a:pt x="504" y="339"/>
                  </a:lnTo>
                  <a:lnTo>
                    <a:pt x="504" y="339"/>
                  </a:lnTo>
                  <a:lnTo>
                    <a:pt x="504" y="337"/>
                  </a:lnTo>
                  <a:lnTo>
                    <a:pt x="504" y="337"/>
                  </a:lnTo>
                  <a:lnTo>
                    <a:pt x="504" y="336"/>
                  </a:lnTo>
                  <a:lnTo>
                    <a:pt x="504" y="336"/>
                  </a:lnTo>
                  <a:lnTo>
                    <a:pt x="503" y="335"/>
                  </a:lnTo>
                  <a:lnTo>
                    <a:pt x="503" y="335"/>
                  </a:lnTo>
                  <a:lnTo>
                    <a:pt x="503" y="334"/>
                  </a:lnTo>
                  <a:lnTo>
                    <a:pt x="503" y="334"/>
                  </a:lnTo>
                  <a:lnTo>
                    <a:pt x="503" y="334"/>
                  </a:lnTo>
                  <a:lnTo>
                    <a:pt x="503" y="333"/>
                  </a:lnTo>
                  <a:lnTo>
                    <a:pt x="503" y="333"/>
                  </a:lnTo>
                  <a:lnTo>
                    <a:pt x="502" y="333"/>
                  </a:lnTo>
                  <a:lnTo>
                    <a:pt x="502" y="332"/>
                  </a:lnTo>
                  <a:lnTo>
                    <a:pt x="502" y="332"/>
                  </a:lnTo>
                  <a:lnTo>
                    <a:pt x="502" y="332"/>
                  </a:lnTo>
                  <a:lnTo>
                    <a:pt x="502" y="331"/>
                  </a:lnTo>
                  <a:lnTo>
                    <a:pt x="502" y="331"/>
                  </a:lnTo>
                  <a:lnTo>
                    <a:pt x="502" y="331"/>
                  </a:lnTo>
                  <a:lnTo>
                    <a:pt x="501" y="330"/>
                  </a:lnTo>
                  <a:lnTo>
                    <a:pt x="501" y="330"/>
                  </a:lnTo>
                  <a:lnTo>
                    <a:pt x="501" y="329"/>
                  </a:lnTo>
                  <a:lnTo>
                    <a:pt x="501" y="329"/>
                  </a:lnTo>
                  <a:lnTo>
                    <a:pt x="501" y="329"/>
                  </a:lnTo>
                  <a:lnTo>
                    <a:pt x="500" y="328"/>
                  </a:lnTo>
                  <a:lnTo>
                    <a:pt x="500" y="328"/>
                  </a:lnTo>
                  <a:lnTo>
                    <a:pt x="500" y="327"/>
                  </a:lnTo>
                  <a:lnTo>
                    <a:pt x="500" y="327"/>
                  </a:lnTo>
                  <a:lnTo>
                    <a:pt x="500" y="327"/>
                  </a:lnTo>
                  <a:lnTo>
                    <a:pt x="499" y="327"/>
                  </a:lnTo>
                  <a:lnTo>
                    <a:pt x="499" y="326"/>
                  </a:lnTo>
                  <a:lnTo>
                    <a:pt x="499" y="326"/>
                  </a:lnTo>
                  <a:lnTo>
                    <a:pt x="499" y="326"/>
                  </a:lnTo>
                  <a:lnTo>
                    <a:pt x="498" y="326"/>
                  </a:lnTo>
                  <a:lnTo>
                    <a:pt x="498" y="326"/>
                  </a:lnTo>
                  <a:lnTo>
                    <a:pt x="497" y="326"/>
                  </a:lnTo>
                  <a:lnTo>
                    <a:pt x="496" y="326"/>
                  </a:lnTo>
                  <a:lnTo>
                    <a:pt x="495" y="326"/>
                  </a:lnTo>
                  <a:lnTo>
                    <a:pt x="494" y="327"/>
                  </a:lnTo>
                  <a:lnTo>
                    <a:pt x="492" y="327"/>
                  </a:lnTo>
                  <a:lnTo>
                    <a:pt x="491" y="327"/>
                  </a:lnTo>
                  <a:lnTo>
                    <a:pt x="490" y="328"/>
                  </a:lnTo>
                  <a:lnTo>
                    <a:pt x="489" y="328"/>
                  </a:lnTo>
                  <a:lnTo>
                    <a:pt x="488" y="328"/>
                  </a:lnTo>
                  <a:lnTo>
                    <a:pt x="487" y="329"/>
                  </a:lnTo>
                  <a:lnTo>
                    <a:pt x="486" y="329"/>
                  </a:lnTo>
                  <a:lnTo>
                    <a:pt x="485" y="330"/>
                  </a:lnTo>
                  <a:lnTo>
                    <a:pt x="484" y="331"/>
                  </a:lnTo>
                  <a:lnTo>
                    <a:pt x="484" y="331"/>
                  </a:lnTo>
                  <a:lnTo>
                    <a:pt x="484" y="332"/>
                  </a:lnTo>
                  <a:lnTo>
                    <a:pt x="483" y="332"/>
                  </a:lnTo>
                  <a:lnTo>
                    <a:pt x="483" y="333"/>
                  </a:lnTo>
                  <a:lnTo>
                    <a:pt x="483" y="333"/>
                  </a:lnTo>
                  <a:lnTo>
                    <a:pt x="483" y="333"/>
                  </a:lnTo>
                  <a:lnTo>
                    <a:pt x="482" y="334"/>
                  </a:lnTo>
                  <a:lnTo>
                    <a:pt x="482" y="334"/>
                  </a:lnTo>
                  <a:lnTo>
                    <a:pt x="482" y="335"/>
                  </a:lnTo>
                  <a:lnTo>
                    <a:pt x="482" y="335"/>
                  </a:lnTo>
                  <a:lnTo>
                    <a:pt x="481" y="336"/>
                  </a:lnTo>
                  <a:lnTo>
                    <a:pt x="481" y="336"/>
                  </a:lnTo>
                  <a:lnTo>
                    <a:pt x="481" y="336"/>
                  </a:lnTo>
                  <a:lnTo>
                    <a:pt x="481" y="337"/>
                  </a:lnTo>
                  <a:lnTo>
                    <a:pt x="480" y="337"/>
                  </a:lnTo>
                  <a:lnTo>
                    <a:pt x="480" y="339"/>
                  </a:lnTo>
                  <a:lnTo>
                    <a:pt x="480" y="339"/>
                  </a:lnTo>
                  <a:lnTo>
                    <a:pt x="479" y="340"/>
                  </a:lnTo>
                  <a:lnTo>
                    <a:pt x="479" y="340"/>
                  </a:lnTo>
                  <a:lnTo>
                    <a:pt x="479" y="341"/>
                  </a:lnTo>
                  <a:lnTo>
                    <a:pt x="478" y="342"/>
                  </a:lnTo>
                  <a:lnTo>
                    <a:pt x="478" y="342"/>
                  </a:lnTo>
                  <a:lnTo>
                    <a:pt x="478" y="343"/>
                  </a:lnTo>
                  <a:lnTo>
                    <a:pt x="477" y="343"/>
                  </a:lnTo>
                  <a:lnTo>
                    <a:pt x="477" y="344"/>
                  </a:lnTo>
                  <a:lnTo>
                    <a:pt x="476" y="344"/>
                  </a:lnTo>
                  <a:lnTo>
                    <a:pt x="476" y="345"/>
                  </a:lnTo>
                  <a:lnTo>
                    <a:pt x="474" y="345"/>
                  </a:lnTo>
                  <a:lnTo>
                    <a:pt x="474" y="345"/>
                  </a:lnTo>
                  <a:lnTo>
                    <a:pt x="473" y="346"/>
                  </a:lnTo>
                  <a:lnTo>
                    <a:pt x="472" y="346"/>
                  </a:lnTo>
                  <a:lnTo>
                    <a:pt x="471" y="346"/>
                  </a:lnTo>
                  <a:lnTo>
                    <a:pt x="471" y="346"/>
                  </a:lnTo>
                  <a:lnTo>
                    <a:pt x="470" y="346"/>
                  </a:lnTo>
                  <a:lnTo>
                    <a:pt x="470" y="346"/>
                  </a:lnTo>
                  <a:lnTo>
                    <a:pt x="470" y="346"/>
                  </a:lnTo>
                  <a:lnTo>
                    <a:pt x="469" y="346"/>
                  </a:lnTo>
                  <a:lnTo>
                    <a:pt x="469" y="346"/>
                  </a:lnTo>
                  <a:lnTo>
                    <a:pt x="469" y="346"/>
                  </a:lnTo>
                  <a:lnTo>
                    <a:pt x="469" y="347"/>
                  </a:lnTo>
                  <a:lnTo>
                    <a:pt x="469" y="347"/>
                  </a:lnTo>
                  <a:lnTo>
                    <a:pt x="469" y="347"/>
                  </a:lnTo>
                  <a:lnTo>
                    <a:pt x="469" y="347"/>
                  </a:lnTo>
                  <a:lnTo>
                    <a:pt x="469" y="348"/>
                  </a:lnTo>
                  <a:lnTo>
                    <a:pt x="469" y="348"/>
                  </a:lnTo>
                  <a:lnTo>
                    <a:pt x="469" y="348"/>
                  </a:lnTo>
                  <a:lnTo>
                    <a:pt x="469" y="349"/>
                  </a:lnTo>
                  <a:lnTo>
                    <a:pt x="469" y="349"/>
                  </a:lnTo>
                  <a:lnTo>
                    <a:pt x="469" y="349"/>
                  </a:lnTo>
                  <a:lnTo>
                    <a:pt x="469" y="350"/>
                  </a:lnTo>
                  <a:lnTo>
                    <a:pt x="469" y="350"/>
                  </a:lnTo>
                  <a:lnTo>
                    <a:pt x="469" y="351"/>
                  </a:lnTo>
                  <a:lnTo>
                    <a:pt x="469" y="351"/>
                  </a:lnTo>
                  <a:lnTo>
                    <a:pt x="470" y="352"/>
                  </a:lnTo>
                  <a:lnTo>
                    <a:pt x="470" y="352"/>
                  </a:lnTo>
                  <a:lnTo>
                    <a:pt x="470" y="353"/>
                  </a:lnTo>
                  <a:lnTo>
                    <a:pt x="469" y="353"/>
                  </a:lnTo>
                  <a:lnTo>
                    <a:pt x="469" y="354"/>
                  </a:lnTo>
                  <a:lnTo>
                    <a:pt x="469" y="355"/>
                  </a:lnTo>
                  <a:lnTo>
                    <a:pt x="469" y="355"/>
                  </a:lnTo>
                  <a:lnTo>
                    <a:pt x="468" y="357"/>
                  </a:lnTo>
                  <a:lnTo>
                    <a:pt x="468" y="357"/>
                  </a:lnTo>
                  <a:lnTo>
                    <a:pt x="467" y="358"/>
                  </a:lnTo>
                  <a:lnTo>
                    <a:pt x="467" y="358"/>
                  </a:lnTo>
                  <a:lnTo>
                    <a:pt x="466" y="359"/>
                  </a:lnTo>
                  <a:lnTo>
                    <a:pt x="465" y="359"/>
                  </a:lnTo>
                  <a:lnTo>
                    <a:pt x="464" y="360"/>
                  </a:lnTo>
                  <a:lnTo>
                    <a:pt x="464" y="360"/>
                  </a:lnTo>
                  <a:lnTo>
                    <a:pt x="463" y="360"/>
                  </a:lnTo>
                  <a:lnTo>
                    <a:pt x="463" y="361"/>
                  </a:lnTo>
                  <a:lnTo>
                    <a:pt x="462" y="361"/>
                  </a:lnTo>
                  <a:lnTo>
                    <a:pt x="461" y="361"/>
                  </a:lnTo>
                  <a:lnTo>
                    <a:pt x="461" y="361"/>
                  </a:lnTo>
                  <a:lnTo>
                    <a:pt x="460" y="361"/>
                  </a:lnTo>
                  <a:lnTo>
                    <a:pt x="460" y="362"/>
                  </a:lnTo>
                  <a:lnTo>
                    <a:pt x="459" y="362"/>
                  </a:lnTo>
                  <a:lnTo>
                    <a:pt x="459" y="362"/>
                  </a:lnTo>
                  <a:lnTo>
                    <a:pt x="459" y="362"/>
                  </a:lnTo>
                  <a:lnTo>
                    <a:pt x="458" y="362"/>
                  </a:lnTo>
                  <a:lnTo>
                    <a:pt x="458" y="361"/>
                  </a:lnTo>
                  <a:lnTo>
                    <a:pt x="456" y="361"/>
                  </a:lnTo>
                  <a:lnTo>
                    <a:pt x="456" y="361"/>
                  </a:lnTo>
                  <a:lnTo>
                    <a:pt x="455" y="361"/>
                  </a:lnTo>
                  <a:lnTo>
                    <a:pt x="455" y="361"/>
                  </a:lnTo>
                  <a:lnTo>
                    <a:pt x="455" y="361"/>
                  </a:lnTo>
                  <a:lnTo>
                    <a:pt x="454" y="361"/>
                  </a:lnTo>
                  <a:lnTo>
                    <a:pt x="454" y="360"/>
                  </a:lnTo>
                  <a:lnTo>
                    <a:pt x="453" y="360"/>
                  </a:lnTo>
                  <a:lnTo>
                    <a:pt x="453" y="360"/>
                  </a:lnTo>
                  <a:lnTo>
                    <a:pt x="452" y="360"/>
                  </a:lnTo>
                  <a:lnTo>
                    <a:pt x="452" y="359"/>
                  </a:lnTo>
                  <a:lnTo>
                    <a:pt x="451" y="359"/>
                  </a:lnTo>
                  <a:lnTo>
                    <a:pt x="451" y="359"/>
                  </a:lnTo>
                  <a:lnTo>
                    <a:pt x="450" y="358"/>
                  </a:lnTo>
                  <a:lnTo>
                    <a:pt x="450" y="358"/>
                  </a:lnTo>
                  <a:lnTo>
                    <a:pt x="449" y="358"/>
                  </a:lnTo>
                  <a:lnTo>
                    <a:pt x="449" y="357"/>
                  </a:lnTo>
                  <a:lnTo>
                    <a:pt x="448" y="357"/>
                  </a:lnTo>
                  <a:lnTo>
                    <a:pt x="447" y="355"/>
                  </a:lnTo>
                  <a:lnTo>
                    <a:pt x="447" y="355"/>
                  </a:lnTo>
                  <a:lnTo>
                    <a:pt x="446" y="355"/>
                  </a:lnTo>
                  <a:lnTo>
                    <a:pt x="445" y="354"/>
                  </a:lnTo>
                  <a:lnTo>
                    <a:pt x="444" y="354"/>
                  </a:lnTo>
                  <a:lnTo>
                    <a:pt x="444" y="354"/>
                  </a:lnTo>
                  <a:lnTo>
                    <a:pt x="443" y="354"/>
                  </a:lnTo>
                  <a:lnTo>
                    <a:pt x="442" y="353"/>
                  </a:lnTo>
                  <a:lnTo>
                    <a:pt x="441" y="353"/>
                  </a:lnTo>
                  <a:lnTo>
                    <a:pt x="441" y="353"/>
                  </a:lnTo>
                  <a:lnTo>
                    <a:pt x="440" y="352"/>
                  </a:lnTo>
                  <a:lnTo>
                    <a:pt x="438" y="352"/>
                  </a:lnTo>
                  <a:lnTo>
                    <a:pt x="438" y="352"/>
                  </a:lnTo>
                  <a:lnTo>
                    <a:pt x="437" y="352"/>
                  </a:lnTo>
                  <a:lnTo>
                    <a:pt x="437" y="351"/>
                  </a:lnTo>
                  <a:lnTo>
                    <a:pt x="437" y="351"/>
                  </a:lnTo>
                  <a:lnTo>
                    <a:pt x="436" y="351"/>
                  </a:lnTo>
                  <a:lnTo>
                    <a:pt x="436" y="351"/>
                  </a:lnTo>
                  <a:lnTo>
                    <a:pt x="436" y="351"/>
                  </a:lnTo>
                  <a:lnTo>
                    <a:pt x="435" y="350"/>
                  </a:lnTo>
                  <a:lnTo>
                    <a:pt x="435" y="350"/>
                  </a:lnTo>
                  <a:lnTo>
                    <a:pt x="435" y="350"/>
                  </a:lnTo>
                  <a:lnTo>
                    <a:pt x="434" y="350"/>
                  </a:lnTo>
                  <a:lnTo>
                    <a:pt x="434" y="349"/>
                  </a:lnTo>
                  <a:lnTo>
                    <a:pt x="434" y="349"/>
                  </a:lnTo>
                  <a:lnTo>
                    <a:pt x="434" y="349"/>
                  </a:lnTo>
                  <a:lnTo>
                    <a:pt x="433" y="348"/>
                  </a:lnTo>
                  <a:lnTo>
                    <a:pt x="433" y="348"/>
                  </a:lnTo>
                  <a:lnTo>
                    <a:pt x="433" y="347"/>
                  </a:lnTo>
                  <a:lnTo>
                    <a:pt x="433" y="346"/>
                  </a:lnTo>
                  <a:lnTo>
                    <a:pt x="433" y="346"/>
                  </a:lnTo>
                  <a:lnTo>
                    <a:pt x="433" y="345"/>
                  </a:lnTo>
                  <a:lnTo>
                    <a:pt x="433" y="344"/>
                  </a:lnTo>
                  <a:lnTo>
                    <a:pt x="433" y="343"/>
                  </a:lnTo>
                  <a:lnTo>
                    <a:pt x="433" y="342"/>
                  </a:lnTo>
                  <a:lnTo>
                    <a:pt x="433" y="342"/>
                  </a:lnTo>
                  <a:lnTo>
                    <a:pt x="433" y="341"/>
                  </a:lnTo>
                  <a:lnTo>
                    <a:pt x="433" y="340"/>
                  </a:lnTo>
                  <a:lnTo>
                    <a:pt x="433" y="339"/>
                  </a:lnTo>
                  <a:lnTo>
                    <a:pt x="433" y="337"/>
                  </a:lnTo>
                  <a:lnTo>
                    <a:pt x="433" y="337"/>
                  </a:lnTo>
                  <a:lnTo>
                    <a:pt x="434" y="336"/>
                  </a:lnTo>
                  <a:lnTo>
                    <a:pt x="434" y="336"/>
                  </a:lnTo>
                  <a:lnTo>
                    <a:pt x="434" y="335"/>
                  </a:lnTo>
                  <a:lnTo>
                    <a:pt x="435" y="335"/>
                  </a:lnTo>
                  <a:lnTo>
                    <a:pt x="435" y="335"/>
                  </a:lnTo>
                  <a:lnTo>
                    <a:pt x="436" y="335"/>
                  </a:lnTo>
                  <a:lnTo>
                    <a:pt x="436" y="335"/>
                  </a:lnTo>
                  <a:lnTo>
                    <a:pt x="437" y="335"/>
                  </a:lnTo>
                  <a:lnTo>
                    <a:pt x="437" y="335"/>
                  </a:lnTo>
                  <a:lnTo>
                    <a:pt x="437" y="334"/>
                  </a:lnTo>
                  <a:lnTo>
                    <a:pt x="438" y="334"/>
                  </a:lnTo>
                  <a:lnTo>
                    <a:pt x="438" y="334"/>
                  </a:lnTo>
                  <a:lnTo>
                    <a:pt x="440" y="334"/>
                  </a:lnTo>
                  <a:lnTo>
                    <a:pt x="440" y="334"/>
                  </a:lnTo>
                  <a:lnTo>
                    <a:pt x="440" y="334"/>
                  </a:lnTo>
                  <a:lnTo>
                    <a:pt x="441" y="334"/>
                  </a:lnTo>
                  <a:lnTo>
                    <a:pt x="441" y="333"/>
                  </a:lnTo>
                  <a:lnTo>
                    <a:pt x="442" y="333"/>
                  </a:lnTo>
                  <a:lnTo>
                    <a:pt x="442" y="333"/>
                  </a:lnTo>
                  <a:lnTo>
                    <a:pt x="443" y="333"/>
                  </a:lnTo>
                  <a:lnTo>
                    <a:pt x="444" y="333"/>
                  </a:lnTo>
                  <a:lnTo>
                    <a:pt x="444" y="332"/>
                  </a:lnTo>
                  <a:lnTo>
                    <a:pt x="445" y="332"/>
                  </a:lnTo>
                  <a:lnTo>
                    <a:pt x="445" y="332"/>
                  </a:lnTo>
                  <a:lnTo>
                    <a:pt x="446" y="332"/>
                  </a:lnTo>
                  <a:lnTo>
                    <a:pt x="446" y="332"/>
                  </a:lnTo>
                  <a:lnTo>
                    <a:pt x="446" y="331"/>
                  </a:lnTo>
                  <a:lnTo>
                    <a:pt x="447" y="331"/>
                  </a:lnTo>
                  <a:lnTo>
                    <a:pt x="447" y="331"/>
                  </a:lnTo>
                  <a:lnTo>
                    <a:pt x="447" y="331"/>
                  </a:lnTo>
                  <a:lnTo>
                    <a:pt x="447" y="331"/>
                  </a:lnTo>
                  <a:lnTo>
                    <a:pt x="447" y="330"/>
                  </a:lnTo>
                  <a:lnTo>
                    <a:pt x="447" y="330"/>
                  </a:lnTo>
                  <a:lnTo>
                    <a:pt x="448" y="330"/>
                  </a:lnTo>
                  <a:lnTo>
                    <a:pt x="448" y="329"/>
                  </a:lnTo>
                  <a:lnTo>
                    <a:pt x="448" y="329"/>
                  </a:lnTo>
                  <a:lnTo>
                    <a:pt x="447" y="329"/>
                  </a:lnTo>
                  <a:lnTo>
                    <a:pt x="447" y="328"/>
                  </a:lnTo>
                  <a:lnTo>
                    <a:pt x="447" y="328"/>
                  </a:lnTo>
                  <a:lnTo>
                    <a:pt x="447" y="328"/>
                  </a:lnTo>
                  <a:lnTo>
                    <a:pt x="447" y="327"/>
                  </a:lnTo>
                  <a:lnTo>
                    <a:pt x="447" y="327"/>
                  </a:lnTo>
                  <a:lnTo>
                    <a:pt x="447" y="327"/>
                  </a:lnTo>
                  <a:lnTo>
                    <a:pt x="446" y="326"/>
                  </a:lnTo>
                  <a:lnTo>
                    <a:pt x="446" y="326"/>
                  </a:lnTo>
                  <a:lnTo>
                    <a:pt x="446" y="326"/>
                  </a:lnTo>
                  <a:lnTo>
                    <a:pt x="446" y="326"/>
                  </a:lnTo>
                  <a:lnTo>
                    <a:pt x="445" y="326"/>
                  </a:lnTo>
                  <a:lnTo>
                    <a:pt x="445" y="325"/>
                  </a:lnTo>
                  <a:lnTo>
                    <a:pt x="445" y="325"/>
                  </a:lnTo>
                  <a:lnTo>
                    <a:pt x="444" y="325"/>
                  </a:lnTo>
                  <a:lnTo>
                    <a:pt x="444" y="325"/>
                  </a:lnTo>
                  <a:lnTo>
                    <a:pt x="444" y="325"/>
                  </a:lnTo>
                  <a:lnTo>
                    <a:pt x="443" y="326"/>
                  </a:lnTo>
                  <a:lnTo>
                    <a:pt x="443" y="326"/>
                  </a:lnTo>
                  <a:lnTo>
                    <a:pt x="443" y="326"/>
                  </a:lnTo>
                  <a:lnTo>
                    <a:pt x="442" y="326"/>
                  </a:lnTo>
                  <a:lnTo>
                    <a:pt x="442" y="326"/>
                  </a:lnTo>
                  <a:lnTo>
                    <a:pt x="442" y="327"/>
                  </a:lnTo>
                  <a:lnTo>
                    <a:pt x="441" y="327"/>
                  </a:lnTo>
                  <a:lnTo>
                    <a:pt x="441" y="328"/>
                  </a:lnTo>
                  <a:lnTo>
                    <a:pt x="441" y="328"/>
                  </a:lnTo>
                  <a:lnTo>
                    <a:pt x="441" y="328"/>
                  </a:lnTo>
                  <a:lnTo>
                    <a:pt x="440" y="329"/>
                  </a:lnTo>
                  <a:lnTo>
                    <a:pt x="440" y="329"/>
                  </a:lnTo>
                  <a:lnTo>
                    <a:pt x="440" y="329"/>
                  </a:lnTo>
                  <a:lnTo>
                    <a:pt x="438" y="330"/>
                  </a:lnTo>
                  <a:lnTo>
                    <a:pt x="438" y="330"/>
                  </a:lnTo>
                  <a:lnTo>
                    <a:pt x="438" y="330"/>
                  </a:lnTo>
                  <a:lnTo>
                    <a:pt x="437" y="330"/>
                  </a:lnTo>
                  <a:lnTo>
                    <a:pt x="437" y="331"/>
                  </a:lnTo>
                  <a:lnTo>
                    <a:pt x="437" y="331"/>
                  </a:lnTo>
                  <a:lnTo>
                    <a:pt x="437" y="331"/>
                  </a:lnTo>
                  <a:lnTo>
                    <a:pt x="436" y="331"/>
                  </a:lnTo>
                  <a:lnTo>
                    <a:pt x="436" y="331"/>
                  </a:lnTo>
                  <a:lnTo>
                    <a:pt x="436" y="332"/>
                  </a:lnTo>
                  <a:lnTo>
                    <a:pt x="436" y="332"/>
                  </a:lnTo>
                  <a:lnTo>
                    <a:pt x="435" y="332"/>
                  </a:lnTo>
                  <a:lnTo>
                    <a:pt x="435" y="332"/>
                  </a:lnTo>
                  <a:lnTo>
                    <a:pt x="435" y="332"/>
                  </a:lnTo>
                  <a:lnTo>
                    <a:pt x="435" y="332"/>
                  </a:lnTo>
                  <a:lnTo>
                    <a:pt x="434" y="332"/>
                  </a:lnTo>
                  <a:lnTo>
                    <a:pt x="434" y="332"/>
                  </a:lnTo>
                  <a:lnTo>
                    <a:pt x="434" y="332"/>
                  </a:lnTo>
                  <a:lnTo>
                    <a:pt x="433" y="332"/>
                  </a:lnTo>
                  <a:lnTo>
                    <a:pt x="433" y="332"/>
                  </a:lnTo>
                  <a:lnTo>
                    <a:pt x="432" y="332"/>
                  </a:lnTo>
                  <a:lnTo>
                    <a:pt x="432" y="332"/>
                  </a:lnTo>
                  <a:lnTo>
                    <a:pt x="432" y="332"/>
                  </a:lnTo>
                  <a:lnTo>
                    <a:pt x="431" y="332"/>
                  </a:lnTo>
                  <a:lnTo>
                    <a:pt x="431" y="332"/>
                  </a:lnTo>
                  <a:lnTo>
                    <a:pt x="431" y="332"/>
                  </a:lnTo>
                  <a:lnTo>
                    <a:pt x="431" y="332"/>
                  </a:lnTo>
                  <a:lnTo>
                    <a:pt x="431" y="332"/>
                  </a:lnTo>
                  <a:lnTo>
                    <a:pt x="430" y="332"/>
                  </a:lnTo>
                  <a:lnTo>
                    <a:pt x="430" y="331"/>
                  </a:lnTo>
                  <a:lnTo>
                    <a:pt x="430" y="331"/>
                  </a:lnTo>
                  <a:lnTo>
                    <a:pt x="430" y="331"/>
                  </a:lnTo>
                  <a:lnTo>
                    <a:pt x="430" y="331"/>
                  </a:lnTo>
                  <a:lnTo>
                    <a:pt x="430" y="330"/>
                  </a:lnTo>
                  <a:lnTo>
                    <a:pt x="430" y="330"/>
                  </a:lnTo>
                  <a:lnTo>
                    <a:pt x="429" y="330"/>
                  </a:lnTo>
                  <a:lnTo>
                    <a:pt x="429" y="329"/>
                  </a:lnTo>
                  <a:lnTo>
                    <a:pt x="429" y="329"/>
                  </a:lnTo>
                  <a:lnTo>
                    <a:pt x="429" y="329"/>
                  </a:lnTo>
                  <a:lnTo>
                    <a:pt x="429" y="328"/>
                  </a:lnTo>
                  <a:lnTo>
                    <a:pt x="428" y="328"/>
                  </a:lnTo>
                  <a:lnTo>
                    <a:pt x="428" y="327"/>
                  </a:lnTo>
                  <a:lnTo>
                    <a:pt x="428" y="327"/>
                  </a:lnTo>
                  <a:lnTo>
                    <a:pt x="428" y="327"/>
                  </a:lnTo>
                  <a:lnTo>
                    <a:pt x="428" y="326"/>
                  </a:lnTo>
                  <a:lnTo>
                    <a:pt x="428" y="326"/>
                  </a:lnTo>
                  <a:lnTo>
                    <a:pt x="427" y="326"/>
                  </a:lnTo>
                  <a:lnTo>
                    <a:pt x="427" y="325"/>
                  </a:lnTo>
                  <a:lnTo>
                    <a:pt x="427" y="325"/>
                  </a:lnTo>
                  <a:lnTo>
                    <a:pt x="427" y="325"/>
                  </a:lnTo>
                  <a:lnTo>
                    <a:pt x="427" y="325"/>
                  </a:lnTo>
                  <a:lnTo>
                    <a:pt x="427" y="324"/>
                  </a:lnTo>
                  <a:lnTo>
                    <a:pt x="427" y="324"/>
                  </a:lnTo>
                  <a:lnTo>
                    <a:pt x="427" y="324"/>
                  </a:lnTo>
                  <a:lnTo>
                    <a:pt x="427" y="323"/>
                  </a:lnTo>
                  <a:lnTo>
                    <a:pt x="427" y="323"/>
                  </a:lnTo>
                  <a:lnTo>
                    <a:pt x="427" y="323"/>
                  </a:lnTo>
                  <a:lnTo>
                    <a:pt x="427" y="322"/>
                  </a:lnTo>
                  <a:lnTo>
                    <a:pt x="427" y="322"/>
                  </a:lnTo>
                  <a:lnTo>
                    <a:pt x="427" y="321"/>
                  </a:lnTo>
                  <a:lnTo>
                    <a:pt x="428" y="321"/>
                  </a:lnTo>
                  <a:lnTo>
                    <a:pt x="428" y="319"/>
                  </a:lnTo>
                  <a:lnTo>
                    <a:pt x="428" y="319"/>
                  </a:lnTo>
                  <a:lnTo>
                    <a:pt x="428" y="319"/>
                  </a:lnTo>
                  <a:lnTo>
                    <a:pt x="429" y="318"/>
                  </a:lnTo>
                  <a:lnTo>
                    <a:pt x="429" y="318"/>
                  </a:lnTo>
                  <a:lnTo>
                    <a:pt x="429" y="318"/>
                  </a:lnTo>
                  <a:lnTo>
                    <a:pt x="430" y="317"/>
                  </a:lnTo>
                  <a:lnTo>
                    <a:pt x="430" y="317"/>
                  </a:lnTo>
                  <a:lnTo>
                    <a:pt x="430" y="317"/>
                  </a:lnTo>
                  <a:lnTo>
                    <a:pt x="431" y="316"/>
                  </a:lnTo>
                  <a:lnTo>
                    <a:pt x="431" y="316"/>
                  </a:lnTo>
                  <a:lnTo>
                    <a:pt x="431" y="315"/>
                  </a:lnTo>
                  <a:lnTo>
                    <a:pt x="431" y="315"/>
                  </a:lnTo>
                  <a:lnTo>
                    <a:pt x="432" y="315"/>
                  </a:lnTo>
                  <a:lnTo>
                    <a:pt x="432" y="314"/>
                  </a:lnTo>
                  <a:lnTo>
                    <a:pt x="432" y="314"/>
                  </a:lnTo>
                  <a:lnTo>
                    <a:pt x="432" y="313"/>
                  </a:lnTo>
                  <a:lnTo>
                    <a:pt x="432" y="313"/>
                  </a:lnTo>
                  <a:lnTo>
                    <a:pt x="432" y="313"/>
                  </a:lnTo>
                  <a:lnTo>
                    <a:pt x="432" y="312"/>
                  </a:lnTo>
                  <a:lnTo>
                    <a:pt x="432" y="312"/>
                  </a:lnTo>
                  <a:lnTo>
                    <a:pt x="432" y="312"/>
                  </a:lnTo>
                  <a:lnTo>
                    <a:pt x="432" y="311"/>
                  </a:lnTo>
                  <a:lnTo>
                    <a:pt x="432" y="311"/>
                  </a:lnTo>
                  <a:lnTo>
                    <a:pt x="431" y="311"/>
                  </a:lnTo>
                  <a:lnTo>
                    <a:pt x="431" y="311"/>
                  </a:lnTo>
                  <a:lnTo>
                    <a:pt x="431" y="310"/>
                  </a:lnTo>
                  <a:lnTo>
                    <a:pt x="431" y="310"/>
                  </a:lnTo>
                  <a:lnTo>
                    <a:pt x="431" y="310"/>
                  </a:lnTo>
                  <a:lnTo>
                    <a:pt x="431" y="310"/>
                  </a:lnTo>
                  <a:lnTo>
                    <a:pt x="431" y="310"/>
                  </a:lnTo>
                  <a:lnTo>
                    <a:pt x="431" y="310"/>
                  </a:lnTo>
                  <a:lnTo>
                    <a:pt x="430" y="310"/>
                  </a:lnTo>
                  <a:lnTo>
                    <a:pt x="430" y="310"/>
                  </a:lnTo>
                  <a:lnTo>
                    <a:pt x="430" y="310"/>
                  </a:lnTo>
                  <a:lnTo>
                    <a:pt x="430" y="309"/>
                  </a:lnTo>
                  <a:lnTo>
                    <a:pt x="430" y="309"/>
                  </a:lnTo>
                  <a:lnTo>
                    <a:pt x="430" y="309"/>
                  </a:lnTo>
                  <a:lnTo>
                    <a:pt x="429" y="309"/>
                  </a:lnTo>
                  <a:lnTo>
                    <a:pt x="429" y="310"/>
                  </a:lnTo>
                  <a:lnTo>
                    <a:pt x="429" y="310"/>
                  </a:lnTo>
                  <a:lnTo>
                    <a:pt x="428" y="310"/>
                  </a:lnTo>
                  <a:lnTo>
                    <a:pt x="428" y="310"/>
                  </a:lnTo>
                  <a:lnTo>
                    <a:pt x="428" y="310"/>
                  </a:lnTo>
                  <a:lnTo>
                    <a:pt x="427" y="311"/>
                  </a:lnTo>
                  <a:lnTo>
                    <a:pt x="427" y="311"/>
                  </a:lnTo>
                  <a:lnTo>
                    <a:pt x="427" y="312"/>
                  </a:lnTo>
                  <a:lnTo>
                    <a:pt x="427" y="312"/>
                  </a:lnTo>
                  <a:lnTo>
                    <a:pt x="426" y="312"/>
                  </a:lnTo>
                  <a:lnTo>
                    <a:pt x="426" y="313"/>
                  </a:lnTo>
                  <a:lnTo>
                    <a:pt x="426" y="313"/>
                  </a:lnTo>
                  <a:lnTo>
                    <a:pt x="426" y="314"/>
                  </a:lnTo>
                  <a:lnTo>
                    <a:pt x="425" y="315"/>
                  </a:lnTo>
                  <a:lnTo>
                    <a:pt x="425" y="315"/>
                  </a:lnTo>
                  <a:lnTo>
                    <a:pt x="425" y="316"/>
                  </a:lnTo>
                  <a:lnTo>
                    <a:pt x="425" y="317"/>
                  </a:lnTo>
                  <a:lnTo>
                    <a:pt x="425" y="317"/>
                  </a:lnTo>
                  <a:lnTo>
                    <a:pt x="425" y="318"/>
                  </a:lnTo>
                  <a:lnTo>
                    <a:pt x="425" y="319"/>
                  </a:lnTo>
                  <a:lnTo>
                    <a:pt x="425" y="321"/>
                  </a:lnTo>
                  <a:lnTo>
                    <a:pt x="425" y="321"/>
                  </a:lnTo>
                  <a:lnTo>
                    <a:pt x="425" y="322"/>
                  </a:lnTo>
                  <a:lnTo>
                    <a:pt x="425" y="323"/>
                  </a:lnTo>
                  <a:lnTo>
                    <a:pt x="425" y="324"/>
                  </a:lnTo>
                  <a:lnTo>
                    <a:pt x="425" y="325"/>
                  </a:lnTo>
                  <a:lnTo>
                    <a:pt x="425" y="326"/>
                  </a:lnTo>
                  <a:lnTo>
                    <a:pt x="426" y="326"/>
                  </a:lnTo>
                  <a:lnTo>
                    <a:pt x="426" y="327"/>
                  </a:lnTo>
                  <a:lnTo>
                    <a:pt x="426" y="328"/>
                  </a:lnTo>
                  <a:lnTo>
                    <a:pt x="426" y="328"/>
                  </a:lnTo>
                  <a:lnTo>
                    <a:pt x="427" y="329"/>
                  </a:lnTo>
                  <a:lnTo>
                    <a:pt x="427" y="330"/>
                  </a:lnTo>
                  <a:lnTo>
                    <a:pt x="427" y="331"/>
                  </a:lnTo>
                  <a:lnTo>
                    <a:pt x="428" y="332"/>
                  </a:lnTo>
                  <a:lnTo>
                    <a:pt x="428" y="333"/>
                  </a:lnTo>
                  <a:lnTo>
                    <a:pt x="428" y="334"/>
                  </a:lnTo>
                  <a:lnTo>
                    <a:pt x="429" y="335"/>
                  </a:lnTo>
                  <a:lnTo>
                    <a:pt x="429" y="336"/>
                  </a:lnTo>
                  <a:lnTo>
                    <a:pt x="429" y="339"/>
                  </a:lnTo>
                  <a:lnTo>
                    <a:pt x="430" y="340"/>
                  </a:lnTo>
                  <a:lnTo>
                    <a:pt x="430" y="341"/>
                  </a:lnTo>
                  <a:lnTo>
                    <a:pt x="430" y="342"/>
                  </a:lnTo>
                  <a:lnTo>
                    <a:pt x="430" y="343"/>
                  </a:lnTo>
                  <a:lnTo>
                    <a:pt x="430" y="345"/>
                  </a:lnTo>
                  <a:lnTo>
                    <a:pt x="430" y="346"/>
                  </a:lnTo>
                  <a:lnTo>
                    <a:pt x="431" y="347"/>
                  </a:lnTo>
                  <a:lnTo>
                    <a:pt x="431" y="348"/>
                  </a:lnTo>
                  <a:lnTo>
                    <a:pt x="431" y="349"/>
                  </a:lnTo>
                  <a:lnTo>
                    <a:pt x="431" y="350"/>
                  </a:lnTo>
                  <a:lnTo>
                    <a:pt x="431" y="350"/>
                  </a:lnTo>
                  <a:lnTo>
                    <a:pt x="431" y="351"/>
                  </a:lnTo>
                  <a:lnTo>
                    <a:pt x="432" y="352"/>
                  </a:lnTo>
                  <a:lnTo>
                    <a:pt x="432" y="353"/>
                  </a:lnTo>
                  <a:lnTo>
                    <a:pt x="432" y="353"/>
                  </a:lnTo>
                  <a:lnTo>
                    <a:pt x="432" y="354"/>
                  </a:lnTo>
                  <a:lnTo>
                    <a:pt x="433" y="355"/>
                  </a:lnTo>
                  <a:lnTo>
                    <a:pt x="433" y="355"/>
                  </a:lnTo>
                  <a:lnTo>
                    <a:pt x="433" y="357"/>
                  </a:lnTo>
                  <a:lnTo>
                    <a:pt x="433" y="358"/>
                  </a:lnTo>
                  <a:lnTo>
                    <a:pt x="433" y="358"/>
                  </a:lnTo>
                  <a:lnTo>
                    <a:pt x="433" y="359"/>
                  </a:lnTo>
                  <a:lnTo>
                    <a:pt x="433" y="360"/>
                  </a:lnTo>
                  <a:lnTo>
                    <a:pt x="433" y="360"/>
                  </a:lnTo>
                  <a:lnTo>
                    <a:pt x="433" y="361"/>
                  </a:lnTo>
                  <a:lnTo>
                    <a:pt x="433" y="361"/>
                  </a:lnTo>
                  <a:lnTo>
                    <a:pt x="433" y="362"/>
                  </a:lnTo>
                  <a:lnTo>
                    <a:pt x="432" y="362"/>
                  </a:lnTo>
                  <a:lnTo>
                    <a:pt x="432" y="363"/>
                  </a:lnTo>
                  <a:lnTo>
                    <a:pt x="432" y="363"/>
                  </a:lnTo>
                  <a:lnTo>
                    <a:pt x="432" y="364"/>
                  </a:lnTo>
                  <a:lnTo>
                    <a:pt x="432" y="364"/>
                  </a:lnTo>
                  <a:lnTo>
                    <a:pt x="431" y="364"/>
                  </a:lnTo>
                  <a:lnTo>
                    <a:pt x="431" y="365"/>
                  </a:lnTo>
                  <a:lnTo>
                    <a:pt x="431" y="365"/>
                  </a:lnTo>
                  <a:lnTo>
                    <a:pt x="431" y="365"/>
                  </a:lnTo>
                  <a:lnTo>
                    <a:pt x="430" y="366"/>
                  </a:lnTo>
                  <a:lnTo>
                    <a:pt x="430" y="366"/>
                  </a:lnTo>
                  <a:lnTo>
                    <a:pt x="429" y="367"/>
                  </a:lnTo>
                  <a:lnTo>
                    <a:pt x="429" y="367"/>
                  </a:lnTo>
                  <a:lnTo>
                    <a:pt x="428" y="368"/>
                  </a:lnTo>
                  <a:lnTo>
                    <a:pt x="427" y="368"/>
                  </a:lnTo>
                  <a:lnTo>
                    <a:pt x="427" y="368"/>
                  </a:lnTo>
                  <a:lnTo>
                    <a:pt x="426" y="368"/>
                  </a:lnTo>
                  <a:lnTo>
                    <a:pt x="426" y="369"/>
                  </a:lnTo>
                  <a:lnTo>
                    <a:pt x="425" y="369"/>
                  </a:lnTo>
                  <a:lnTo>
                    <a:pt x="424" y="369"/>
                  </a:lnTo>
                  <a:lnTo>
                    <a:pt x="424" y="369"/>
                  </a:lnTo>
                  <a:lnTo>
                    <a:pt x="423" y="370"/>
                  </a:lnTo>
                  <a:lnTo>
                    <a:pt x="423" y="370"/>
                  </a:lnTo>
                  <a:lnTo>
                    <a:pt x="422" y="370"/>
                  </a:lnTo>
                  <a:lnTo>
                    <a:pt x="420" y="370"/>
                  </a:lnTo>
                  <a:lnTo>
                    <a:pt x="419" y="370"/>
                  </a:lnTo>
                  <a:lnTo>
                    <a:pt x="419" y="371"/>
                  </a:lnTo>
                  <a:lnTo>
                    <a:pt x="418" y="371"/>
                  </a:lnTo>
                  <a:lnTo>
                    <a:pt x="417" y="371"/>
                  </a:lnTo>
                  <a:lnTo>
                    <a:pt x="417" y="371"/>
                  </a:lnTo>
                  <a:lnTo>
                    <a:pt x="416" y="371"/>
                  </a:lnTo>
                  <a:lnTo>
                    <a:pt x="415" y="371"/>
                  </a:lnTo>
                  <a:lnTo>
                    <a:pt x="414" y="371"/>
                  </a:lnTo>
                  <a:lnTo>
                    <a:pt x="414" y="372"/>
                  </a:lnTo>
                  <a:lnTo>
                    <a:pt x="413" y="372"/>
                  </a:lnTo>
                  <a:lnTo>
                    <a:pt x="412" y="372"/>
                  </a:lnTo>
                  <a:lnTo>
                    <a:pt x="411" y="372"/>
                  </a:lnTo>
                  <a:lnTo>
                    <a:pt x="411" y="372"/>
                  </a:lnTo>
                  <a:lnTo>
                    <a:pt x="410" y="372"/>
                  </a:lnTo>
                  <a:lnTo>
                    <a:pt x="409" y="372"/>
                  </a:lnTo>
                  <a:lnTo>
                    <a:pt x="409" y="372"/>
                  </a:lnTo>
                  <a:lnTo>
                    <a:pt x="408" y="371"/>
                  </a:lnTo>
                  <a:lnTo>
                    <a:pt x="407" y="371"/>
                  </a:lnTo>
                  <a:lnTo>
                    <a:pt x="407" y="371"/>
                  </a:lnTo>
                  <a:lnTo>
                    <a:pt x="406" y="371"/>
                  </a:lnTo>
                  <a:lnTo>
                    <a:pt x="406" y="371"/>
                  </a:lnTo>
                  <a:lnTo>
                    <a:pt x="405" y="370"/>
                  </a:lnTo>
                  <a:lnTo>
                    <a:pt x="404" y="370"/>
                  </a:lnTo>
                  <a:lnTo>
                    <a:pt x="404" y="370"/>
                  </a:lnTo>
                  <a:lnTo>
                    <a:pt x="402" y="369"/>
                  </a:lnTo>
                  <a:lnTo>
                    <a:pt x="401" y="369"/>
                  </a:lnTo>
                  <a:lnTo>
                    <a:pt x="401" y="369"/>
                  </a:lnTo>
                  <a:lnTo>
                    <a:pt x="400" y="368"/>
                  </a:lnTo>
                  <a:lnTo>
                    <a:pt x="400" y="368"/>
                  </a:lnTo>
                  <a:lnTo>
                    <a:pt x="399" y="367"/>
                  </a:lnTo>
                  <a:lnTo>
                    <a:pt x="399" y="367"/>
                  </a:lnTo>
                  <a:lnTo>
                    <a:pt x="399" y="366"/>
                  </a:lnTo>
                  <a:lnTo>
                    <a:pt x="398" y="366"/>
                  </a:lnTo>
                  <a:lnTo>
                    <a:pt x="398" y="366"/>
                  </a:lnTo>
                  <a:lnTo>
                    <a:pt x="398" y="365"/>
                  </a:lnTo>
                  <a:lnTo>
                    <a:pt x="398" y="365"/>
                  </a:lnTo>
                  <a:lnTo>
                    <a:pt x="398" y="364"/>
                  </a:lnTo>
                  <a:lnTo>
                    <a:pt x="398" y="364"/>
                  </a:lnTo>
                  <a:lnTo>
                    <a:pt x="398" y="363"/>
                  </a:lnTo>
                  <a:lnTo>
                    <a:pt x="398" y="362"/>
                  </a:lnTo>
                  <a:lnTo>
                    <a:pt x="398" y="362"/>
                  </a:lnTo>
                  <a:lnTo>
                    <a:pt x="399" y="361"/>
                  </a:lnTo>
                  <a:lnTo>
                    <a:pt x="399" y="361"/>
                  </a:lnTo>
                  <a:lnTo>
                    <a:pt x="399" y="360"/>
                  </a:lnTo>
                  <a:lnTo>
                    <a:pt x="399" y="359"/>
                  </a:lnTo>
                  <a:lnTo>
                    <a:pt x="400" y="359"/>
                  </a:lnTo>
                  <a:lnTo>
                    <a:pt x="400" y="358"/>
                  </a:lnTo>
                  <a:lnTo>
                    <a:pt x="400" y="358"/>
                  </a:lnTo>
                  <a:lnTo>
                    <a:pt x="400" y="357"/>
                  </a:lnTo>
                  <a:lnTo>
                    <a:pt x="401" y="357"/>
                  </a:lnTo>
                  <a:lnTo>
                    <a:pt x="401" y="355"/>
                  </a:lnTo>
                  <a:lnTo>
                    <a:pt x="401" y="355"/>
                  </a:lnTo>
                  <a:lnTo>
                    <a:pt x="401" y="355"/>
                  </a:lnTo>
                  <a:lnTo>
                    <a:pt x="401" y="354"/>
                  </a:lnTo>
                  <a:lnTo>
                    <a:pt x="402" y="354"/>
                  </a:lnTo>
                  <a:lnTo>
                    <a:pt x="402" y="353"/>
                  </a:lnTo>
                  <a:lnTo>
                    <a:pt x="402" y="353"/>
                  </a:lnTo>
                  <a:lnTo>
                    <a:pt x="402" y="352"/>
                  </a:lnTo>
                  <a:lnTo>
                    <a:pt x="402" y="352"/>
                  </a:lnTo>
                  <a:lnTo>
                    <a:pt x="402" y="351"/>
                  </a:lnTo>
                  <a:lnTo>
                    <a:pt x="402" y="351"/>
                  </a:lnTo>
                  <a:lnTo>
                    <a:pt x="402" y="350"/>
                  </a:lnTo>
                  <a:lnTo>
                    <a:pt x="402" y="350"/>
                  </a:lnTo>
                  <a:lnTo>
                    <a:pt x="402" y="350"/>
                  </a:lnTo>
                  <a:lnTo>
                    <a:pt x="402" y="349"/>
                  </a:lnTo>
                  <a:lnTo>
                    <a:pt x="402" y="349"/>
                  </a:lnTo>
                  <a:lnTo>
                    <a:pt x="402" y="348"/>
                  </a:lnTo>
                  <a:lnTo>
                    <a:pt x="402" y="348"/>
                  </a:lnTo>
                  <a:lnTo>
                    <a:pt x="401" y="348"/>
                  </a:lnTo>
                  <a:lnTo>
                    <a:pt x="401" y="348"/>
                  </a:lnTo>
                  <a:lnTo>
                    <a:pt x="401" y="347"/>
                  </a:lnTo>
                  <a:lnTo>
                    <a:pt x="401" y="347"/>
                  </a:lnTo>
                  <a:lnTo>
                    <a:pt x="401" y="347"/>
                  </a:lnTo>
                  <a:lnTo>
                    <a:pt x="401" y="347"/>
                  </a:lnTo>
                  <a:lnTo>
                    <a:pt x="401" y="347"/>
                  </a:lnTo>
                  <a:lnTo>
                    <a:pt x="401" y="347"/>
                  </a:lnTo>
                  <a:lnTo>
                    <a:pt x="401" y="347"/>
                  </a:lnTo>
                  <a:lnTo>
                    <a:pt x="400" y="346"/>
                  </a:lnTo>
                  <a:lnTo>
                    <a:pt x="400" y="346"/>
                  </a:lnTo>
                  <a:lnTo>
                    <a:pt x="400" y="346"/>
                  </a:lnTo>
                  <a:lnTo>
                    <a:pt x="400" y="346"/>
                  </a:lnTo>
                  <a:lnTo>
                    <a:pt x="399" y="347"/>
                  </a:lnTo>
                  <a:lnTo>
                    <a:pt x="399" y="347"/>
                  </a:lnTo>
                  <a:lnTo>
                    <a:pt x="399" y="347"/>
                  </a:lnTo>
                  <a:lnTo>
                    <a:pt x="398" y="347"/>
                  </a:lnTo>
                  <a:lnTo>
                    <a:pt x="398" y="347"/>
                  </a:lnTo>
                  <a:lnTo>
                    <a:pt x="398" y="347"/>
                  </a:lnTo>
                  <a:lnTo>
                    <a:pt x="398" y="347"/>
                  </a:lnTo>
                  <a:lnTo>
                    <a:pt x="398" y="347"/>
                  </a:lnTo>
                  <a:lnTo>
                    <a:pt x="398" y="348"/>
                  </a:lnTo>
                  <a:lnTo>
                    <a:pt x="398" y="348"/>
                  </a:lnTo>
                  <a:lnTo>
                    <a:pt x="398" y="348"/>
                  </a:lnTo>
                  <a:lnTo>
                    <a:pt x="398" y="348"/>
                  </a:lnTo>
                  <a:lnTo>
                    <a:pt x="398" y="348"/>
                  </a:lnTo>
                  <a:lnTo>
                    <a:pt x="398" y="348"/>
                  </a:lnTo>
                  <a:lnTo>
                    <a:pt x="398" y="349"/>
                  </a:lnTo>
                  <a:lnTo>
                    <a:pt x="398" y="349"/>
                  </a:lnTo>
                  <a:lnTo>
                    <a:pt x="398" y="349"/>
                  </a:lnTo>
                  <a:lnTo>
                    <a:pt x="398" y="349"/>
                  </a:lnTo>
                  <a:lnTo>
                    <a:pt x="398" y="350"/>
                  </a:lnTo>
                  <a:lnTo>
                    <a:pt x="399" y="350"/>
                  </a:lnTo>
                  <a:lnTo>
                    <a:pt x="399" y="350"/>
                  </a:lnTo>
                  <a:lnTo>
                    <a:pt x="399" y="350"/>
                  </a:lnTo>
                  <a:lnTo>
                    <a:pt x="399" y="351"/>
                  </a:lnTo>
                  <a:lnTo>
                    <a:pt x="399" y="351"/>
                  </a:lnTo>
                  <a:lnTo>
                    <a:pt x="399" y="351"/>
                  </a:lnTo>
                  <a:lnTo>
                    <a:pt x="399" y="352"/>
                  </a:lnTo>
                  <a:lnTo>
                    <a:pt x="399" y="352"/>
                  </a:lnTo>
                  <a:lnTo>
                    <a:pt x="399" y="352"/>
                  </a:lnTo>
                  <a:lnTo>
                    <a:pt x="400" y="353"/>
                  </a:lnTo>
                  <a:lnTo>
                    <a:pt x="400" y="353"/>
                  </a:lnTo>
                  <a:lnTo>
                    <a:pt x="399" y="353"/>
                  </a:lnTo>
                  <a:lnTo>
                    <a:pt x="399" y="354"/>
                  </a:lnTo>
                  <a:lnTo>
                    <a:pt x="399" y="354"/>
                  </a:lnTo>
                  <a:lnTo>
                    <a:pt x="399" y="354"/>
                  </a:lnTo>
                  <a:lnTo>
                    <a:pt x="399" y="354"/>
                  </a:lnTo>
                  <a:lnTo>
                    <a:pt x="399" y="355"/>
                  </a:lnTo>
                  <a:lnTo>
                    <a:pt x="399" y="355"/>
                  </a:lnTo>
                  <a:lnTo>
                    <a:pt x="399" y="355"/>
                  </a:lnTo>
                  <a:lnTo>
                    <a:pt x="398" y="355"/>
                  </a:lnTo>
                  <a:lnTo>
                    <a:pt x="398" y="355"/>
                  </a:lnTo>
                  <a:lnTo>
                    <a:pt x="398" y="355"/>
                  </a:lnTo>
                  <a:lnTo>
                    <a:pt x="398" y="355"/>
                  </a:lnTo>
                  <a:lnTo>
                    <a:pt x="398" y="355"/>
                  </a:lnTo>
                  <a:lnTo>
                    <a:pt x="397" y="355"/>
                  </a:lnTo>
                  <a:lnTo>
                    <a:pt x="397" y="355"/>
                  </a:lnTo>
                  <a:lnTo>
                    <a:pt x="397" y="355"/>
                  </a:lnTo>
                  <a:lnTo>
                    <a:pt x="397" y="355"/>
                  </a:lnTo>
                  <a:lnTo>
                    <a:pt x="396" y="355"/>
                  </a:lnTo>
                  <a:lnTo>
                    <a:pt x="396" y="355"/>
                  </a:lnTo>
                  <a:lnTo>
                    <a:pt x="396" y="355"/>
                  </a:lnTo>
                  <a:lnTo>
                    <a:pt x="395" y="354"/>
                  </a:lnTo>
                  <a:lnTo>
                    <a:pt x="395" y="354"/>
                  </a:lnTo>
                  <a:lnTo>
                    <a:pt x="395" y="354"/>
                  </a:lnTo>
                  <a:lnTo>
                    <a:pt x="394" y="354"/>
                  </a:lnTo>
                  <a:lnTo>
                    <a:pt x="394" y="354"/>
                  </a:lnTo>
                  <a:lnTo>
                    <a:pt x="393" y="354"/>
                  </a:lnTo>
                  <a:lnTo>
                    <a:pt x="393" y="354"/>
                  </a:lnTo>
                  <a:lnTo>
                    <a:pt x="392" y="354"/>
                  </a:lnTo>
                  <a:lnTo>
                    <a:pt x="391" y="354"/>
                  </a:lnTo>
                  <a:lnTo>
                    <a:pt x="391" y="354"/>
                  </a:lnTo>
                  <a:lnTo>
                    <a:pt x="390" y="355"/>
                  </a:lnTo>
                  <a:lnTo>
                    <a:pt x="390" y="355"/>
                  </a:lnTo>
                  <a:lnTo>
                    <a:pt x="389" y="355"/>
                  </a:lnTo>
                  <a:lnTo>
                    <a:pt x="389" y="355"/>
                  </a:lnTo>
                  <a:lnTo>
                    <a:pt x="388" y="355"/>
                  </a:lnTo>
                  <a:lnTo>
                    <a:pt x="388" y="355"/>
                  </a:lnTo>
                  <a:lnTo>
                    <a:pt x="387" y="355"/>
                  </a:lnTo>
                  <a:lnTo>
                    <a:pt x="386" y="355"/>
                  </a:lnTo>
                  <a:lnTo>
                    <a:pt x="386" y="357"/>
                  </a:lnTo>
                  <a:lnTo>
                    <a:pt x="384" y="357"/>
                  </a:lnTo>
                  <a:lnTo>
                    <a:pt x="384" y="357"/>
                  </a:lnTo>
                  <a:lnTo>
                    <a:pt x="383" y="357"/>
                  </a:lnTo>
                  <a:lnTo>
                    <a:pt x="383" y="358"/>
                  </a:lnTo>
                  <a:lnTo>
                    <a:pt x="382" y="358"/>
                  </a:lnTo>
                  <a:lnTo>
                    <a:pt x="381" y="358"/>
                  </a:lnTo>
                  <a:lnTo>
                    <a:pt x="381" y="359"/>
                  </a:lnTo>
                  <a:lnTo>
                    <a:pt x="380" y="359"/>
                  </a:lnTo>
                  <a:lnTo>
                    <a:pt x="380" y="359"/>
                  </a:lnTo>
                  <a:lnTo>
                    <a:pt x="379" y="359"/>
                  </a:lnTo>
                  <a:lnTo>
                    <a:pt x="379" y="359"/>
                  </a:lnTo>
                  <a:lnTo>
                    <a:pt x="378" y="359"/>
                  </a:lnTo>
                  <a:lnTo>
                    <a:pt x="377" y="359"/>
                  </a:lnTo>
                  <a:lnTo>
                    <a:pt x="377" y="359"/>
                  </a:lnTo>
                  <a:lnTo>
                    <a:pt x="376" y="359"/>
                  </a:lnTo>
                  <a:lnTo>
                    <a:pt x="376" y="359"/>
                  </a:lnTo>
                  <a:lnTo>
                    <a:pt x="376" y="359"/>
                  </a:lnTo>
                  <a:lnTo>
                    <a:pt x="375" y="359"/>
                  </a:lnTo>
                  <a:lnTo>
                    <a:pt x="375" y="359"/>
                  </a:lnTo>
                  <a:lnTo>
                    <a:pt x="374" y="359"/>
                  </a:lnTo>
                  <a:lnTo>
                    <a:pt x="374" y="359"/>
                  </a:lnTo>
                  <a:lnTo>
                    <a:pt x="374" y="359"/>
                  </a:lnTo>
                  <a:lnTo>
                    <a:pt x="374" y="359"/>
                  </a:lnTo>
                  <a:lnTo>
                    <a:pt x="373" y="359"/>
                  </a:lnTo>
                  <a:lnTo>
                    <a:pt x="373" y="358"/>
                  </a:lnTo>
                  <a:lnTo>
                    <a:pt x="373" y="358"/>
                  </a:lnTo>
                  <a:lnTo>
                    <a:pt x="373" y="358"/>
                  </a:lnTo>
                  <a:lnTo>
                    <a:pt x="373" y="358"/>
                  </a:lnTo>
                  <a:lnTo>
                    <a:pt x="372" y="358"/>
                  </a:lnTo>
                  <a:lnTo>
                    <a:pt x="372" y="358"/>
                  </a:lnTo>
                  <a:lnTo>
                    <a:pt x="372" y="357"/>
                  </a:lnTo>
                  <a:lnTo>
                    <a:pt x="372" y="357"/>
                  </a:lnTo>
                  <a:lnTo>
                    <a:pt x="372" y="357"/>
                  </a:lnTo>
                  <a:lnTo>
                    <a:pt x="372" y="355"/>
                  </a:lnTo>
                  <a:lnTo>
                    <a:pt x="371" y="355"/>
                  </a:lnTo>
                  <a:lnTo>
                    <a:pt x="371" y="354"/>
                  </a:lnTo>
                  <a:lnTo>
                    <a:pt x="371" y="354"/>
                  </a:lnTo>
                  <a:lnTo>
                    <a:pt x="371" y="353"/>
                  </a:lnTo>
                  <a:lnTo>
                    <a:pt x="371" y="353"/>
                  </a:lnTo>
                  <a:lnTo>
                    <a:pt x="371" y="352"/>
                  </a:lnTo>
                  <a:lnTo>
                    <a:pt x="371" y="352"/>
                  </a:lnTo>
                  <a:lnTo>
                    <a:pt x="371" y="352"/>
                  </a:lnTo>
                  <a:lnTo>
                    <a:pt x="371" y="351"/>
                  </a:lnTo>
                  <a:lnTo>
                    <a:pt x="372" y="351"/>
                  </a:lnTo>
                  <a:lnTo>
                    <a:pt x="372" y="351"/>
                  </a:lnTo>
                  <a:lnTo>
                    <a:pt x="372" y="351"/>
                  </a:lnTo>
                  <a:lnTo>
                    <a:pt x="373" y="350"/>
                  </a:lnTo>
                  <a:lnTo>
                    <a:pt x="373" y="350"/>
                  </a:lnTo>
                  <a:lnTo>
                    <a:pt x="374" y="350"/>
                  </a:lnTo>
                  <a:lnTo>
                    <a:pt x="374" y="350"/>
                  </a:lnTo>
                  <a:lnTo>
                    <a:pt x="374" y="349"/>
                  </a:lnTo>
                  <a:lnTo>
                    <a:pt x="375" y="349"/>
                  </a:lnTo>
                  <a:lnTo>
                    <a:pt x="375" y="349"/>
                  </a:lnTo>
                  <a:lnTo>
                    <a:pt x="376" y="348"/>
                  </a:lnTo>
                  <a:lnTo>
                    <a:pt x="376" y="348"/>
                  </a:lnTo>
                  <a:lnTo>
                    <a:pt x="376" y="347"/>
                  </a:lnTo>
                  <a:lnTo>
                    <a:pt x="376" y="347"/>
                  </a:lnTo>
                  <a:lnTo>
                    <a:pt x="376" y="347"/>
                  </a:lnTo>
                  <a:lnTo>
                    <a:pt x="376" y="346"/>
                  </a:lnTo>
                  <a:lnTo>
                    <a:pt x="376" y="346"/>
                  </a:lnTo>
                  <a:lnTo>
                    <a:pt x="376" y="345"/>
                  </a:lnTo>
                  <a:lnTo>
                    <a:pt x="376" y="345"/>
                  </a:lnTo>
                  <a:lnTo>
                    <a:pt x="376" y="345"/>
                  </a:lnTo>
                  <a:lnTo>
                    <a:pt x="376" y="344"/>
                  </a:lnTo>
                  <a:lnTo>
                    <a:pt x="376" y="344"/>
                  </a:lnTo>
                  <a:lnTo>
                    <a:pt x="376" y="344"/>
                  </a:lnTo>
                  <a:lnTo>
                    <a:pt x="376" y="343"/>
                  </a:lnTo>
                  <a:lnTo>
                    <a:pt x="375" y="343"/>
                  </a:lnTo>
                  <a:lnTo>
                    <a:pt x="375" y="343"/>
                  </a:lnTo>
                  <a:lnTo>
                    <a:pt x="375" y="343"/>
                  </a:lnTo>
                  <a:lnTo>
                    <a:pt x="375" y="343"/>
                  </a:lnTo>
                  <a:lnTo>
                    <a:pt x="375" y="343"/>
                  </a:lnTo>
                  <a:lnTo>
                    <a:pt x="375" y="343"/>
                  </a:lnTo>
                  <a:lnTo>
                    <a:pt x="375" y="343"/>
                  </a:lnTo>
                  <a:lnTo>
                    <a:pt x="374" y="343"/>
                  </a:lnTo>
                  <a:lnTo>
                    <a:pt x="374" y="343"/>
                  </a:lnTo>
                  <a:lnTo>
                    <a:pt x="374" y="344"/>
                  </a:lnTo>
                  <a:lnTo>
                    <a:pt x="374" y="344"/>
                  </a:lnTo>
                  <a:lnTo>
                    <a:pt x="374" y="344"/>
                  </a:lnTo>
                  <a:lnTo>
                    <a:pt x="374" y="345"/>
                  </a:lnTo>
                  <a:lnTo>
                    <a:pt x="374" y="345"/>
                  </a:lnTo>
                  <a:lnTo>
                    <a:pt x="374" y="345"/>
                  </a:lnTo>
                  <a:lnTo>
                    <a:pt x="374" y="345"/>
                  </a:lnTo>
                  <a:lnTo>
                    <a:pt x="374" y="346"/>
                  </a:lnTo>
                  <a:lnTo>
                    <a:pt x="373" y="346"/>
                  </a:lnTo>
                  <a:lnTo>
                    <a:pt x="373" y="346"/>
                  </a:lnTo>
                  <a:lnTo>
                    <a:pt x="373" y="347"/>
                  </a:lnTo>
                  <a:lnTo>
                    <a:pt x="373" y="347"/>
                  </a:lnTo>
                  <a:lnTo>
                    <a:pt x="373" y="347"/>
                  </a:lnTo>
                  <a:lnTo>
                    <a:pt x="372" y="347"/>
                  </a:lnTo>
                  <a:lnTo>
                    <a:pt x="372" y="348"/>
                  </a:lnTo>
                  <a:lnTo>
                    <a:pt x="372" y="348"/>
                  </a:lnTo>
                  <a:lnTo>
                    <a:pt x="371" y="348"/>
                  </a:lnTo>
                  <a:lnTo>
                    <a:pt x="371" y="348"/>
                  </a:lnTo>
                  <a:lnTo>
                    <a:pt x="370" y="349"/>
                  </a:lnTo>
                  <a:lnTo>
                    <a:pt x="370" y="349"/>
                  </a:lnTo>
                  <a:lnTo>
                    <a:pt x="370" y="349"/>
                  </a:lnTo>
                  <a:lnTo>
                    <a:pt x="369" y="349"/>
                  </a:lnTo>
                  <a:lnTo>
                    <a:pt x="369" y="350"/>
                  </a:lnTo>
                  <a:lnTo>
                    <a:pt x="369" y="350"/>
                  </a:lnTo>
                  <a:lnTo>
                    <a:pt x="369" y="350"/>
                  </a:lnTo>
                  <a:lnTo>
                    <a:pt x="368" y="351"/>
                  </a:lnTo>
                  <a:lnTo>
                    <a:pt x="368" y="351"/>
                  </a:lnTo>
                  <a:lnTo>
                    <a:pt x="368" y="351"/>
                  </a:lnTo>
                  <a:lnTo>
                    <a:pt x="368" y="351"/>
                  </a:lnTo>
                  <a:lnTo>
                    <a:pt x="368" y="352"/>
                  </a:lnTo>
                  <a:lnTo>
                    <a:pt x="368" y="352"/>
                  </a:lnTo>
                  <a:lnTo>
                    <a:pt x="368" y="352"/>
                  </a:lnTo>
                  <a:lnTo>
                    <a:pt x="368" y="352"/>
                  </a:lnTo>
                  <a:lnTo>
                    <a:pt x="368" y="353"/>
                  </a:lnTo>
                  <a:lnTo>
                    <a:pt x="368" y="353"/>
                  </a:lnTo>
                  <a:lnTo>
                    <a:pt x="369" y="353"/>
                  </a:lnTo>
                  <a:lnTo>
                    <a:pt x="369" y="353"/>
                  </a:lnTo>
                  <a:lnTo>
                    <a:pt x="369" y="354"/>
                  </a:lnTo>
                  <a:lnTo>
                    <a:pt x="369" y="354"/>
                  </a:lnTo>
                  <a:lnTo>
                    <a:pt x="369" y="354"/>
                  </a:lnTo>
                  <a:lnTo>
                    <a:pt x="370" y="354"/>
                  </a:lnTo>
                  <a:lnTo>
                    <a:pt x="370" y="355"/>
                  </a:lnTo>
                  <a:lnTo>
                    <a:pt x="370" y="355"/>
                  </a:lnTo>
                  <a:lnTo>
                    <a:pt x="370" y="355"/>
                  </a:lnTo>
                  <a:lnTo>
                    <a:pt x="370" y="357"/>
                  </a:lnTo>
                  <a:lnTo>
                    <a:pt x="370" y="357"/>
                  </a:lnTo>
                  <a:lnTo>
                    <a:pt x="370" y="357"/>
                  </a:lnTo>
                  <a:lnTo>
                    <a:pt x="370" y="357"/>
                  </a:lnTo>
                  <a:lnTo>
                    <a:pt x="370" y="358"/>
                  </a:lnTo>
                  <a:lnTo>
                    <a:pt x="370" y="358"/>
                  </a:lnTo>
                  <a:lnTo>
                    <a:pt x="370" y="358"/>
                  </a:lnTo>
                  <a:lnTo>
                    <a:pt x="369" y="358"/>
                  </a:lnTo>
                  <a:lnTo>
                    <a:pt x="369" y="358"/>
                  </a:lnTo>
                  <a:lnTo>
                    <a:pt x="369" y="359"/>
                  </a:lnTo>
                  <a:lnTo>
                    <a:pt x="369" y="359"/>
                  </a:lnTo>
                  <a:lnTo>
                    <a:pt x="369" y="359"/>
                  </a:lnTo>
                  <a:lnTo>
                    <a:pt x="369" y="359"/>
                  </a:lnTo>
                  <a:lnTo>
                    <a:pt x="369" y="359"/>
                  </a:lnTo>
                  <a:lnTo>
                    <a:pt x="368" y="359"/>
                  </a:lnTo>
                  <a:lnTo>
                    <a:pt x="368" y="359"/>
                  </a:lnTo>
                  <a:lnTo>
                    <a:pt x="368" y="359"/>
                  </a:lnTo>
                  <a:lnTo>
                    <a:pt x="368" y="359"/>
                  </a:lnTo>
                  <a:lnTo>
                    <a:pt x="366" y="359"/>
                  </a:lnTo>
                  <a:lnTo>
                    <a:pt x="366" y="359"/>
                  </a:lnTo>
                  <a:lnTo>
                    <a:pt x="366" y="359"/>
                  </a:lnTo>
                  <a:lnTo>
                    <a:pt x="366" y="358"/>
                  </a:lnTo>
                  <a:lnTo>
                    <a:pt x="365" y="358"/>
                  </a:lnTo>
                  <a:lnTo>
                    <a:pt x="365" y="358"/>
                  </a:lnTo>
                  <a:lnTo>
                    <a:pt x="365" y="357"/>
                  </a:lnTo>
                  <a:lnTo>
                    <a:pt x="365" y="357"/>
                  </a:lnTo>
                  <a:lnTo>
                    <a:pt x="364" y="357"/>
                  </a:lnTo>
                  <a:lnTo>
                    <a:pt x="364" y="357"/>
                  </a:lnTo>
                  <a:lnTo>
                    <a:pt x="364" y="357"/>
                  </a:lnTo>
                  <a:lnTo>
                    <a:pt x="364" y="355"/>
                  </a:lnTo>
                  <a:lnTo>
                    <a:pt x="364" y="355"/>
                  </a:lnTo>
                  <a:lnTo>
                    <a:pt x="363" y="355"/>
                  </a:lnTo>
                  <a:lnTo>
                    <a:pt x="363" y="355"/>
                  </a:lnTo>
                  <a:lnTo>
                    <a:pt x="363" y="355"/>
                  </a:lnTo>
                  <a:lnTo>
                    <a:pt x="362" y="355"/>
                  </a:lnTo>
                  <a:lnTo>
                    <a:pt x="362" y="355"/>
                  </a:lnTo>
                  <a:lnTo>
                    <a:pt x="362" y="355"/>
                  </a:lnTo>
                  <a:lnTo>
                    <a:pt x="361" y="355"/>
                  </a:lnTo>
                  <a:lnTo>
                    <a:pt x="361" y="355"/>
                  </a:lnTo>
                  <a:lnTo>
                    <a:pt x="360" y="355"/>
                  </a:lnTo>
                  <a:lnTo>
                    <a:pt x="360" y="355"/>
                  </a:lnTo>
                  <a:lnTo>
                    <a:pt x="360" y="357"/>
                  </a:lnTo>
                  <a:lnTo>
                    <a:pt x="360" y="357"/>
                  </a:lnTo>
                  <a:lnTo>
                    <a:pt x="360" y="357"/>
                  </a:lnTo>
                  <a:lnTo>
                    <a:pt x="360" y="357"/>
                  </a:lnTo>
                  <a:lnTo>
                    <a:pt x="360" y="357"/>
                  </a:lnTo>
                  <a:lnTo>
                    <a:pt x="360" y="358"/>
                  </a:lnTo>
                  <a:lnTo>
                    <a:pt x="360" y="358"/>
                  </a:lnTo>
                  <a:lnTo>
                    <a:pt x="360" y="358"/>
                  </a:lnTo>
                  <a:lnTo>
                    <a:pt x="360" y="358"/>
                  </a:lnTo>
                  <a:lnTo>
                    <a:pt x="360" y="359"/>
                  </a:lnTo>
                  <a:lnTo>
                    <a:pt x="360" y="359"/>
                  </a:lnTo>
                  <a:lnTo>
                    <a:pt x="360" y="359"/>
                  </a:lnTo>
                  <a:lnTo>
                    <a:pt x="361" y="359"/>
                  </a:lnTo>
                  <a:lnTo>
                    <a:pt x="361" y="360"/>
                  </a:lnTo>
                  <a:lnTo>
                    <a:pt x="361" y="360"/>
                  </a:lnTo>
                  <a:lnTo>
                    <a:pt x="362" y="360"/>
                  </a:lnTo>
                  <a:lnTo>
                    <a:pt x="362" y="361"/>
                  </a:lnTo>
                  <a:lnTo>
                    <a:pt x="362" y="361"/>
                  </a:lnTo>
                  <a:lnTo>
                    <a:pt x="363" y="361"/>
                  </a:lnTo>
                  <a:lnTo>
                    <a:pt x="363" y="361"/>
                  </a:lnTo>
                  <a:lnTo>
                    <a:pt x="363" y="362"/>
                  </a:lnTo>
                  <a:lnTo>
                    <a:pt x="364" y="362"/>
                  </a:lnTo>
                  <a:lnTo>
                    <a:pt x="364" y="362"/>
                  </a:lnTo>
                  <a:lnTo>
                    <a:pt x="365" y="362"/>
                  </a:lnTo>
                  <a:lnTo>
                    <a:pt x="365" y="362"/>
                  </a:lnTo>
                  <a:lnTo>
                    <a:pt x="365" y="362"/>
                  </a:lnTo>
                  <a:lnTo>
                    <a:pt x="365" y="362"/>
                  </a:lnTo>
                  <a:lnTo>
                    <a:pt x="366" y="362"/>
                  </a:lnTo>
                  <a:lnTo>
                    <a:pt x="366" y="362"/>
                  </a:lnTo>
                  <a:lnTo>
                    <a:pt x="366" y="362"/>
                  </a:lnTo>
                  <a:lnTo>
                    <a:pt x="366" y="362"/>
                  </a:lnTo>
                  <a:lnTo>
                    <a:pt x="368" y="362"/>
                  </a:lnTo>
                  <a:lnTo>
                    <a:pt x="368" y="362"/>
                  </a:lnTo>
                  <a:lnTo>
                    <a:pt x="368" y="362"/>
                  </a:lnTo>
                  <a:lnTo>
                    <a:pt x="368" y="362"/>
                  </a:lnTo>
                  <a:lnTo>
                    <a:pt x="369" y="361"/>
                  </a:lnTo>
                  <a:lnTo>
                    <a:pt x="369" y="361"/>
                  </a:lnTo>
                  <a:lnTo>
                    <a:pt x="369" y="361"/>
                  </a:lnTo>
                  <a:lnTo>
                    <a:pt x="369" y="361"/>
                  </a:lnTo>
                  <a:lnTo>
                    <a:pt x="370" y="361"/>
                  </a:lnTo>
                  <a:lnTo>
                    <a:pt x="370" y="361"/>
                  </a:lnTo>
                  <a:lnTo>
                    <a:pt x="370" y="361"/>
                  </a:lnTo>
                  <a:lnTo>
                    <a:pt x="370" y="361"/>
                  </a:lnTo>
                  <a:lnTo>
                    <a:pt x="370" y="361"/>
                  </a:lnTo>
                  <a:lnTo>
                    <a:pt x="371" y="361"/>
                  </a:lnTo>
                  <a:lnTo>
                    <a:pt x="371" y="361"/>
                  </a:lnTo>
                  <a:lnTo>
                    <a:pt x="371" y="361"/>
                  </a:lnTo>
                  <a:lnTo>
                    <a:pt x="371" y="361"/>
                  </a:lnTo>
                  <a:lnTo>
                    <a:pt x="371" y="361"/>
                  </a:lnTo>
                  <a:lnTo>
                    <a:pt x="371" y="361"/>
                  </a:lnTo>
                  <a:lnTo>
                    <a:pt x="371" y="362"/>
                  </a:lnTo>
                  <a:lnTo>
                    <a:pt x="371" y="362"/>
                  </a:lnTo>
                  <a:lnTo>
                    <a:pt x="371" y="362"/>
                  </a:lnTo>
                  <a:lnTo>
                    <a:pt x="371" y="362"/>
                  </a:lnTo>
                  <a:lnTo>
                    <a:pt x="371" y="362"/>
                  </a:lnTo>
                  <a:lnTo>
                    <a:pt x="371" y="362"/>
                  </a:lnTo>
                  <a:lnTo>
                    <a:pt x="371" y="363"/>
                  </a:lnTo>
                  <a:lnTo>
                    <a:pt x="371" y="363"/>
                  </a:lnTo>
                  <a:lnTo>
                    <a:pt x="370" y="363"/>
                  </a:lnTo>
                  <a:lnTo>
                    <a:pt x="370" y="363"/>
                  </a:lnTo>
                  <a:lnTo>
                    <a:pt x="370" y="363"/>
                  </a:lnTo>
                  <a:lnTo>
                    <a:pt x="369" y="364"/>
                  </a:lnTo>
                  <a:lnTo>
                    <a:pt x="368" y="364"/>
                  </a:lnTo>
                  <a:lnTo>
                    <a:pt x="368" y="364"/>
                  </a:lnTo>
                  <a:lnTo>
                    <a:pt x="366" y="365"/>
                  </a:lnTo>
                  <a:lnTo>
                    <a:pt x="365" y="365"/>
                  </a:lnTo>
                  <a:lnTo>
                    <a:pt x="364" y="366"/>
                  </a:lnTo>
                  <a:lnTo>
                    <a:pt x="363" y="366"/>
                  </a:lnTo>
                  <a:lnTo>
                    <a:pt x="362" y="366"/>
                  </a:lnTo>
                  <a:lnTo>
                    <a:pt x="361" y="367"/>
                  </a:lnTo>
                  <a:lnTo>
                    <a:pt x="360" y="367"/>
                  </a:lnTo>
                  <a:lnTo>
                    <a:pt x="360" y="368"/>
                  </a:lnTo>
                  <a:lnTo>
                    <a:pt x="359" y="368"/>
                  </a:lnTo>
                  <a:lnTo>
                    <a:pt x="358" y="369"/>
                  </a:lnTo>
                  <a:lnTo>
                    <a:pt x="358" y="369"/>
                  </a:lnTo>
                  <a:lnTo>
                    <a:pt x="357" y="370"/>
                  </a:lnTo>
                  <a:lnTo>
                    <a:pt x="357" y="370"/>
                  </a:lnTo>
                  <a:lnTo>
                    <a:pt x="357" y="370"/>
                  </a:lnTo>
                  <a:lnTo>
                    <a:pt x="356" y="371"/>
                  </a:lnTo>
                  <a:lnTo>
                    <a:pt x="356" y="371"/>
                  </a:lnTo>
                  <a:lnTo>
                    <a:pt x="356" y="372"/>
                  </a:lnTo>
                  <a:lnTo>
                    <a:pt x="356" y="372"/>
                  </a:lnTo>
                  <a:lnTo>
                    <a:pt x="355" y="374"/>
                  </a:lnTo>
                  <a:lnTo>
                    <a:pt x="355" y="374"/>
                  </a:lnTo>
                  <a:lnTo>
                    <a:pt x="355" y="374"/>
                  </a:lnTo>
                  <a:lnTo>
                    <a:pt x="355" y="375"/>
                  </a:lnTo>
                  <a:lnTo>
                    <a:pt x="355" y="375"/>
                  </a:lnTo>
                  <a:lnTo>
                    <a:pt x="355" y="376"/>
                  </a:lnTo>
                  <a:lnTo>
                    <a:pt x="355" y="376"/>
                  </a:lnTo>
                  <a:lnTo>
                    <a:pt x="356" y="377"/>
                  </a:lnTo>
                  <a:lnTo>
                    <a:pt x="356" y="378"/>
                  </a:lnTo>
                  <a:lnTo>
                    <a:pt x="356" y="378"/>
                  </a:lnTo>
                  <a:lnTo>
                    <a:pt x="356" y="379"/>
                  </a:lnTo>
                  <a:lnTo>
                    <a:pt x="356" y="379"/>
                  </a:lnTo>
                  <a:lnTo>
                    <a:pt x="357" y="380"/>
                  </a:lnTo>
                  <a:lnTo>
                    <a:pt x="357" y="380"/>
                  </a:lnTo>
                  <a:lnTo>
                    <a:pt x="357" y="380"/>
                  </a:lnTo>
                  <a:lnTo>
                    <a:pt x="358" y="381"/>
                  </a:lnTo>
                  <a:lnTo>
                    <a:pt x="358" y="381"/>
                  </a:lnTo>
                  <a:lnTo>
                    <a:pt x="358" y="381"/>
                  </a:lnTo>
                  <a:lnTo>
                    <a:pt x="359" y="381"/>
                  </a:lnTo>
                  <a:lnTo>
                    <a:pt x="359" y="381"/>
                  </a:lnTo>
                  <a:lnTo>
                    <a:pt x="359" y="381"/>
                  </a:lnTo>
                  <a:lnTo>
                    <a:pt x="360" y="381"/>
                  </a:lnTo>
                  <a:lnTo>
                    <a:pt x="360" y="381"/>
                  </a:lnTo>
                  <a:lnTo>
                    <a:pt x="361" y="381"/>
                  </a:lnTo>
                  <a:lnTo>
                    <a:pt x="361" y="381"/>
                  </a:lnTo>
                  <a:lnTo>
                    <a:pt x="362" y="381"/>
                  </a:lnTo>
                  <a:lnTo>
                    <a:pt x="362" y="381"/>
                  </a:lnTo>
                  <a:lnTo>
                    <a:pt x="363" y="381"/>
                  </a:lnTo>
                  <a:lnTo>
                    <a:pt x="363" y="381"/>
                  </a:lnTo>
                  <a:lnTo>
                    <a:pt x="364" y="380"/>
                  </a:lnTo>
                  <a:lnTo>
                    <a:pt x="364" y="380"/>
                  </a:lnTo>
                  <a:lnTo>
                    <a:pt x="365" y="380"/>
                  </a:lnTo>
                  <a:lnTo>
                    <a:pt x="365" y="380"/>
                  </a:lnTo>
                  <a:lnTo>
                    <a:pt x="366" y="380"/>
                  </a:lnTo>
                  <a:lnTo>
                    <a:pt x="366" y="380"/>
                  </a:lnTo>
                  <a:lnTo>
                    <a:pt x="368" y="380"/>
                  </a:lnTo>
                  <a:lnTo>
                    <a:pt x="368" y="380"/>
                  </a:lnTo>
                  <a:lnTo>
                    <a:pt x="368" y="380"/>
                  </a:lnTo>
                  <a:lnTo>
                    <a:pt x="369" y="380"/>
                  </a:lnTo>
                  <a:lnTo>
                    <a:pt x="369" y="380"/>
                  </a:lnTo>
                  <a:lnTo>
                    <a:pt x="370" y="380"/>
                  </a:lnTo>
                  <a:lnTo>
                    <a:pt x="370" y="381"/>
                  </a:lnTo>
                  <a:lnTo>
                    <a:pt x="370" y="381"/>
                  </a:lnTo>
                  <a:lnTo>
                    <a:pt x="371" y="381"/>
                  </a:lnTo>
                  <a:lnTo>
                    <a:pt x="371" y="382"/>
                  </a:lnTo>
                  <a:lnTo>
                    <a:pt x="371" y="382"/>
                  </a:lnTo>
                  <a:lnTo>
                    <a:pt x="371" y="382"/>
                  </a:lnTo>
                  <a:lnTo>
                    <a:pt x="371" y="383"/>
                  </a:lnTo>
                  <a:lnTo>
                    <a:pt x="371" y="383"/>
                  </a:lnTo>
                  <a:lnTo>
                    <a:pt x="371" y="383"/>
                  </a:lnTo>
                  <a:lnTo>
                    <a:pt x="371" y="384"/>
                  </a:lnTo>
                  <a:lnTo>
                    <a:pt x="371" y="384"/>
                  </a:lnTo>
                  <a:lnTo>
                    <a:pt x="371" y="384"/>
                  </a:lnTo>
                  <a:lnTo>
                    <a:pt x="371" y="385"/>
                  </a:lnTo>
                  <a:lnTo>
                    <a:pt x="370" y="385"/>
                  </a:lnTo>
                  <a:lnTo>
                    <a:pt x="370" y="385"/>
                  </a:lnTo>
                  <a:lnTo>
                    <a:pt x="369" y="386"/>
                  </a:lnTo>
                  <a:lnTo>
                    <a:pt x="368" y="386"/>
                  </a:lnTo>
                  <a:lnTo>
                    <a:pt x="368" y="386"/>
                  </a:lnTo>
                  <a:lnTo>
                    <a:pt x="366" y="387"/>
                  </a:lnTo>
                  <a:lnTo>
                    <a:pt x="366" y="387"/>
                  </a:lnTo>
                  <a:lnTo>
                    <a:pt x="365" y="387"/>
                  </a:lnTo>
                  <a:lnTo>
                    <a:pt x="364" y="387"/>
                  </a:lnTo>
                  <a:lnTo>
                    <a:pt x="364" y="388"/>
                  </a:lnTo>
                  <a:lnTo>
                    <a:pt x="363" y="388"/>
                  </a:lnTo>
                  <a:lnTo>
                    <a:pt x="363" y="388"/>
                  </a:lnTo>
                  <a:lnTo>
                    <a:pt x="363" y="388"/>
                  </a:lnTo>
                  <a:lnTo>
                    <a:pt x="362" y="388"/>
                  </a:lnTo>
                  <a:lnTo>
                    <a:pt x="362" y="388"/>
                  </a:lnTo>
                  <a:lnTo>
                    <a:pt x="361" y="388"/>
                  </a:lnTo>
                  <a:lnTo>
                    <a:pt x="361" y="389"/>
                  </a:lnTo>
                  <a:lnTo>
                    <a:pt x="361" y="389"/>
                  </a:lnTo>
                  <a:lnTo>
                    <a:pt x="361" y="389"/>
                  </a:lnTo>
                  <a:lnTo>
                    <a:pt x="360" y="388"/>
                  </a:lnTo>
                  <a:lnTo>
                    <a:pt x="360" y="388"/>
                  </a:lnTo>
                  <a:lnTo>
                    <a:pt x="360" y="388"/>
                  </a:lnTo>
                  <a:lnTo>
                    <a:pt x="360" y="388"/>
                  </a:lnTo>
                  <a:lnTo>
                    <a:pt x="360" y="388"/>
                  </a:lnTo>
                  <a:lnTo>
                    <a:pt x="359" y="388"/>
                  </a:lnTo>
                  <a:lnTo>
                    <a:pt x="359" y="388"/>
                  </a:lnTo>
                  <a:lnTo>
                    <a:pt x="359" y="387"/>
                  </a:lnTo>
                  <a:lnTo>
                    <a:pt x="359" y="387"/>
                  </a:lnTo>
                  <a:lnTo>
                    <a:pt x="358" y="387"/>
                  </a:lnTo>
                  <a:lnTo>
                    <a:pt x="358" y="387"/>
                  </a:lnTo>
                  <a:lnTo>
                    <a:pt x="358" y="387"/>
                  </a:lnTo>
                  <a:lnTo>
                    <a:pt x="357" y="387"/>
                  </a:lnTo>
                  <a:lnTo>
                    <a:pt x="357" y="387"/>
                  </a:lnTo>
                  <a:lnTo>
                    <a:pt x="357" y="388"/>
                  </a:lnTo>
                  <a:lnTo>
                    <a:pt x="356" y="388"/>
                  </a:lnTo>
                  <a:lnTo>
                    <a:pt x="355" y="388"/>
                  </a:lnTo>
                  <a:lnTo>
                    <a:pt x="355" y="389"/>
                  </a:lnTo>
                  <a:lnTo>
                    <a:pt x="354" y="389"/>
                  </a:lnTo>
                  <a:lnTo>
                    <a:pt x="354" y="390"/>
                  </a:lnTo>
                  <a:lnTo>
                    <a:pt x="353" y="390"/>
                  </a:lnTo>
                  <a:lnTo>
                    <a:pt x="352" y="392"/>
                  </a:lnTo>
                  <a:lnTo>
                    <a:pt x="352" y="392"/>
                  </a:lnTo>
                  <a:lnTo>
                    <a:pt x="351" y="393"/>
                  </a:lnTo>
                  <a:lnTo>
                    <a:pt x="351" y="393"/>
                  </a:lnTo>
                  <a:lnTo>
                    <a:pt x="350" y="394"/>
                  </a:lnTo>
                  <a:lnTo>
                    <a:pt x="350" y="394"/>
                  </a:lnTo>
                  <a:lnTo>
                    <a:pt x="348" y="395"/>
                  </a:lnTo>
                  <a:lnTo>
                    <a:pt x="348" y="395"/>
                  </a:lnTo>
                  <a:lnTo>
                    <a:pt x="347" y="396"/>
                  </a:lnTo>
                  <a:lnTo>
                    <a:pt x="346" y="396"/>
                  </a:lnTo>
                  <a:lnTo>
                    <a:pt x="346" y="396"/>
                  </a:lnTo>
                  <a:lnTo>
                    <a:pt x="345" y="397"/>
                  </a:lnTo>
                  <a:lnTo>
                    <a:pt x="345" y="397"/>
                  </a:lnTo>
                  <a:lnTo>
                    <a:pt x="344" y="397"/>
                  </a:lnTo>
                  <a:lnTo>
                    <a:pt x="343" y="397"/>
                  </a:lnTo>
                  <a:lnTo>
                    <a:pt x="343" y="397"/>
                  </a:lnTo>
                  <a:lnTo>
                    <a:pt x="342" y="397"/>
                  </a:lnTo>
                  <a:lnTo>
                    <a:pt x="341" y="397"/>
                  </a:lnTo>
                  <a:lnTo>
                    <a:pt x="340" y="397"/>
                  </a:lnTo>
                  <a:lnTo>
                    <a:pt x="340" y="397"/>
                  </a:lnTo>
                  <a:lnTo>
                    <a:pt x="339" y="397"/>
                  </a:lnTo>
                  <a:lnTo>
                    <a:pt x="339" y="397"/>
                  </a:lnTo>
                  <a:lnTo>
                    <a:pt x="339" y="396"/>
                  </a:lnTo>
                  <a:lnTo>
                    <a:pt x="338" y="396"/>
                  </a:lnTo>
                  <a:lnTo>
                    <a:pt x="338" y="395"/>
                  </a:lnTo>
                  <a:lnTo>
                    <a:pt x="339" y="395"/>
                  </a:lnTo>
                  <a:lnTo>
                    <a:pt x="339" y="394"/>
                  </a:lnTo>
                  <a:lnTo>
                    <a:pt x="340" y="393"/>
                  </a:lnTo>
                  <a:lnTo>
                    <a:pt x="341" y="392"/>
                  </a:lnTo>
                  <a:lnTo>
                    <a:pt x="341" y="392"/>
                  </a:lnTo>
                  <a:lnTo>
                    <a:pt x="342" y="390"/>
                  </a:lnTo>
                  <a:lnTo>
                    <a:pt x="343" y="389"/>
                  </a:lnTo>
                  <a:lnTo>
                    <a:pt x="343" y="389"/>
                  </a:lnTo>
                  <a:lnTo>
                    <a:pt x="343" y="388"/>
                  </a:lnTo>
                  <a:lnTo>
                    <a:pt x="344" y="388"/>
                  </a:lnTo>
                  <a:lnTo>
                    <a:pt x="344" y="387"/>
                  </a:lnTo>
                  <a:lnTo>
                    <a:pt x="344" y="387"/>
                  </a:lnTo>
                  <a:lnTo>
                    <a:pt x="344" y="387"/>
                  </a:lnTo>
                  <a:lnTo>
                    <a:pt x="344" y="386"/>
                  </a:lnTo>
                  <a:lnTo>
                    <a:pt x="344" y="386"/>
                  </a:lnTo>
                  <a:lnTo>
                    <a:pt x="344" y="386"/>
                  </a:lnTo>
                  <a:lnTo>
                    <a:pt x="344" y="385"/>
                  </a:lnTo>
                  <a:lnTo>
                    <a:pt x="344" y="385"/>
                  </a:lnTo>
                  <a:lnTo>
                    <a:pt x="344" y="385"/>
                  </a:lnTo>
                  <a:lnTo>
                    <a:pt x="344" y="384"/>
                  </a:lnTo>
                  <a:lnTo>
                    <a:pt x="344" y="384"/>
                  </a:lnTo>
                  <a:lnTo>
                    <a:pt x="343" y="384"/>
                  </a:lnTo>
                  <a:lnTo>
                    <a:pt x="343" y="383"/>
                  </a:lnTo>
                  <a:lnTo>
                    <a:pt x="343" y="383"/>
                  </a:lnTo>
                  <a:lnTo>
                    <a:pt x="343" y="383"/>
                  </a:lnTo>
                  <a:lnTo>
                    <a:pt x="343" y="382"/>
                  </a:lnTo>
                  <a:lnTo>
                    <a:pt x="343" y="382"/>
                  </a:lnTo>
                  <a:lnTo>
                    <a:pt x="343" y="382"/>
                  </a:lnTo>
                  <a:lnTo>
                    <a:pt x="343" y="382"/>
                  </a:lnTo>
                  <a:lnTo>
                    <a:pt x="343" y="381"/>
                  </a:lnTo>
                  <a:lnTo>
                    <a:pt x="343" y="381"/>
                  </a:lnTo>
                  <a:lnTo>
                    <a:pt x="343" y="381"/>
                  </a:lnTo>
                  <a:lnTo>
                    <a:pt x="343" y="381"/>
                  </a:lnTo>
                  <a:lnTo>
                    <a:pt x="343" y="380"/>
                  </a:lnTo>
                  <a:lnTo>
                    <a:pt x="343" y="380"/>
                  </a:lnTo>
                  <a:lnTo>
                    <a:pt x="344" y="380"/>
                  </a:lnTo>
                  <a:lnTo>
                    <a:pt x="344" y="380"/>
                  </a:lnTo>
                  <a:lnTo>
                    <a:pt x="344" y="380"/>
                  </a:lnTo>
                  <a:lnTo>
                    <a:pt x="344" y="380"/>
                  </a:lnTo>
                  <a:lnTo>
                    <a:pt x="345" y="380"/>
                  </a:lnTo>
                  <a:lnTo>
                    <a:pt x="345" y="380"/>
                  </a:lnTo>
                  <a:lnTo>
                    <a:pt x="345" y="380"/>
                  </a:lnTo>
                  <a:lnTo>
                    <a:pt x="345" y="381"/>
                  </a:lnTo>
                  <a:lnTo>
                    <a:pt x="346" y="381"/>
                  </a:lnTo>
                  <a:lnTo>
                    <a:pt x="346" y="381"/>
                  </a:lnTo>
                  <a:lnTo>
                    <a:pt x="346" y="381"/>
                  </a:lnTo>
                  <a:lnTo>
                    <a:pt x="347" y="381"/>
                  </a:lnTo>
                  <a:lnTo>
                    <a:pt x="347" y="382"/>
                  </a:lnTo>
                  <a:lnTo>
                    <a:pt x="347" y="382"/>
                  </a:lnTo>
                  <a:lnTo>
                    <a:pt x="348" y="382"/>
                  </a:lnTo>
                  <a:lnTo>
                    <a:pt x="348" y="382"/>
                  </a:lnTo>
                  <a:lnTo>
                    <a:pt x="350" y="382"/>
                  </a:lnTo>
                  <a:lnTo>
                    <a:pt x="350" y="382"/>
                  </a:lnTo>
                  <a:lnTo>
                    <a:pt x="350" y="382"/>
                  </a:lnTo>
                  <a:lnTo>
                    <a:pt x="351" y="382"/>
                  </a:lnTo>
                  <a:lnTo>
                    <a:pt x="351" y="382"/>
                  </a:lnTo>
                  <a:lnTo>
                    <a:pt x="351" y="382"/>
                  </a:lnTo>
                  <a:lnTo>
                    <a:pt x="352" y="382"/>
                  </a:lnTo>
                  <a:lnTo>
                    <a:pt x="352" y="382"/>
                  </a:lnTo>
                  <a:lnTo>
                    <a:pt x="352" y="382"/>
                  </a:lnTo>
                  <a:lnTo>
                    <a:pt x="353" y="381"/>
                  </a:lnTo>
                  <a:lnTo>
                    <a:pt x="353" y="381"/>
                  </a:lnTo>
                  <a:lnTo>
                    <a:pt x="353" y="381"/>
                  </a:lnTo>
                  <a:lnTo>
                    <a:pt x="353" y="380"/>
                  </a:lnTo>
                  <a:lnTo>
                    <a:pt x="353" y="380"/>
                  </a:lnTo>
                  <a:lnTo>
                    <a:pt x="353" y="380"/>
                  </a:lnTo>
                  <a:lnTo>
                    <a:pt x="354" y="379"/>
                  </a:lnTo>
                  <a:lnTo>
                    <a:pt x="354" y="379"/>
                  </a:lnTo>
                  <a:lnTo>
                    <a:pt x="354" y="378"/>
                  </a:lnTo>
                  <a:lnTo>
                    <a:pt x="354" y="378"/>
                  </a:lnTo>
                  <a:lnTo>
                    <a:pt x="354" y="377"/>
                  </a:lnTo>
                  <a:lnTo>
                    <a:pt x="354" y="377"/>
                  </a:lnTo>
                  <a:lnTo>
                    <a:pt x="353" y="377"/>
                  </a:lnTo>
                  <a:lnTo>
                    <a:pt x="353" y="376"/>
                  </a:lnTo>
                  <a:lnTo>
                    <a:pt x="353" y="376"/>
                  </a:lnTo>
                  <a:lnTo>
                    <a:pt x="352" y="376"/>
                  </a:lnTo>
                  <a:lnTo>
                    <a:pt x="352" y="376"/>
                  </a:lnTo>
                  <a:lnTo>
                    <a:pt x="352" y="375"/>
                  </a:lnTo>
                  <a:lnTo>
                    <a:pt x="351" y="375"/>
                  </a:lnTo>
                  <a:lnTo>
                    <a:pt x="351" y="375"/>
                  </a:lnTo>
                  <a:lnTo>
                    <a:pt x="350" y="375"/>
                  </a:lnTo>
                  <a:lnTo>
                    <a:pt x="348" y="376"/>
                  </a:lnTo>
                  <a:lnTo>
                    <a:pt x="348" y="376"/>
                  </a:lnTo>
                  <a:lnTo>
                    <a:pt x="347" y="376"/>
                  </a:lnTo>
                  <a:lnTo>
                    <a:pt x="347" y="376"/>
                  </a:lnTo>
                  <a:lnTo>
                    <a:pt x="346" y="376"/>
                  </a:lnTo>
                  <a:lnTo>
                    <a:pt x="346" y="377"/>
                  </a:lnTo>
                  <a:lnTo>
                    <a:pt x="346" y="377"/>
                  </a:lnTo>
                  <a:lnTo>
                    <a:pt x="346" y="377"/>
                  </a:lnTo>
                  <a:lnTo>
                    <a:pt x="345" y="377"/>
                  </a:lnTo>
                  <a:lnTo>
                    <a:pt x="345" y="377"/>
                  </a:lnTo>
                  <a:lnTo>
                    <a:pt x="345" y="377"/>
                  </a:lnTo>
                  <a:lnTo>
                    <a:pt x="345" y="377"/>
                  </a:lnTo>
                  <a:lnTo>
                    <a:pt x="344" y="377"/>
                  </a:lnTo>
                  <a:lnTo>
                    <a:pt x="344" y="377"/>
                  </a:lnTo>
                  <a:lnTo>
                    <a:pt x="344" y="377"/>
                  </a:lnTo>
                  <a:lnTo>
                    <a:pt x="343" y="376"/>
                  </a:lnTo>
                  <a:lnTo>
                    <a:pt x="343" y="376"/>
                  </a:lnTo>
                  <a:lnTo>
                    <a:pt x="342" y="376"/>
                  </a:lnTo>
                  <a:lnTo>
                    <a:pt x="342" y="375"/>
                  </a:lnTo>
                  <a:lnTo>
                    <a:pt x="341" y="375"/>
                  </a:lnTo>
                  <a:lnTo>
                    <a:pt x="341" y="374"/>
                  </a:lnTo>
                  <a:lnTo>
                    <a:pt x="340" y="374"/>
                  </a:lnTo>
                  <a:lnTo>
                    <a:pt x="340" y="374"/>
                  </a:lnTo>
                  <a:lnTo>
                    <a:pt x="340" y="372"/>
                  </a:lnTo>
                  <a:lnTo>
                    <a:pt x="339" y="372"/>
                  </a:lnTo>
                  <a:lnTo>
                    <a:pt x="339" y="372"/>
                  </a:lnTo>
                  <a:lnTo>
                    <a:pt x="339" y="372"/>
                  </a:lnTo>
                  <a:lnTo>
                    <a:pt x="339" y="371"/>
                  </a:lnTo>
                  <a:lnTo>
                    <a:pt x="339" y="371"/>
                  </a:lnTo>
                  <a:lnTo>
                    <a:pt x="339" y="371"/>
                  </a:lnTo>
                  <a:lnTo>
                    <a:pt x="339" y="371"/>
                  </a:lnTo>
                  <a:lnTo>
                    <a:pt x="339" y="371"/>
                  </a:lnTo>
                  <a:lnTo>
                    <a:pt x="340" y="371"/>
                  </a:lnTo>
                  <a:lnTo>
                    <a:pt x="340" y="370"/>
                  </a:lnTo>
                  <a:lnTo>
                    <a:pt x="341" y="370"/>
                  </a:lnTo>
                  <a:lnTo>
                    <a:pt x="341" y="370"/>
                  </a:lnTo>
                  <a:lnTo>
                    <a:pt x="341" y="369"/>
                  </a:lnTo>
                  <a:lnTo>
                    <a:pt x="342" y="369"/>
                  </a:lnTo>
                  <a:lnTo>
                    <a:pt x="342" y="369"/>
                  </a:lnTo>
                  <a:lnTo>
                    <a:pt x="343" y="368"/>
                  </a:lnTo>
                  <a:lnTo>
                    <a:pt x="343" y="367"/>
                  </a:lnTo>
                  <a:lnTo>
                    <a:pt x="343" y="367"/>
                  </a:lnTo>
                  <a:lnTo>
                    <a:pt x="343" y="366"/>
                  </a:lnTo>
                  <a:lnTo>
                    <a:pt x="344" y="366"/>
                  </a:lnTo>
                  <a:lnTo>
                    <a:pt x="344" y="365"/>
                  </a:lnTo>
                  <a:lnTo>
                    <a:pt x="344" y="365"/>
                  </a:lnTo>
                  <a:lnTo>
                    <a:pt x="344" y="364"/>
                  </a:lnTo>
                  <a:lnTo>
                    <a:pt x="344" y="364"/>
                  </a:lnTo>
                  <a:lnTo>
                    <a:pt x="344" y="363"/>
                  </a:lnTo>
                  <a:lnTo>
                    <a:pt x="344" y="363"/>
                  </a:lnTo>
                  <a:lnTo>
                    <a:pt x="344" y="363"/>
                  </a:lnTo>
                  <a:lnTo>
                    <a:pt x="344" y="362"/>
                  </a:lnTo>
                  <a:lnTo>
                    <a:pt x="344" y="362"/>
                  </a:lnTo>
                  <a:lnTo>
                    <a:pt x="344" y="362"/>
                  </a:lnTo>
                  <a:lnTo>
                    <a:pt x="344" y="362"/>
                  </a:lnTo>
                  <a:lnTo>
                    <a:pt x="344" y="362"/>
                  </a:lnTo>
                  <a:lnTo>
                    <a:pt x="344" y="362"/>
                  </a:lnTo>
                  <a:lnTo>
                    <a:pt x="344" y="361"/>
                  </a:lnTo>
                  <a:lnTo>
                    <a:pt x="344" y="361"/>
                  </a:lnTo>
                  <a:lnTo>
                    <a:pt x="344" y="361"/>
                  </a:lnTo>
                  <a:lnTo>
                    <a:pt x="344" y="361"/>
                  </a:lnTo>
                  <a:lnTo>
                    <a:pt x="344" y="361"/>
                  </a:lnTo>
                  <a:lnTo>
                    <a:pt x="343" y="361"/>
                  </a:lnTo>
                  <a:lnTo>
                    <a:pt x="343" y="361"/>
                  </a:lnTo>
                  <a:lnTo>
                    <a:pt x="343" y="361"/>
                  </a:lnTo>
                  <a:lnTo>
                    <a:pt x="343" y="361"/>
                  </a:lnTo>
                  <a:lnTo>
                    <a:pt x="343" y="361"/>
                  </a:lnTo>
                  <a:lnTo>
                    <a:pt x="343" y="361"/>
                  </a:lnTo>
                  <a:lnTo>
                    <a:pt x="342" y="361"/>
                  </a:lnTo>
                  <a:lnTo>
                    <a:pt x="342" y="361"/>
                  </a:lnTo>
                  <a:lnTo>
                    <a:pt x="342" y="361"/>
                  </a:lnTo>
                  <a:lnTo>
                    <a:pt x="342" y="361"/>
                  </a:lnTo>
                  <a:lnTo>
                    <a:pt x="342" y="361"/>
                  </a:lnTo>
                  <a:lnTo>
                    <a:pt x="342" y="361"/>
                  </a:lnTo>
                  <a:lnTo>
                    <a:pt x="342" y="361"/>
                  </a:lnTo>
                  <a:lnTo>
                    <a:pt x="342" y="361"/>
                  </a:lnTo>
                  <a:lnTo>
                    <a:pt x="342" y="361"/>
                  </a:lnTo>
                  <a:lnTo>
                    <a:pt x="342" y="361"/>
                  </a:lnTo>
                  <a:lnTo>
                    <a:pt x="342" y="361"/>
                  </a:lnTo>
                  <a:lnTo>
                    <a:pt x="342" y="362"/>
                  </a:lnTo>
                  <a:lnTo>
                    <a:pt x="342" y="362"/>
                  </a:lnTo>
                  <a:lnTo>
                    <a:pt x="342" y="362"/>
                  </a:lnTo>
                  <a:lnTo>
                    <a:pt x="342" y="362"/>
                  </a:lnTo>
                  <a:lnTo>
                    <a:pt x="341" y="362"/>
                  </a:lnTo>
                  <a:lnTo>
                    <a:pt x="341" y="362"/>
                  </a:lnTo>
                  <a:lnTo>
                    <a:pt x="341" y="363"/>
                  </a:lnTo>
                  <a:lnTo>
                    <a:pt x="341" y="363"/>
                  </a:lnTo>
                  <a:lnTo>
                    <a:pt x="341" y="363"/>
                  </a:lnTo>
                  <a:lnTo>
                    <a:pt x="341" y="363"/>
                  </a:lnTo>
                  <a:lnTo>
                    <a:pt x="341" y="363"/>
                  </a:lnTo>
                  <a:lnTo>
                    <a:pt x="341" y="364"/>
                  </a:lnTo>
                  <a:lnTo>
                    <a:pt x="341" y="364"/>
                  </a:lnTo>
                  <a:lnTo>
                    <a:pt x="340" y="364"/>
                  </a:lnTo>
                  <a:lnTo>
                    <a:pt x="340" y="364"/>
                  </a:lnTo>
                  <a:lnTo>
                    <a:pt x="340" y="364"/>
                  </a:lnTo>
                  <a:lnTo>
                    <a:pt x="339" y="364"/>
                  </a:lnTo>
                  <a:lnTo>
                    <a:pt x="339" y="364"/>
                  </a:lnTo>
                  <a:lnTo>
                    <a:pt x="339" y="364"/>
                  </a:lnTo>
                  <a:lnTo>
                    <a:pt x="338" y="364"/>
                  </a:lnTo>
                  <a:lnTo>
                    <a:pt x="338" y="364"/>
                  </a:lnTo>
                  <a:lnTo>
                    <a:pt x="337" y="364"/>
                  </a:lnTo>
                  <a:lnTo>
                    <a:pt x="336" y="364"/>
                  </a:lnTo>
                  <a:lnTo>
                    <a:pt x="336" y="364"/>
                  </a:lnTo>
                  <a:lnTo>
                    <a:pt x="335" y="364"/>
                  </a:lnTo>
                  <a:lnTo>
                    <a:pt x="335" y="364"/>
                  </a:lnTo>
                  <a:lnTo>
                    <a:pt x="334" y="364"/>
                  </a:lnTo>
                  <a:lnTo>
                    <a:pt x="334" y="364"/>
                  </a:lnTo>
                  <a:lnTo>
                    <a:pt x="333" y="364"/>
                  </a:lnTo>
                  <a:lnTo>
                    <a:pt x="333" y="364"/>
                  </a:lnTo>
                  <a:lnTo>
                    <a:pt x="332" y="364"/>
                  </a:lnTo>
                  <a:lnTo>
                    <a:pt x="330" y="364"/>
                  </a:lnTo>
                  <a:lnTo>
                    <a:pt x="330" y="364"/>
                  </a:lnTo>
                  <a:lnTo>
                    <a:pt x="329" y="364"/>
                  </a:lnTo>
                  <a:lnTo>
                    <a:pt x="329" y="364"/>
                  </a:lnTo>
                  <a:lnTo>
                    <a:pt x="328" y="364"/>
                  </a:lnTo>
                  <a:lnTo>
                    <a:pt x="327" y="363"/>
                  </a:lnTo>
                  <a:lnTo>
                    <a:pt x="326" y="363"/>
                  </a:lnTo>
                  <a:lnTo>
                    <a:pt x="326" y="363"/>
                  </a:lnTo>
                  <a:lnTo>
                    <a:pt x="325" y="363"/>
                  </a:lnTo>
                  <a:lnTo>
                    <a:pt x="325" y="363"/>
                  </a:lnTo>
                  <a:lnTo>
                    <a:pt x="324" y="362"/>
                  </a:lnTo>
                  <a:lnTo>
                    <a:pt x="324" y="362"/>
                  </a:lnTo>
                  <a:lnTo>
                    <a:pt x="324" y="362"/>
                  </a:lnTo>
                  <a:lnTo>
                    <a:pt x="323" y="361"/>
                  </a:lnTo>
                  <a:lnTo>
                    <a:pt x="323" y="361"/>
                  </a:lnTo>
                  <a:lnTo>
                    <a:pt x="322" y="361"/>
                  </a:lnTo>
                  <a:lnTo>
                    <a:pt x="322" y="361"/>
                  </a:lnTo>
                  <a:lnTo>
                    <a:pt x="321" y="361"/>
                  </a:lnTo>
                  <a:lnTo>
                    <a:pt x="320" y="361"/>
                  </a:lnTo>
                  <a:lnTo>
                    <a:pt x="319" y="361"/>
                  </a:lnTo>
                  <a:lnTo>
                    <a:pt x="319" y="361"/>
                  </a:lnTo>
                  <a:lnTo>
                    <a:pt x="318" y="361"/>
                  </a:lnTo>
                  <a:lnTo>
                    <a:pt x="317" y="361"/>
                  </a:lnTo>
                  <a:lnTo>
                    <a:pt x="317" y="361"/>
                  </a:lnTo>
                  <a:lnTo>
                    <a:pt x="316" y="361"/>
                  </a:lnTo>
                  <a:lnTo>
                    <a:pt x="316" y="361"/>
                  </a:lnTo>
                  <a:lnTo>
                    <a:pt x="315" y="361"/>
                  </a:lnTo>
                  <a:lnTo>
                    <a:pt x="315" y="361"/>
                  </a:lnTo>
                  <a:lnTo>
                    <a:pt x="314" y="361"/>
                  </a:lnTo>
                  <a:lnTo>
                    <a:pt x="314" y="361"/>
                  </a:lnTo>
                  <a:lnTo>
                    <a:pt x="314" y="362"/>
                  </a:lnTo>
                  <a:lnTo>
                    <a:pt x="312" y="362"/>
                  </a:lnTo>
                  <a:lnTo>
                    <a:pt x="312" y="362"/>
                  </a:lnTo>
                  <a:lnTo>
                    <a:pt x="312" y="362"/>
                  </a:lnTo>
                  <a:lnTo>
                    <a:pt x="311" y="362"/>
                  </a:lnTo>
                  <a:lnTo>
                    <a:pt x="311" y="363"/>
                  </a:lnTo>
                  <a:lnTo>
                    <a:pt x="311" y="363"/>
                  </a:lnTo>
                  <a:lnTo>
                    <a:pt x="311" y="363"/>
                  </a:lnTo>
                  <a:lnTo>
                    <a:pt x="311" y="364"/>
                  </a:lnTo>
                  <a:lnTo>
                    <a:pt x="311" y="364"/>
                  </a:lnTo>
                  <a:lnTo>
                    <a:pt x="311" y="364"/>
                  </a:lnTo>
                  <a:lnTo>
                    <a:pt x="310" y="364"/>
                  </a:lnTo>
                  <a:lnTo>
                    <a:pt x="311" y="364"/>
                  </a:lnTo>
                  <a:lnTo>
                    <a:pt x="311" y="365"/>
                  </a:lnTo>
                  <a:lnTo>
                    <a:pt x="311" y="365"/>
                  </a:lnTo>
                  <a:lnTo>
                    <a:pt x="311" y="365"/>
                  </a:lnTo>
                  <a:lnTo>
                    <a:pt x="311" y="365"/>
                  </a:lnTo>
                  <a:lnTo>
                    <a:pt x="311" y="365"/>
                  </a:lnTo>
                  <a:lnTo>
                    <a:pt x="311" y="365"/>
                  </a:lnTo>
                  <a:lnTo>
                    <a:pt x="311" y="365"/>
                  </a:lnTo>
                  <a:lnTo>
                    <a:pt x="312" y="366"/>
                  </a:lnTo>
                  <a:lnTo>
                    <a:pt x="312" y="366"/>
                  </a:lnTo>
                  <a:lnTo>
                    <a:pt x="312" y="366"/>
                  </a:lnTo>
                  <a:lnTo>
                    <a:pt x="314" y="366"/>
                  </a:lnTo>
                  <a:lnTo>
                    <a:pt x="314" y="366"/>
                  </a:lnTo>
                  <a:lnTo>
                    <a:pt x="315" y="366"/>
                  </a:lnTo>
                  <a:lnTo>
                    <a:pt x="316" y="367"/>
                  </a:lnTo>
                  <a:lnTo>
                    <a:pt x="317" y="367"/>
                  </a:lnTo>
                  <a:lnTo>
                    <a:pt x="318" y="367"/>
                  </a:lnTo>
                  <a:lnTo>
                    <a:pt x="319" y="367"/>
                  </a:lnTo>
                  <a:lnTo>
                    <a:pt x="320" y="368"/>
                  </a:lnTo>
                  <a:lnTo>
                    <a:pt x="321" y="368"/>
                  </a:lnTo>
                  <a:lnTo>
                    <a:pt x="322" y="368"/>
                  </a:lnTo>
                  <a:lnTo>
                    <a:pt x="323" y="368"/>
                  </a:lnTo>
                  <a:lnTo>
                    <a:pt x="324" y="369"/>
                  </a:lnTo>
                  <a:lnTo>
                    <a:pt x="325" y="369"/>
                  </a:lnTo>
                  <a:lnTo>
                    <a:pt x="326" y="369"/>
                  </a:lnTo>
                  <a:lnTo>
                    <a:pt x="326" y="369"/>
                  </a:lnTo>
                  <a:lnTo>
                    <a:pt x="327" y="369"/>
                  </a:lnTo>
                  <a:lnTo>
                    <a:pt x="327" y="370"/>
                  </a:lnTo>
                  <a:lnTo>
                    <a:pt x="328" y="370"/>
                  </a:lnTo>
                  <a:lnTo>
                    <a:pt x="328" y="370"/>
                  </a:lnTo>
                  <a:lnTo>
                    <a:pt x="329" y="370"/>
                  </a:lnTo>
                  <a:lnTo>
                    <a:pt x="329" y="370"/>
                  </a:lnTo>
                  <a:lnTo>
                    <a:pt x="330" y="370"/>
                  </a:lnTo>
                  <a:lnTo>
                    <a:pt x="330" y="370"/>
                  </a:lnTo>
                  <a:lnTo>
                    <a:pt x="332" y="370"/>
                  </a:lnTo>
                  <a:lnTo>
                    <a:pt x="332" y="370"/>
                  </a:lnTo>
                  <a:lnTo>
                    <a:pt x="332" y="370"/>
                  </a:lnTo>
                  <a:lnTo>
                    <a:pt x="333" y="371"/>
                  </a:lnTo>
                  <a:lnTo>
                    <a:pt x="333" y="371"/>
                  </a:lnTo>
                  <a:lnTo>
                    <a:pt x="333" y="371"/>
                  </a:lnTo>
                  <a:lnTo>
                    <a:pt x="334" y="372"/>
                  </a:lnTo>
                  <a:lnTo>
                    <a:pt x="334" y="372"/>
                  </a:lnTo>
                  <a:lnTo>
                    <a:pt x="334" y="374"/>
                  </a:lnTo>
                  <a:lnTo>
                    <a:pt x="334" y="374"/>
                  </a:lnTo>
                  <a:lnTo>
                    <a:pt x="334" y="375"/>
                  </a:lnTo>
                  <a:lnTo>
                    <a:pt x="334" y="375"/>
                  </a:lnTo>
                  <a:lnTo>
                    <a:pt x="334" y="376"/>
                  </a:lnTo>
                  <a:lnTo>
                    <a:pt x="335" y="376"/>
                  </a:lnTo>
                  <a:lnTo>
                    <a:pt x="335" y="377"/>
                  </a:lnTo>
                  <a:lnTo>
                    <a:pt x="335" y="378"/>
                  </a:lnTo>
                  <a:lnTo>
                    <a:pt x="334" y="378"/>
                  </a:lnTo>
                  <a:lnTo>
                    <a:pt x="334" y="379"/>
                  </a:lnTo>
                  <a:lnTo>
                    <a:pt x="334" y="379"/>
                  </a:lnTo>
                  <a:lnTo>
                    <a:pt x="334" y="380"/>
                  </a:lnTo>
                  <a:lnTo>
                    <a:pt x="334" y="380"/>
                  </a:lnTo>
                  <a:lnTo>
                    <a:pt x="334" y="380"/>
                  </a:lnTo>
                  <a:lnTo>
                    <a:pt x="334" y="381"/>
                  </a:lnTo>
                  <a:lnTo>
                    <a:pt x="334" y="381"/>
                  </a:lnTo>
                  <a:lnTo>
                    <a:pt x="334" y="382"/>
                  </a:lnTo>
                  <a:lnTo>
                    <a:pt x="334" y="382"/>
                  </a:lnTo>
                  <a:lnTo>
                    <a:pt x="334" y="382"/>
                  </a:lnTo>
                  <a:lnTo>
                    <a:pt x="334" y="383"/>
                  </a:lnTo>
                  <a:lnTo>
                    <a:pt x="334" y="383"/>
                  </a:lnTo>
                  <a:lnTo>
                    <a:pt x="334" y="383"/>
                  </a:lnTo>
                  <a:lnTo>
                    <a:pt x="334" y="383"/>
                  </a:lnTo>
                  <a:lnTo>
                    <a:pt x="334" y="384"/>
                  </a:lnTo>
                  <a:lnTo>
                    <a:pt x="334" y="384"/>
                  </a:lnTo>
                  <a:lnTo>
                    <a:pt x="334" y="384"/>
                  </a:lnTo>
                  <a:lnTo>
                    <a:pt x="334" y="384"/>
                  </a:lnTo>
                  <a:lnTo>
                    <a:pt x="334" y="385"/>
                  </a:lnTo>
                  <a:lnTo>
                    <a:pt x="334" y="385"/>
                  </a:lnTo>
                  <a:lnTo>
                    <a:pt x="334" y="385"/>
                  </a:lnTo>
                  <a:lnTo>
                    <a:pt x="335" y="385"/>
                  </a:lnTo>
                  <a:lnTo>
                    <a:pt x="335" y="385"/>
                  </a:lnTo>
                  <a:lnTo>
                    <a:pt x="335" y="385"/>
                  </a:lnTo>
                  <a:lnTo>
                    <a:pt x="335" y="386"/>
                  </a:lnTo>
                  <a:lnTo>
                    <a:pt x="335" y="386"/>
                  </a:lnTo>
                  <a:lnTo>
                    <a:pt x="335" y="386"/>
                  </a:lnTo>
                  <a:lnTo>
                    <a:pt x="335" y="386"/>
                  </a:lnTo>
                  <a:lnTo>
                    <a:pt x="335" y="386"/>
                  </a:lnTo>
                  <a:lnTo>
                    <a:pt x="335" y="386"/>
                  </a:lnTo>
                  <a:lnTo>
                    <a:pt x="335" y="387"/>
                  </a:lnTo>
                  <a:lnTo>
                    <a:pt x="335" y="387"/>
                  </a:lnTo>
                  <a:lnTo>
                    <a:pt x="335" y="387"/>
                  </a:lnTo>
                  <a:lnTo>
                    <a:pt x="334" y="387"/>
                  </a:lnTo>
                  <a:lnTo>
                    <a:pt x="334" y="387"/>
                  </a:lnTo>
                  <a:lnTo>
                    <a:pt x="334" y="387"/>
                  </a:lnTo>
                  <a:lnTo>
                    <a:pt x="334" y="387"/>
                  </a:lnTo>
                  <a:lnTo>
                    <a:pt x="333" y="387"/>
                  </a:lnTo>
                  <a:lnTo>
                    <a:pt x="333" y="387"/>
                  </a:lnTo>
                  <a:lnTo>
                    <a:pt x="332" y="387"/>
                  </a:lnTo>
                  <a:lnTo>
                    <a:pt x="330" y="387"/>
                  </a:lnTo>
                  <a:lnTo>
                    <a:pt x="330" y="387"/>
                  </a:lnTo>
                  <a:lnTo>
                    <a:pt x="329" y="387"/>
                  </a:lnTo>
                  <a:lnTo>
                    <a:pt x="328" y="387"/>
                  </a:lnTo>
                  <a:lnTo>
                    <a:pt x="328" y="387"/>
                  </a:lnTo>
                  <a:lnTo>
                    <a:pt x="327" y="387"/>
                  </a:lnTo>
                  <a:lnTo>
                    <a:pt x="326" y="388"/>
                  </a:lnTo>
                  <a:lnTo>
                    <a:pt x="325" y="388"/>
                  </a:lnTo>
                  <a:lnTo>
                    <a:pt x="325" y="388"/>
                  </a:lnTo>
                  <a:lnTo>
                    <a:pt x="324" y="388"/>
                  </a:lnTo>
                  <a:lnTo>
                    <a:pt x="323" y="388"/>
                  </a:lnTo>
                  <a:lnTo>
                    <a:pt x="323" y="389"/>
                  </a:lnTo>
                  <a:lnTo>
                    <a:pt x="322" y="389"/>
                  </a:lnTo>
                  <a:lnTo>
                    <a:pt x="322" y="389"/>
                  </a:lnTo>
                  <a:lnTo>
                    <a:pt x="321" y="389"/>
                  </a:lnTo>
                  <a:lnTo>
                    <a:pt x="321" y="390"/>
                  </a:lnTo>
                  <a:lnTo>
                    <a:pt x="320" y="390"/>
                  </a:lnTo>
                  <a:lnTo>
                    <a:pt x="320" y="390"/>
                  </a:lnTo>
                  <a:lnTo>
                    <a:pt x="320" y="390"/>
                  </a:lnTo>
                  <a:lnTo>
                    <a:pt x="320" y="390"/>
                  </a:lnTo>
                  <a:lnTo>
                    <a:pt x="319" y="390"/>
                  </a:lnTo>
                  <a:lnTo>
                    <a:pt x="319" y="390"/>
                  </a:lnTo>
                  <a:lnTo>
                    <a:pt x="319" y="390"/>
                  </a:lnTo>
                  <a:lnTo>
                    <a:pt x="319" y="392"/>
                  </a:lnTo>
                  <a:lnTo>
                    <a:pt x="319" y="392"/>
                  </a:lnTo>
                  <a:lnTo>
                    <a:pt x="318" y="392"/>
                  </a:lnTo>
                  <a:lnTo>
                    <a:pt x="318" y="392"/>
                  </a:lnTo>
                  <a:lnTo>
                    <a:pt x="318" y="392"/>
                  </a:lnTo>
                  <a:lnTo>
                    <a:pt x="318" y="393"/>
                  </a:lnTo>
                  <a:lnTo>
                    <a:pt x="318" y="393"/>
                  </a:lnTo>
                  <a:lnTo>
                    <a:pt x="317" y="393"/>
                  </a:lnTo>
                  <a:lnTo>
                    <a:pt x="317" y="394"/>
                  </a:lnTo>
                  <a:lnTo>
                    <a:pt x="317" y="394"/>
                  </a:lnTo>
                  <a:lnTo>
                    <a:pt x="317" y="395"/>
                  </a:lnTo>
                  <a:lnTo>
                    <a:pt x="316" y="395"/>
                  </a:lnTo>
                  <a:lnTo>
                    <a:pt x="316" y="396"/>
                  </a:lnTo>
                  <a:lnTo>
                    <a:pt x="316" y="396"/>
                  </a:lnTo>
                  <a:lnTo>
                    <a:pt x="316" y="396"/>
                  </a:lnTo>
                  <a:lnTo>
                    <a:pt x="316" y="397"/>
                  </a:lnTo>
                  <a:lnTo>
                    <a:pt x="316" y="397"/>
                  </a:lnTo>
                  <a:lnTo>
                    <a:pt x="316" y="397"/>
                  </a:lnTo>
                  <a:lnTo>
                    <a:pt x="316" y="398"/>
                  </a:lnTo>
                  <a:lnTo>
                    <a:pt x="316" y="398"/>
                  </a:lnTo>
                  <a:lnTo>
                    <a:pt x="316" y="398"/>
                  </a:lnTo>
                  <a:lnTo>
                    <a:pt x="316" y="399"/>
                  </a:lnTo>
                  <a:lnTo>
                    <a:pt x="316" y="399"/>
                  </a:lnTo>
                  <a:lnTo>
                    <a:pt x="316" y="399"/>
                  </a:lnTo>
                  <a:lnTo>
                    <a:pt x="317" y="400"/>
                  </a:lnTo>
                  <a:lnTo>
                    <a:pt x="317" y="400"/>
                  </a:lnTo>
                  <a:lnTo>
                    <a:pt x="317" y="400"/>
                  </a:lnTo>
                  <a:lnTo>
                    <a:pt x="317" y="401"/>
                  </a:lnTo>
                  <a:lnTo>
                    <a:pt x="317" y="401"/>
                  </a:lnTo>
                  <a:lnTo>
                    <a:pt x="317" y="401"/>
                  </a:lnTo>
                  <a:lnTo>
                    <a:pt x="317" y="401"/>
                  </a:lnTo>
                  <a:lnTo>
                    <a:pt x="317" y="402"/>
                  </a:lnTo>
                  <a:lnTo>
                    <a:pt x="317" y="402"/>
                  </a:lnTo>
                  <a:lnTo>
                    <a:pt x="317" y="402"/>
                  </a:lnTo>
                  <a:lnTo>
                    <a:pt x="317" y="403"/>
                  </a:lnTo>
                  <a:lnTo>
                    <a:pt x="317" y="403"/>
                  </a:lnTo>
                  <a:lnTo>
                    <a:pt x="316" y="403"/>
                  </a:lnTo>
                  <a:lnTo>
                    <a:pt x="316" y="403"/>
                  </a:lnTo>
                  <a:lnTo>
                    <a:pt x="316" y="403"/>
                  </a:lnTo>
                  <a:lnTo>
                    <a:pt x="315" y="404"/>
                  </a:lnTo>
                  <a:lnTo>
                    <a:pt x="315" y="404"/>
                  </a:lnTo>
                  <a:lnTo>
                    <a:pt x="314" y="404"/>
                  </a:lnTo>
                  <a:lnTo>
                    <a:pt x="314" y="404"/>
                  </a:lnTo>
                  <a:lnTo>
                    <a:pt x="314" y="404"/>
                  </a:lnTo>
                  <a:lnTo>
                    <a:pt x="312" y="404"/>
                  </a:lnTo>
                  <a:lnTo>
                    <a:pt x="312" y="403"/>
                  </a:lnTo>
                  <a:lnTo>
                    <a:pt x="312" y="403"/>
                  </a:lnTo>
                  <a:lnTo>
                    <a:pt x="311" y="403"/>
                  </a:lnTo>
                  <a:lnTo>
                    <a:pt x="311" y="403"/>
                  </a:lnTo>
                  <a:lnTo>
                    <a:pt x="311" y="403"/>
                  </a:lnTo>
                  <a:lnTo>
                    <a:pt x="310" y="403"/>
                  </a:lnTo>
                  <a:lnTo>
                    <a:pt x="310" y="402"/>
                  </a:lnTo>
                  <a:lnTo>
                    <a:pt x="309" y="402"/>
                  </a:lnTo>
                  <a:lnTo>
                    <a:pt x="309" y="402"/>
                  </a:lnTo>
                  <a:lnTo>
                    <a:pt x="308" y="402"/>
                  </a:lnTo>
                  <a:lnTo>
                    <a:pt x="308" y="402"/>
                  </a:lnTo>
                  <a:lnTo>
                    <a:pt x="307" y="402"/>
                  </a:lnTo>
                  <a:lnTo>
                    <a:pt x="307" y="402"/>
                  </a:lnTo>
                  <a:lnTo>
                    <a:pt x="306" y="402"/>
                  </a:lnTo>
                  <a:lnTo>
                    <a:pt x="306" y="402"/>
                  </a:lnTo>
                  <a:lnTo>
                    <a:pt x="305" y="402"/>
                  </a:lnTo>
                  <a:lnTo>
                    <a:pt x="305" y="402"/>
                  </a:lnTo>
                  <a:lnTo>
                    <a:pt x="304" y="402"/>
                  </a:lnTo>
                  <a:lnTo>
                    <a:pt x="304" y="402"/>
                  </a:lnTo>
                  <a:lnTo>
                    <a:pt x="303" y="402"/>
                  </a:lnTo>
                  <a:lnTo>
                    <a:pt x="303" y="402"/>
                  </a:lnTo>
                  <a:lnTo>
                    <a:pt x="303" y="402"/>
                  </a:lnTo>
                  <a:lnTo>
                    <a:pt x="302" y="403"/>
                  </a:lnTo>
                  <a:lnTo>
                    <a:pt x="302" y="403"/>
                  </a:lnTo>
                  <a:lnTo>
                    <a:pt x="301" y="403"/>
                  </a:lnTo>
                  <a:lnTo>
                    <a:pt x="301" y="404"/>
                  </a:lnTo>
                  <a:lnTo>
                    <a:pt x="300" y="404"/>
                  </a:lnTo>
                  <a:lnTo>
                    <a:pt x="300" y="404"/>
                  </a:lnTo>
                  <a:lnTo>
                    <a:pt x="299" y="405"/>
                  </a:lnTo>
                  <a:lnTo>
                    <a:pt x="298" y="405"/>
                  </a:lnTo>
                  <a:lnTo>
                    <a:pt x="298" y="405"/>
                  </a:lnTo>
                  <a:lnTo>
                    <a:pt x="297" y="405"/>
                  </a:lnTo>
                  <a:lnTo>
                    <a:pt x="297" y="405"/>
                  </a:lnTo>
                  <a:lnTo>
                    <a:pt x="296" y="406"/>
                  </a:lnTo>
                  <a:lnTo>
                    <a:pt x="294" y="406"/>
                  </a:lnTo>
                  <a:lnTo>
                    <a:pt x="294" y="406"/>
                  </a:lnTo>
                  <a:lnTo>
                    <a:pt x="293" y="406"/>
                  </a:lnTo>
                  <a:lnTo>
                    <a:pt x="292" y="406"/>
                  </a:lnTo>
                  <a:lnTo>
                    <a:pt x="292" y="406"/>
                  </a:lnTo>
                  <a:lnTo>
                    <a:pt x="291" y="406"/>
                  </a:lnTo>
                  <a:lnTo>
                    <a:pt x="290" y="406"/>
                  </a:lnTo>
                  <a:lnTo>
                    <a:pt x="289" y="406"/>
                  </a:lnTo>
                  <a:lnTo>
                    <a:pt x="289" y="406"/>
                  </a:lnTo>
                  <a:lnTo>
                    <a:pt x="288" y="406"/>
                  </a:lnTo>
                  <a:lnTo>
                    <a:pt x="287" y="406"/>
                  </a:lnTo>
                  <a:lnTo>
                    <a:pt x="287" y="406"/>
                  </a:lnTo>
                  <a:lnTo>
                    <a:pt x="286" y="406"/>
                  </a:lnTo>
                  <a:lnTo>
                    <a:pt x="286" y="406"/>
                  </a:lnTo>
                  <a:lnTo>
                    <a:pt x="286" y="406"/>
                  </a:lnTo>
                  <a:lnTo>
                    <a:pt x="285" y="405"/>
                  </a:lnTo>
                  <a:lnTo>
                    <a:pt x="285" y="405"/>
                  </a:lnTo>
                  <a:lnTo>
                    <a:pt x="285" y="405"/>
                  </a:lnTo>
                  <a:lnTo>
                    <a:pt x="284" y="405"/>
                  </a:lnTo>
                  <a:lnTo>
                    <a:pt x="284" y="404"/>
                  </a:lnTo>
                  <a:lnTo>
                    <a:pt x="284" y="404"/>
                  </a:lnTo>
                  <a:lnTo>
                    <a:pt x="284" y="404"/>
                  </a:lnTo>
                  <a:lnTo>
                    <a:pt x="284" y="404"/>
                  </a:lnTo>
                  <a:lnTo>
                    <a:pt x="284" y="403"/>
                  </a:lnTo>
                  <a:lnTo>
                    <a:pt x="284" y="403"/>
                  </a:lnTo>
                  <a:lnTo>
                    <a:pt x="283" y="403"/>
                  </a:lnTo>
                  <a:lnTo>
                    <a:pt x="283" y="402"/>
                  </a:lnTo>
                  <a:lnTo>
                    <a:pt x="283" y="402"/>
                  </a:lnTo>
                  <a:lnTo>
                    <a:pt x="283" y="402"/>
                  </a:lnTo>
                  <a:lnTo>
                    <a:pt x="283" y="401"/>
                  </a:lnTo>
                  <a:lnTo>
                    <a:pt x="283" y="401"/>
                  </a:lnTo>
                  <a:lnTo>
                    <a:pt x="283" y="401"/>
                  </a:lnTo>
                  <a:lnTo>
                    <a:pt x="283" y="400"/>
                  </a:lnTo>
                  <a:lnTo>
                    <a:pt x="283" y="400"/>
                  </a:lnTo>
                  <a:lnTo>
                    <a:pt x="283" y="399"/>
                  </a:lnTo>
                  <a:lnTo>
                    <a:pt x="283" y="399"/>
                  </a:lnTo>
                  <a:lnTo>
                    <a:pt x="283" y="399"/>
                  </a:lnTo>
                  <a:lnTo>
                    <a:pt x="283" y="398"/>
                  </a:lnTo>
                  <a:lnTo>
                    <a:pt x="283" y="398"/>
                  </a:lnTo>
                  <a:lnTo>
                    <a:pt x="283" y="397"/>
                  </a:lnTo>
                  <a:lnTo>
                    <a:pt x="283" y="397"/>
                  </a:lnTo>
                  <a:lnTo>
                    <a:pt x="283" y="397"/>
                  </a:lnTo>
                  <a:lnTo>
                    <a:pt x="283" y="396"/>
                  </a:lnTo>
                  <a:lnTo>
                    <a:pt x="283" y="396"/>
                  </a:lnTo>
                  <a:lnTo>
                    <a:pt x="283" y="395"/>
                  </a:lnTo>
                  <a:lnTo>
                    <a:pt x="283" y="395"/>
                  </a:lnTo>
                  <a:lnTo>
                    <a:pt x="283" y="394"/>
                  </a:lnTo>
                  <a:lnTo>
                    <a:pt x="283" y="394"/>
                  </a:lnTo>
                  <a:lnTo>
                    <a:pt x="283" y="394"/>
                  </a:lnTo>
                  <a:lnTo>
                    <a:pt x="282" y="393"/>
                  </a:lnTo>
                  <a:lnTo>
                    <a:pt x="282" y="393"/>
                  </a:lnTo>
                  <a:lnTo>
                    <a:pt x="282" y="393"/>
                  </a:lnTo>
                  <a:lnTo>
                    <a:pt x="282" y="393"/>
                  </a:lnTo>
                  <a:lnTo>
                    <a:pt x="282" y="392"/>
                  </a:lnTo>
                  <a:lnTo>
                    <a:pt x="282" y="392"/>
                  </a:lnTo>
                  <a:lnTo>
                    <a:pt x="281" y="392"/>
                  </a:lnTo>
                  <a:lnTo>
                    <a:pt x="281" y="392"/>
                  </a:lnTo>
                  <a:lnTo>
                    <a:pt x="281" y="392"/>
                  </a:lnTo>
                  <a:lnTo>
                    <a:pt x="281" y="392"/>
                  </a:lnTo>
                  <a:lnTo>
                    <a:pt x="280" y="392"/>
                  </a:lnTo>
                  <a:lnTo>
                    <a:pt x="280" y="392"/>
                  </a:lnTo>
                  <a:lnTo>
                    <a:pt x="280" y="392"/>
                  </a:lnTo>
                  <a:lnTo>
                    <a:pt x="280" y="393"/>
                  </a:lnTo>
                  <a:lnTo>
                    <a:pt x="280" y="393"/>
                  </a:lnTo>
                  <a:lnTo>
                    <a:pt x="279" y="393"/>
                  </a:lnTo>
                  <a:lnTo>
                    <a:pt x="279" y="393"/>
                  </a:lnTo>
                  <a:lnTo>
                    <a:pt x="279" y="393"/>
                  </a:lnTo>
                  <a:lnTo>
                    <a:pt x="279" y="393"/>
                  </a:lnTo>
                  <a:lnTo>
                    <a:pt x="279" y="394"/>
                  </a:lnTo>
                  <a:lnTo>
                    <a:pt x="278" y="394"/>
                  </a:lnTo>
                  <a:lnTo>
                    <a:pt x="278" y="394"/>
                  </a:lnTo>
                  <a:lnTo>
                    <a:pt x="278" y="394"/>
                  </a:lnTo>
                  <a:lnTo>
                    <a:pt x="278" y="395"/>
                  </a:lnTo>
                  <a:lnTo>
                    <a:pt x="276" y="395"/>
                  </a:lnTo>
                  <a:lnTo>
                    <a:pt x="276" y="395"/>
                  </a:lnTo>
                  <a:lnTo>
                    <a:pt x="276" y="395"/>
                  </a:lnTo>
                  <a:lnTo>
                    <a:pt x="276" y="395"/>
                  </a:lnTo>
                  <a:lnTo>
                    <a:pt x="276" y="396"/>
                  </a:lnTo>
                  <a:lnTo>
                    <a:pt x="276" y="396"/>
                  </a:lnTo>
                  <a:lnTo>
                    <a:pt x="275" y="396"/>
                  </a:lnTo>
                  <a:lnTo>
                    <a:pt x="275" y="396"/>
                  </a:lnTo>
                  <a:lnTo>
                    <a:pt x="275" y="396"/>
                  </a:lnTo>
                  <a:lnTo>
                    <a:pt x="275" y="397"/>
                  </a:lnTo>
                  <a:lnTo>
                    <a:pt x="275" y="397"/>
                  </a:lnTo>
                  <a:lnTo>
                    <a:pt x="276" y="397"/>
                  </a:lnTo>
                  <a:lnTo>
                    <a:pt x="276" y="397"/>
                  </a:lnTo>
                  <a:lnTo>
                    <a:pt x="276" y="398"/>
                  </a:lnTo>
                  <a:lnTo>
                    <a:pt x="276" y="398"/>
                  </a:lnTo>
                  <a:lnTo>
                    <a:pt x="276" y="398"/>
                  </a:lnTo>
                  <a:lnTo>
                    <a:pt x="278" y="398"/>
                  </a:lnTo>
                  <a:lnTo>
                    <a:pt x="278" y="398"/>
                  </a:lnTo>
                  <a:lnTo>
                    <a:pt x="278" y="399"/>
                  </a:lnTo>
                  <a:lnTo>
                    <a:pt x="279" y="399"/>
                  </a:lnTo>
                  <a:lnTo>
                    <a:pt x="279" y="399"/>
                  </a:lnTo>
                  <a:lnTo>
                    <a:pt x="279" y="399"/>
                  </a:lnTo>
                  <a:lnTo>
                    <a:pt x="280" y="400"/>
                  </a:lnTo>
                  <a:lnTo>
                    <a:pt x="280" y="400"/>
                  </a:lnTo>
                  <a:lnTo>
                    <a:pt x="280" y="400"/>
                  </a:lnTo>
                  <a:lnTo>
                    <a:pt x="281" y="401"/>
                  </a:lnTo>
                  <a:lnTo>
                    <a:pt x="281" y="401"/>
                  </a:lnTo>
                  <a:lnTo>
                    <a:pt x="281" y="401"/>
                  </a:lnTo>
                  <a:lnTo>
                    <a:pt x="281" y="402"/>
                  </a:lnTo>
                  <a:lnTo>
                    <a:pt x="281" y="402"/>
                  </a:lnTo>
                  <a:lnTo>
                    <a:pt x="281" y="402"/>
                  </a:lnTo>
                  <a:lnTo>
                    <a:pt x="280" y="402"/>
                  </a:lnTo>
                  <a:lnTo>
                    <a:pt x="280" y="403"/>
                  </a:lnTo>
                  <a:lnTo>
                    <a:pt x="280" y="403"/>
                  </a:lnTo>
                  <a:lnTo>
                    <a:pt x="279" y="403"/>
                  </a:lnTo>
                  <a:lnTo>
                    <a:pt x="279" y="403"/>
                  </a:lnTo>
                  <a:lnTo>
                    <a:pt x="278" y="404"/>
                  </a:lnTo>
                  <a:lnTo>
                    <a:pt x="278" y="404"/>
                  </a:lnTo>
                  <a:lnTo>
                    <a:pt x="276" y="404"/>
                  </a:lnTo>
                  <a:lnTo>
                    <a:pt x="276" y="404"/>
                  </a:lnTo>
                  <a:lnTo>
                    <a:pt x="275" y="405"/>
                  </a:lnTo>
                  <a:lnTo>
                    <a:pt x="275" y="405"/>
                  </a:lnTo>
                  <a:lnTo>
                    <a:pt x="274" y="405"/>
                  </a:lnTo>
                  <a:lnTo>
                    <a:pt x="274" y="405"/>
                  </a:lnTo>
                  <a:lnTo>
                    <a:pt x="273" y="406"/>
                  </a:lnTo>
                  <a:lnTo>
                    <a:pt x="273" y="406"/>
                  </a:lnTo>
                  <a:lnTo>
                    <a:pt x="272" y="406"/>
                  </a:lnTo>
                  <a:lnTo>
                    <a:pt x="272" y="406"/>
                  </a:lnTo>
                  <a:lnTo>
                    <a:pt x="271" y="407"/>
                  </a:lnTo>
                  <a:lnTo>
                    <a:pt x="271" y="407"/>
                  </a:lnTo>
                  <a:lnTo>
                    <a:pt x="270" y="408"/>
                  </a:lnTo>
                  <a:lnTo>
                    <a:pt x="270" y="408"/>
                  </a:lnTo>
                  <a:lnTo>
                    <a:pt x="269" y="410"/>
                  </a:lnTo>
                  <a:lnTo>
                    <a:pt x="269" y="410"/>
                  </a:lnTo>
                  <a:lnTo>
                    <a:pt x="268" y="411"/>
                  </a:lnTo>
                  <a:lnTo>
                    <a:pt x="267" y="411"/>
                  </a:lnTo>
                  <a:lnTo>
                    <a:pt x="267" y="412"/>
                  </a:lnTo>
                  <a:lnTo>
                    <a:pt x="266" y="413"/>
                  </a:lnTo>
                  <a:lnTo>
                    <a:pt x="265" y="413"/>
                  </a:lnTo>
                  <a:lnTo>
                    <a:pt x="265" y="414"/>
                  </a:lnTo>
                  <a:lnTo>
                    <a:pt x="264" y="414"/>
                  </a:lnTo>
                  <a:lnTo>
                    <a:pt x="264" y="415"/>
                  </a:lnTo>
                  <a:lnTo>
                    <a:pt x="263" y="415"/>
                  </a:lnTo>
                  <a:lnTo>
                    <a:pt x="263" y="416"/>
                  </a:lnTo>
                  <a:lnTo>
                    <a:pt x="262" y="416"/>
                  </a:lnTo>
                  <a:lnTo>
                    <a:pt x="262" y="417"/>
                  </a:lnTo>
                  <a:lnTo>
                    <a:pt x="261" y="417"/>
                  </a:lnTo>
                  <a:lnTo>
                    <a:pt x="261" y="418"/>
                  </a:lnTo>
                  <a:lnTo>
                    <a:pt x="260" y="418"/>
                  </a:lnTo>
                  <a:lnTo>
                    <a:pt x="260" y="418"/>
                  </a:lnTo>
                  <a:lnTo>
                    <a:pt x="258" y="419"/>
                  </a:lnTo>
                  <a:lnTo>
                    <a:pt x="258" y="419"/>
                  </a:lnTo>
                  <a:lnTo>
                    <a:pt x="257" y="420"/>
                  </a:lnTo>
                  <a:lnTo>
                    <a:pt x="257" y="420"/>
                  </a:lnTo>
                  <a:lnTo>
                    <a:pt x="256" y="420"/>
                  </a:lnTo>
                  <a:lnTo>
                    <a:pt x="256" y="420"/>
                  </a:lnTo>
                  <a:lnTo>
                    <a:pt x="255" y="421"/>
                  </a:lnTo>
                  <a:lnTo>
                    <a:pt x="254" y="421"/>
                  </a:lnTo>
                  <a:lnTo>
                    <a:pt x="254" y="421"/>
                  </a:lnTo>
                  <a:lnTo>
                    <a:pt x="253" y="421"/>
                  </a:lnTo>
                  <a:lnTo>
                    <a:pt x="253" y="422"/>
                  </a:lnTo>
                  <a:lnTo>
                    <a:pt x="252" y="422"/>
                  </a:lnTo>
                  <a:lnTo>
                    <a:pt x="252" y="422"/>
                  </a:lnTo>
                  <a:lnTo>
                    <a:pt x="251" y="422"/>
                  </a:lnTo>
                  <a:lnTo>
                    <a:pt x="251" y="422"/>
                  </a:lnTo>
                  <a:lnTo>
                    <a:pt x="250" y="422"/>
                  </a:lnTo>
                  <a:lnTo>
                    <a:pt x="250" y="421"/>
                  </a:lnTo>
                  <a:lnTo>
                    <a:pt x="250" y="421"/>
                  </a:lnTo>
                  <a:lnTo>
                    <a:pt x="250" y="421"/>
                  </a:lnTo>
                  <a:lnTo>
                    <a:pt x="250" y="421"/>
                  </a:lnTo>
                  <a:lnTo>
                    <a:pt x="250" y="421"/>
                  </a:lnTo>
                  <a:lnTo>
                    <a:pt x="250" y="420"/>
                  </a:lnTo>
                  <a:lnTo>
                    <a:pt x="250" y="420"/>
                  </a:lnTo>
                  <a:lnTo>
                    <a:pt x="250" y="420"/>
                  </a:lnTo>
                  <a:lnTo>
                    <a:pt x="250" y="419"/>
                  </a:lnTo>
                  <a:lnTo>
                    <a:pt x="251" y="419"/>
                  </a:lnTo>
                  <a:lnTo>
                    <a:pt x="251" y="419"/>
                  </a:lnTo>
                  <a:lnTo>
                    <a:pt x="251" y="419"/>
                  </a:lnTo>
                  <a:lnTo>
                    <a:pt x="252" y="418"/>
                  </a:lnTo>
                  <a:lnTo>
                    <a:pt x="252" y="418"/>
                  </a:lnTo>
                  <a:lnTo>
                    <a:pt x="252" y="418"/>
                  </a:lnTo>
                  <a:lnTo>
                    <a:pt x="253" y="417"/>
                  </a:lnTo>
                  <a:lnTo>
                    <a:pt x="253" y="417"/>
                  </a:lnTo>
                  <a:lnTo>
                    <a:pt x="253" y="416"/>
                  </a:lnTo>
                  <a:lnTo>
                    <a:pt x="254" y="416"/>
                  </a:lnTo>
                  <a:lnTo>
                    <a:pt x="254" y="416"/>
                  </a:lnTo>
                  <a:lnTo>
                    <a:pt x="255" y="415"/>
                  </a:lnTo>
                  <a:lnTo>
                    <a:pt x="255" y="415"/>
                  </a:lnTo>
                  <a:lnTo>
                    <a:pt x="255" y="415"/>
                  </a:lnTo>
                  <a:lnTo>
                    <a:pt x="256" y="414"/>
                  </a:lnTo>
                  <a:lnTo>
                    <a:pt x="256" y="414"/>
                  </a:lnTo>
                  <a:lnTo>
                    <a:pt x="257" y="414"/>
                  </a:lnTo>
                  <a:lnTo>
                    <a:pt x="257" y="413"/>
                  </a:lnTo>
                  <a:lnTo>
                    <a:pt x="258" y="413"/>
                  </a:lnTo>
                  <a:lnTo>
                    <a:pt x="258" y="413"/>
                  </a:lnTo>
                  <a:lnTo>
                    <a:pt x="258" y="412"/>
                  </a:lnTo>
                  <a:lnTo>
                    <a:pt x="260" y="412"/>
                  </a:lnTo>
                  <a:lnTo>
                    <a:pt x="260" y="412"/>
                  </a:lnTo>
                  <a:lnTo>
                    <a:pt x="260" y="411"/>
                  </a:lnTo>
                  <a:lnTo>
                    <a:pt x="260" y="411"/>
                  </a:lnTo>
                  <a:lnTo>
                    <a:pt x="260" y="411"/>
                  </a:lnTo>
                  <a:lnTo>
                    <a:pt x="260" y="410"/>
                  </a:lnTo>
                  <a:lnTo>
                    <a:pt x="260" y="410"/>
                  </a:lnTo>
                  <a:lnTo>
                    <a:pt x="260" y="410"/>
                  </a:lnTo>
                  <a:lnTo>
                    <a:pt x="260" y="410"/>
                  </a:lnTo>
                  <a:lnTo>
                    <a:pt x="258" y="410"/>
                  </a:lnTo>
                  <a:lnTo>
                    <a:pt x="258" y="410"/>
                  </a:lnTo>
                  <a:lnTo>
                    <a:pt x="257" y="410"/>
                  </a:lnTo>
                  <a:lnTo>
                    <a:pt x="256" y="408"/>
                  </a:lnTo>
                  <a:lnTo>
                    <a:pt x="255" y="407"/>
                  </a:lnTo>
                  <a:lnTo>
                    <a:pt x="254" y="406"/>
                  </a:lnTo>
                  <a:lnTo>
                    <a:pt x="253" y="406"/>
                  </a:lnTo>
                  <a:lnTo>
                    <a:pt x="252" y="405"/>
                  </a:lnTo>
                  <a:lnTo>
                    <a:pt x="252" y="405"/>
                  </a:lnTo>
                  <a:lnTo>
                    <a:pt x="251" y="404"/>
                  </a:lnTo>
                  <a:lnTo>
                    <a:pt x="251" y="404"/>
                  </a:lnTo>
                  <a:lnTo>
                    <a:pt x="250" y="404"/>
                  </a:lnTo>
                  <a:lnTo>
                    <a:pt x="250" y="403"/>
                  </a:lnTo>
                  <a:lnTo>
                    <a:pt x="249" y="403"/>
                  </a:lnTo>
                  <a:lnTo>
                    <a:pt x="249" y="403"/>
                  </a:lnTo>
                  <a:lnTo>
                    <a:pt x="248" y="403"/>
                  </a:lnTo>
                  <a:lnTo>
                    <a:pt x="247" y="403"/>
                  </a:lnTo>
                  <a:lnTo>
                    <a:pt x="246" y="403"/>
                  </a:lnTo>
                  <a:lnTo>
                    <a:pt x="244" y="403"/>
                  </a:lnTo>
                  <a:lnTo>
                    <a:pt x="244" y="403"/>
                  </a:lnTo>
                  <a:lnTo>
                    <a:pt x="243" y="403"/>
                  </a:lnTo>
                  <a:lnTo>
                    <a:pt x="242" y="404"/>
                  </a:lnTo>
                  <a:lnTo>
                    <a:pt x="242" y="404"/>
                  </a:lnTo>
                  <a:lnTo>
                    <a:pt x="240" y="404"/>
                  </a:lnTo>
                  <a:lnTo>
                    <a:pt x="239" y="404"/>
                  </a:lnTo>
                  <a:lnTo>
                    <a:pt x="239" y="404"/>
                  </a:lnTo>
                  <a:lnTo>
                    <a:pt x="238" y="405"/>
                  </a:lnTo>
                  <a:lnTo>
                    <a:pt x="238" y="405"/>
                  </a:lnTo>
                  <a:lnTo>
                    <a:pt x="238" y="405"/>
                  </a:lnTo>
                  <a:lnTo>
                    <a:pt x="238" y="405"/>
                  </a:lnTo>
                  <a:lnTo>
                    <a:pt x="238" y="406"/>
                  </a:lnTo>
                  <a:lnTo>
                    <a:pt x="238" y="406"/>
                  </a:lnTo>
                  <a:lnTo>
                    <a:pt x="238" y="406"/>
                  </a:lnTo>
                  <a:lnTo>
                    <a:pt x="238" y="406"/>
                  </a:lnTo>
                  <a:lnTo>
                    <a:pt x="239" y="406"/>
                  </a:lnTo>
                  <a:lnTo>
                    <a:pt x="240" y="407"/>
                  </a:lnTo>
                  <a:lnTo>
                    <a:pt x="240" y="407"/>
                  </a:lnTo>
                  <a:lnTo>
                    <a:pt x="242" y="407"/>
                  </a:lnTo>
                  <a:lnTo>
                    <a:pt x="243" y="407"/>
                  </a:lnTo>
                  <a:lnTo>
                    <a:pt x="243" y="407"/>
                  </a:lnTo>
                  <a:lnTo>
                    <a:pt x="244" y="407"/>
                  </a:lnTo>
                  <a:lnTo>
                    <a:pt x="244" y="407"/>
                  </a:lnTo>
                  <a:lnTo>
                    <a:pt x="245" y="407"/>
                  </a:lnTo>
                  <a:lnTo>
                    <a:pt x="245" y="407"/>
                  </a:lnTo>
                  <a:lnTo>
                    <a:pt x="245" y="408"/>
                  </a:lnTo>
                  <a:lnTo>
                    <a:pt x="246" y="408"/>
                  </a:lnTo>
                  <a:lnTo>
                    <a:pt x="246" y="408"/>
                  </a:lnTo>
                  <a:lnTo>
                    <a:pt x="246" y="408"/>
                  </a:lnTo>
                  <a:lnTo>
                    <a:pt x="246" y="408"/>
                  </a:lnTo>
                  <a:lnTo>
                    <a:pt x="246" y="410"/>
                  </a:lnTo>
                  <a:lnTo>
                    <a:pt x="246" y="410"/>
                  </a:lnTo>
                  <a:lnTo>
                    <a:pt x="246" y="411"/>
                  </a:lnTo>
                  <a:lnTo>
                    <a:pt x="246" y="411"/>
                  </a:lnTo>
                  <a:lnTo>
                    <a:pt x="246" y="411"/>
                  </a:lnTo>
                  <a:lnTo>
                    <a:pt x="246" y="412"/>
                  </a:lnTo>
                  <a:lnTo>
                    <a:pt x="245" y="412"/>
                  </a:lnTo>
                  <a:lnTo>
                    <a:pt x="245" y="412"/>
                  </a:lnTo>
                  <a:lnTo>
                    <a:pt x="244" y="412"/>
                  </a:lnTo>
                  <a:lnTo>
                    <a:pt x="243" y="413"/>
                  </a:lnTo>
                  <a:lnTo>
                    <a:pt x="243" y="413"/>
                  </a:lnTo>
                  <a:lnTo>
                    <a:pt x="242" y="413"/>
                  </a:lnTo>
                  <a:lnTo>
                    <a:pt x="240" y="413"/>
                  </a:lnTo>
                  <a:lnTo>
                    <a:pt x="239" y="413"/>
                  </a:lnTo>
                  <a:lnTo>
                    <a:pt x="238" y="414"/>
                  </a:lnTo>
                  <a:lnTo>
                    <a:pt x="238" y="414"/>
                  </a:lnTo>
                  <a:lnTo>
                    <a:pt x="237" y="414"/>
                  </a:lnTo>
                  <a:lnTo>
                    <a:pt x="236" y="414"/>
                  </a:lnTo>
                  <a:lnTo>
                    <a:pt x="235" y="414"/>
                  </a:lnTo>
                  <a:lnTo>
                    <a:pt x="234" y="414"/>
                  </a:lnTo>
                  <a:lnTo>
                    <a:pt x="234" y="414"/>
                  </a:lnTo>
                  <a:lnTo>
                    <a:pt x="233" y="414"/>
                  </a:lnTo>
                  <a:lnTo>
                    <a:pt x="232" y="414"/>
                  </a:lnTo>
                  <a:lnTo>
                    <a:pt x="232" y="414"/>
                  </a:lnTo>
                  <a:lnTo>
                    <a:pt x="231" y="415"/>
                  </a:lnTo>
                  <a:lnTo>
                    <a:pt x="231" y="415"/>
                  </a:lnTo>
                  <a:lnTo>
                    <a:pt x="230" y="415"/>
                  </a:lnTo>
                  <a:lnTo>
                    <a:pt x="230" y="415"/>
                  </a:lnTo>
                  <a:lnTo>
                    <a:pt x="230" y="415"/>
                  </a:lnTo>
                  <a:lnTo>
                    <a:pt x="229" y="415"/>
                  </a:lnTo>
                  <a:lnTo>
                    <a:pt x="229" y="415"/>
                  </a:lnTo>
                  <a:lnTo>
                    <a:pt x="228" y="415"/>
                  </a:lnTo>
                  <a:lnTo>
                    <a:pt x="228" y="415"/>
                  </a:lnTo>
                  <a:lnTo>
                    <a:pt x="228" y="415"/>
                  </a:lnTo>
                  <a:lnTo>
                    <a:pt x="227" y="415"/>
                  </a:lnTo>
                  <a:lnTo>
                    <a:pt x="227" y="414"/>
                  </a:lnTo>
                  <a:lnTo>
                    <a:pt x="227" y="414"/>
                  </a:lnTo>
                  <a:lnTo>
                    <a:pt x="227" y="414"/>
                  </a:lnTo>
                  <a:lnTo>
                    <a:pt x="226" y="414"/>
                  </a:lnTo>
                  <a:lnTo>
                    <a:pt x="226" y="414"/>
                  </a:lnTo>
                  <a:lnTo>
                    <a:pt x="226" y="414"/>
                  </a:lnTo>
                  <a:lnTo>
                    <a:pt x="226" y="414"/>
                  </a:lnTo>
                  <a:lnTo>
                    <a:pt x="226" y="413"/>
                  </a:lnTo>
                  <a:lnTo>
                    <a:pt x="226" y="413"/>
                  </a:lnTo>
                  <a:lnTo>
                    <a:pt x="226" y="413"/>
                  </a:lnTo>
                  <a:lnTo>
                    <a:pt x="226" y="413"/>
                  </a:lnTo>
                  <a:lnTo>
                    <a:pt x="227" y="412"/>
                  </a:lnTo>
                  <a:lnTo>
                    <a:pt x="227" y="412"/>
                  </a:lnTo>
                  <a:lnTo>
                    <a:pt x="228" y="412"/>
                  </a:lnTo>
                  <a:lnTo>
                    <a:pt x="229" y="412"/>
                  </a:lnTo>
                  <a:lnTo>
                    <a:pt x="230" y="411"/>
                  </a:lnTo>
                  <a:lnTo>
                    <a:pt x="230" y="411"/>
                  </a:lnTo>
                  <a:lnTo>
                    <a:pt x="231" y="411"/>
                  </a:lnTo>
                  <a:lnTo>
                    <a:pt x="232" y="411"/>
                  </a:lnTo>
                  <a:lnTo>
                    <a:pt x="232" y="410"/>
                  </a:lnTo>
                  <a:lnTo>
                    <a:pt x="232" y="410"/>
                  </a:lnTo>
                  <a:lnTo>
                    <a:pt x="233" y="410"/>
                  </a:lnTo>
                  <a:lnTo>
                    <a:pt x="233" y="410"/>
                  </a:lnTo>
                  <a:lnTo>
                    <a:pt x="233" y="408"/>
                  </a:lnTo>
                  <a:lnTo>
                    <a:pt x="233" y="408"/>
                  </a:lnTo>
                  <a:lnTo>
                    <a:pt x="233" y="408"/>
                  </a:lnTo>
                  <a:lnTo>
                    <a:pt x="233" y="408"/>
                  </a:lnTo>
                  <a:lnTo>
                    <a:pt x="233" y="408"/>
                  </a:lnTo>
                  <a:lnTo>
                    <a:pt x="233" y="408"/>
                  </a:lnTo>
                  <a:lnTo>
                    <a:pt x="233" y="407"/>
                  </a:lnTo>
                  <a:lnTo>
                    <a:pt x="232" y="407"/>
                  </a:lnTo>
                  <a:lnTo>
                    <a:pt x="232" y="407"/>
                  </a:lnTo>
                  <a:lnTo>
                    <a:pt x="232" y="407"/>
                  </a:lnTo>
                  <a:lnTo>
                    <a:pt x="231" y="407"/>
                  </a:lnTo>
                  <a:lnTo>
                    <a:pt x="231" y="407"/>
                  </a:lnTo>
                  <a:lnTo>
                    <a:pt x="230" y="407"/>
                  </a:lnTo>
                  <a:lnTo>
                    <a:pt x="230" y="407"/>
                  </a:lnTo>
                  <a:lnTo>
                    <a:pt x="229" y="407"/>
                  </a:lnTo>
                  <a:lnTo>
                    <a:pt x="229" y="406"/>
                  </a:lnTo>
                  <a:lnTo>
                    <a:pt x="228" y="406"/>
                  </a:lnTo>
                  <a:lnTo>
                    <a:pt x="227" y="406"/>
                  </a:lnTo>
                  <a:lnTo>
                    <a:pt x="227" y="406"/>
                  </a:lnTo>
                  <a:lnTo>
                    <a:pt x="226" y="406"/>
                  </a:lnTo>
                  <a:lnTo>
                    <a:pt x="226" y="406"/>
                  </a:lnTo>
                  <a:lnTo>
                    <a:pt x="225" y="406"/>
                  </a:lnTo>
                  <a:lnTo>
                    <a:pt x="224" y="406"/>
                  </a:lnTo>
                  <a:lnTo>
                    <a:pt x="224" y="406"/>
                  </a:lnTo>
                  <a:lnTo>
                    <a:pt x="222" y="406"/>
                  </a:lnTo>
                  <a:lnTo>
                    <a:pt x="222" y="406"/>
                  </a:lnTo>
                  <a:lnTo>
                    <a:pt x="221" y="406"/>
                  </a:lnTo>
                  <a:lnTo>
                    <a:pt x="221" y="405"/>
                  </a:lnTo>
                  <a:lnTo>
                    <a:pt x="221" y="405"/>
                  </a:lnTo>
                  <a:lnTo>
                    <a:pt x="220" y="405"/>
                  </a:lnTo>
                  <a:lnTo>
                    <a:pt x="220" y="405"/>
                  </a:lnTo>
                  <a:lnTo>
                    <a:pt x="220" y="405"/>
                  </a:lnTo>
                  <a:lnTo>
                    <a:pt x="219" y="405"/>
                  </a:lnTo>
                  <a:lnTo>
                    <a:pt x="219" y="405"/>
                  </a:lnTo>
                  <a:lnTo>
                    <a:pt x="219" y="405"/>
                  </a:lnTo>
                  <a:lnTo>
                    <a:pt x="219" y="405"/>
                  </a:lnTo>
                  <a:lnTo>
                    <a:pt x="218" y="405"/>
                  </a:lnTo>
                  <a:lnTo>
                    <a:pt x="218" y="405"/>
                  </a:lnTo>
                  <a:lnTo>
                    <a:pt x="218" y="405"/>
                  </a:lnTo>
                  <a:lnTo>
                    <a:pt x="218" y="405"/>
                  </a:lnTo>
                  <a:lnTo>
                    <a:pt x="218" y="405"/>
                  </a:lnTo>
                  <a:lnTo>
                    <a:pt x="217" y="405"/>
                  </a:lnTo>
                  <a:lnTo>
                    <a:pt x="217" y="405"/>
                  </a:lnTo>
                  <a:lnTo>
                    <a:pt x="217" y="404"/>
                  </a:lnTo>
                  <a:lnTo>
                    <a:pt x="217" y="404"/>
                  </a:lnTo>
                  <a:lnTo>
                    <a:pt x="217" y="404"/>
                  </a:lnTo>
                  <a:lnTo>
                    <a:pt x="216" y="404"/>
                  </a:lnTo>
                  <a:lnTo>
                    <a:pt x="216" y="404"/>
                  </a:lnTo>
                  <a:lnTo>
                    <a:pt x="216" y="404"/>
                  </a:lnTo>
                  <a:lnTo>
                    <a:pt x="216" y="404"/>
                  </a:lnTo>
                  <a:lnTo>
                    <a:pt x="216" y="404"/>
                  </a:lnTo>
                  <a:lnTo>
                    <a:pt x="216" y="404"/>
                  </a:lnTo>
                  <a:lnTo>
                    <a:pt x="215" y="404"/>
                  </a:lnTo>
                  <a:lnTo>
                    <a:pt x="215" y="404"/>
                  </a:lnTo>
                  <a:lnTo>
                    <a:pt x="215" y="404"/>
                  </a:lnTo>
                  <a:lnTo>
                    <a:pt x="215" y="404"/>
                  </a:lnTo>
                  <a:lnTo>
                    <a:pt x="215" y="404"/>
                  </a:lnTo>
                  <a:lnTo>
                    <a:pt x="215" y="405"/>
                  </a:lnTo>
                  <a:lnTo>
                    <a:pt x="215" y="405"/>
                  </a:lnTo>
                  <a:lnTo>
                    <a:pt x="215" y="405"/>
                  </a:lnTo>
                  <a:lnTo>
                    <a:pt x="214" y="405"/>
                  </a:lnTo>
                  <a:lnTo>
                    <a:pt x="214" y="405"/>
                  </a:lnTo>
                  <a:lnTo>
                    <a:pt x="214" y="406"/>
                  </a:lnTo>
                  <a:lnTo>
                    <a:pt x="214" y="406"/>
                  </a:lnTo>
                  <a:lnTo>
                    <a:pt x="214" y="406"/>
                  </a:lnTo>
                  <a:lnTo>
                    <a:pt x="214" y="406"/>
                  </a:lnTo>
                  <a:lnTo>
                    <a:pt x="213" y="406"/>
                  </a:lnTo>
                  <a:lnTo>
                    <a:pt x="213" y="406"/>
                  </a:lnTo>
                  <a:lnTo>
                    <a:pt x="213" y="407"/>
                  </a:lnTo>
                  <a:lnTo>
                    <a:pt x="213" y="407"/>
                  </a:lnTo>
                  <a:lnTo>
                    <a:pt x="212" y="407"/>
                  </a:lnTo>
                  <a:lnTo>
                    <a:pt x="212" y="407"/>
                  </a:lnTo>
                  <a:lnTo>
                    <a:pt x="212" y="408"/>
                  </a:lnTo>
                  <a:lnTo>
                    <a:pt x="211" y="408"/>
                  </a:lnTo>
                  <a:lnTo>
                    <a:pt x="211" y="408"/>
                  </a:lnTo>
                  <a:lnTo>
                    <a:pt x="211" y="408"/>
                  </a:lnTo>
                  <a:lnTo>
                    <a:pt x="211" y="408"/>
                  </a:lnTo>
                  <a:lnTo>
                    <a:pt x="211" y="408"/>
                  </a:lnTo>
                  <a:lnTo>
                    <a:pt x="211" y="410"/>
                  </a:lnTo>
                  <a:lnTo>
                    <a:pt x="211" y="410"/>
                  </a:lnTo>
                  <a:lnTo>
                    <a:pt x="211" y="410"/>
                  </a:lnTo>
                  <a:lnTo>
                    <a:pt x="211" y="410"/>
                  </a:lnTo>
                  <a:lnTo>
                    <a:pt x="211" y="410"/>
                  </a:lnTo>
                  <a:lnTo>
                    <a:pt x="211" y="410"/>
                  </a:lnTo>
                  <a:lnTo>
                    <a:pt x="212" y="411"/>
                  </a:lnTo>
                  <a:lnTo>
                    <a:pt x="212" y="411"/>
                  </a:lnTo>
                  <a:lnTo>
                    <a:pt x="212" y="411"/>
                  </a:lnTo>
                  <a:lnTo>
                    <a:pt x="212" y="411"/>
                  </a:lnTo>
                  <a:lnTo>
                    <a:pt x="212" y="411"/>
                  </a:lnTo>
                  <a:lnTo>
                    <a:pt x="213" y="411"/>
                  </a:lnTo>
                  <a:lnTo>
                    <a:pt x="213" y="411"/>
                  </a:lnTo>
                  <a:lnTo>
                    <a:pt x="213" y="412"/>
                  </a:lnTo>
                  <a:lnTo>
                    <a:pt x="213" y="412"/>
                  </a:lnTo>
                  <a:lnTo>
                    <a:pt x="214" y="412"/>
                  </a:lnTo>
                  <a:lnTo>
                    <a:pt x="214" y="412"/>
                  </a:lnTo>
                  <a:lnTo>
                    <a:pt x="214" y="412"/>
                  </a:lnTo>
                  <a:lnTo>
                    <a:pt x="215" y="412"/>
                  </a:lnTo>
                  <a:lnTo>
                    <a:pt x="215" y="412"/>
                  </a:lnTo>
                  <a:lnTo>
                    <a:pt x="215" y="412"/>
                  </a:lnTo>
                  <a:lnTo>
                    <a:pt x="216" y="412"/>
                  </a:lnTo>
                  <a:lnTo>
                    <a:pt x="216" y="412"/>
                  </a:lnTo>
                  <a:lnTo>
                    <a:pt x="216" y="412"/>
                  </a:lnTo>
                  <a:lnTo>
                    <a:pt x="217" y="412"/>
                  </a:lnTo>
                  <a:lnTo>
                    <a:pt x="217" y="412"/>
                  </a:lnTo>
                  <a:lnTo>
                    <a:pt x="218" y="411"/>
                  </a:lnTo>
                  <a:lnTo>
                    <a:pt x="218" y="411"/>
                  </a:lnTo>
                  <a:lnTo>
                    <a:pt x="218" y="411"/>
                  </a:lnTo>
                  <a:lnTo>
                    <a:pt x="219" y="411"/>
                  </a:lnTo>
                  <a:lnTo>
                    <a:pt x="219" y="411"/>
                  </a:lnTo>
                  <a:lnTo>
                    <a:pt x="219" y="411"/>
                  </a:lnTo>
                  <a:lnTo>
                    <a:pt x="220" y="411"/>
                  </a:lnTo>
                  <a:lnTo>
                    <a:pt x="220" y="411"/>
                  </a:lnTo>
                  <a:lnTo>
                    <a:pt x="220" y="411"/>
                  </a:lnTo>
                  <a:lnTo>
                    <a:pt x="220" y="411"/>
                  </a:lnTo>
                  <a:lnTo>
                    <a:pt x="220" y="411"/>
                  </a:lnTo>
                  <a:lnTo>
                    <a:pt x="221" y="411"/>
                  </a:lnTo>
                  <a:lnTo>
                    <a:pt x="221" y="411"/>
                  </a:lnTo>
                  <a:lnTo>
                    <a:pt x="221" y="411"/>
                  </a:lnTo>
                  <a:lnTo>
                    <a:pt x="221" y="411"/>
                  </a:lnTo>
                  <a:lnTo>
                    <a:pt x="221" y="412"/>
                  </a:lnTo>
                  <a:lnTo>
                    <a:pt x="221" y="412"/>
                  </a:lnTo>
                  <a:lnTo>
                    <a:pt x="221" y="412"/>
                  </a:lnTo>
                  <a:lnTo>
                    <a:pt x="221" y="413"/>
                  </a:lnTo>
                  <a:lnTo>
                    <a:pt x="221" y="413"/>
                  </a:lnTo>
                  <a:lnTo>
                    <a:pt x="221" y="413"/>
                  </a:lnTo>
                  <a:lnTo>
                    <a:pt x="221" y="414"/>
                  </a:lnTo>
                  <a:lnTo>
                    <a:pt x="221" y="414"/>
                  </a:lnTo>
                  <a:lnTo>
                    <a:pt x="221" y="414"/>
                  </a:lnTo>
                  <a:lnTo>
                    <a:pt x="221" y="414"/>
                  </a:lnTo>
                  <a:lnTo>
                    <a:pt x="220" y="414"/>
                  </a:lnTo>
                  <a:lnTo>
                    <a:pt x="220" y="415"/>
                  </a:lnTo>
                  <a:lnTo>
                    <a:pt x="220" y="415"/>
                  </a:lnTo>
                  <a:lnTo>
                    <a:pt x="220" y="415"/>
                  </a:lnTo>
                  <a:lnTo>
                    <a:pt x="219" y="415"/>
                  </a:lnTo>
                  <a:lnTo>
                    <a:pt x="219" y="415"/>
                  </a:lnTo>
                  <a:lnTo>
                    <a:pt x="218" y="415"/>
                  </a:lnTo>
                  <a:lnTo>
                    <a:pt x="218" y="415"/>
                  </a:lnTo>
                  <a:lnTo>
                    <a:pt x="218" y="416"/>
                  </a:lnTo>
                  <a:lnTo>
                    <a:pt x="217" y="416"/>
                  </a:lnTo>
                  <a:lnTo>
                    <a:pt x="217" y="416"/>
                  </a:lnTo>
                  <a:lnTo>
                    <a:pt x="216" y="416"/>
                  </a:lnTo>
                  <a:lnTo>
                    <a:pt x="216" y="416"/>
                  </a:lnTo>
                  <a:lnTo>
                    <a:pt x="216" y="417"/>
                  </a:lnTo>
                  <a:lnTo>
                    <a:pt x="215" y="417"/>
                  </a:lnTo>
                  <a:lnTo>
                    <a:pt x="215" y="417"/>
                  </a:lnTo>
                  <a:lnTo>
                    <a:pt x="215" y="418"/>
                  </a:lnTo>
                  <a:lnTo>
                    <a:pt x="214" y="418"/>
                  </a:lnTo>
                  <a:lnTo>
                    <a:pt x="214" y="418"/>
                  </a:lnTo>
                  <a:lnTo>
                    <a:pt x="213" y="419"/>
                  </a:lnTo>
                  <a:lnTo>
                    <a:pt x="213" y="419"/>
                  </a:lnTo>
                  <a:lnTo>
                    <a:pt x="213" y="419"/>
                  </a:lnTo>
                  <a:lnTo>
                    <a:pt x="212" y="420"/>
                  </a:lnTo>
                  <a:lnTo>
                    <a:pt x="211" y="420"/>
                  </a:lnTo>
                  <a:lnTo>
                    <a:pt x="211" y="420"/>
                  </a:lnTo>
                  <a:lnTo>
                    <a:pt x="211" y="421"/>
                  </a:lnTo>
                  <a:lnTo>
                    <a:pt x="210" y="421"/>
                  </a:lnTo>
                  <a:lnTo>
                    <a:pt x="210" y="421"/>
                  </a:lnTo>
                  <a:lnTo>
                    <a:pt x="209" y="421"/>
                  </a:lnTo>
                  <a:lnTo>
                    <a:pt x="209" y="421"/>
                  </a:lnTo>
                  <a:lnTo>
                    <a:pt x="208" y="421"/>
                  </a:lnTo>
                  <a:lnTo>
                    <a:pt x="208" y="422"/>
                  </a:lnTo>
                  <a:lnTo>
                    <a:pt x="207" y="422"/>
                  </a:lnTo>
                  <a:lnTo>
                    <a:pt x="207" y="422"/>
                  </a:lnTo>
                  <a:lnTo>
                    <a:pt x="206" y="422"/>
                  </a:lnTo>
                  <a:lnTo>
                    <a:pt x="206" y="422"/>
                  </a:lnTo>
                  <a:lnTo>
                    <a:pt x="204" y="422"/>
                  </a:lnTo>
                  <a:lnTo>
                    <a:pt x="204" y="421"/>
                  </a:lnTo>
                  <a:lnTo>
                    <a:pt x="203" y="421"/>
                  </a:lnTo>
                  <a:lnTo>
                    <a:pt x="203" y="421"/>
                  </a:lnTo>
                  <a:lnTo>
                    <a:pt x="202" y="421"/>
                  </a:lnTo>
                  <a:lnTo>
                    <a:pt x="202" y="421"/>
                  </a:lnTo>
                  <a:lnTo>
                    <a:pt x="201" y="422"/>
                  </a:lnTo>
                  <a:lnTo>
                    <a:pt x="201" y="422"/>
                  </a:lnTo>
                  <a:lnTo>
                    <a:pt x="200" y="422"/>
                  </a:lnTo>
                  <a:lnTo>
                    <a:pt x="200" y="422"/>
                  </a:lnTo>
                  <a:lnTo>
                    <a:pt x="200" y="422"/>
                  </a:lnTo>
                  <a:lnTo>
                    <a:pt x="199" y="422"/>
                  </a:lnTo>
                  <a:lnTo>
                    <a:pt x="199" y="422"/>
                  </a:lnTo>
                  <a:lnTo>
                    <a:pt x="199" y="422"/>
                  </a:lnTo>
                  <a:lnTo>
                    <a:pt x="198" y="423"/>
                  </a:lnTo>
                  <a:lnTo>
                    <a:pt x="198" y="423"/>
                  </a:lnTo>
                  <a:lnTo>
                    <a:pt x="198" y="423"/>
                  </a:lnTo>
                  <a:lnTo>
                    <a:pt x="197" y="423"/>
                  </a:lnTo>
                  <a:lnTo>
                    <a:pt x="197" y="424"/>
                  </a:lnTo>
                  <a:lnTo>
                    <a:pt x="197" y="424"/>
                  </a:lnTo>
                  <a:lnTo>
                    <a:pt x="196" y="424"/>
                  </a:lnTo>
                  <a:lnTo>
                    <a:pt x="196" y="425"/>
                  </a:lnTo>
                  <a:lnTo>
                    <a:pt x="196" y="425"/>
                  </a:lnTo>
                  <a:lnTo>
                    <a:pt x="196" y="425"/>
                  </a:lnTo>
                  <a:lnTo>
                    <a:pt x="195" y="426"/>
                  </a:lnTo>
                  <a:lnTo>
                    <a:pt x="195" y="426"/>
                  </a:lnTo>
                  <a:lnTo>
                    <a:pt x="195" y="426"/>
                  </a:lnTo>
                  <a:lnTo>
                    <a:pt x="194" y="428"/>
                  </a:lnTo>
                  <a:lnTo>
                    <a:pt x="194" y="428"/>
                  </a:lnTo>
                  <a:lnTo>
                    <a:pt x="194" y="428"/>
                  </a:lnTo>
                  <a:lnTo>
                    <a:pt x="193" y="428"/>
                  </a:lnTo>
                  <a:lnTo>
                    <a:pt x="193" y="428"/>
                  </a:lnTo>
                  <a:lnTo>
                    <a:pt x="192" y="428"/>
                  </a:lnTo>
                  <a:lnTo>
                    <a:pt x="192" y="428"/>
                  </a:lnTo>
                  <a:lnTo>
                    <a:pt x="191" y="428"/>
                  </a:lnTo>
                  <a:lnTo>
                    <a:pt x="191" y="428"/>
                  </a:lnTo>
                  <a:lnTo>
                    <a:pt x="190" y="428"/>
                  </a:lnTo>
                  <a:lnTo>
                    <a:pt x="189" y="428"/>
                  </a:lnTo>
                  <a:lnTo>
                    <a:pt x="189" y="428"/>
                  </a:lnTo>
                  <a:lnTo>
                    <a:pt x="188" y="428"/>
                  </a:lnTo>
                  <a:lnTo>
                    <a:pt x="188" y="428"/>
                  </a:lnTo>
                  <a:lnTo>
                    <a:pt x="186" y="428"/>
                  </a:lnTo>
                  <a:lnTo>
                    <a:pt x="185" y="428"/>
                  </a:lnTo>
                  <a:lnTo>
                    <a:pt x="185" y="428"/>
                  </a:lnTo>
                  <a:lnTo>
                    <a:pt x="184" y="426"/>
                  </a:lnTo>
                  <a:lnTo>
                    <a:pt x="184" y="426"/>
                  </a:lnTo>
                  <a:lnTo>
                    <a:pt x="184" y="426"/>
                  </a:lnTo>
                  <a:lnTo>
                    <a:pt x="183" y="426"/>
                  </a:lnTo>
                  <a:lnTo>
                    <a:pt x="183" y="426"/>
                  </a:lnTo>
                  <a:lnTo>
                    <a:pt x="182" y="426"/>
                  </a:lnTo>
                  <a:lnTo>
                    <a:pt x="182" y="426"/>
                  </a:lnTo>
                  <a:lnTo>
                    <a:pt x="182" y="426"/>
                  </a:lnTo>
                  <a:lnTo>
                    <a:pt x="182" y="426"/>
                  </a:lnTo>
                  <a:lnTo>
                    <a:pt x="181" y="426"/>
                  </a:lnTo>
                  <a:lnTo>
                    <a:pt x="180" y="426"/>
                  </a:lnTo>
                  <a:lnTo>
                    <a:pt x="180" y="426"/>
                  </a:lnTo>
                  <a:lnTo>
                    <a:pt x="179" y="426"/>
                  </a:lnTo>
                  <a:lnTo>
                    <a:pt x="178" y="426"/>
                  </a:lnTo>
                  <a:lnTo>
                    <a:pt x="177" y="426"/>
                  </a:lnTo>
                  <a:lnTo>
                    <a:pt x="176" y="426"/>
                  </a:lnTo>
                  <a:lnTo>
                    <a:pt x="175" y="426"/>
                  </a:lnTo>
                  <a:lnTo>
                    <a:pt x="174" y="426"/>
                  </a:lnTo>
                  <a:lnTo>
                    <a:pt x="173" y="426"/>
                  </a:lnTo>
                  <a:lnTo>
                    <a:pt x="172" y="428"/>
                  </a:lnTo>
                  <a:lnTo>
                    <a:pt x="171" y="428"/>
                  </a:lnTo>
                  <a:lnTo>
                    <a:pt x="170" y="429"/>
                  </a:lnTo>
                  <a:lnTo>
                    <a:pt x="168" y="429"/>
                  </a:lnTo>
                  <a:lnTo>
                    <a:pt x="168" y="430"/>
                  </a:lnTo>
                  <a:lnTo>
                    <a:pt x="167" y="431"/>
                  </a:lnTo>
                  <a:lnTo>
                    <a:pt x="166" y="431"/>
                  </a:lnTo>
                  <a:lnTo>
                    <a:pt x="166" y="432"/>
                  </a:lnTo>
                  <a:lnTo>
                    <a:pt x="165" y="433"/>
                  </a:lnTo>
                  <a:lnTo>
                    <a:pt x="164" y="434"/>
                  </a:lnTo>
                  <a:lnTo>
                    <a:pt x="164" y="435"/>
                  </a:lnTo>
                  <a:lnTo>
                    <a:pt x="163" y="436"/>
                  </a:lnTo>
                  <a:lnTo>
                    <a:pt x="162" y="437"/>
                  </a:lnTo>
                  <a:lnTo>
                    <a:pt x="162" y="438"/>
                  </a:lnTo>
                  <a:lnTo>
                    <a:pt x="161" y="439"/>
                  </a:lnTo>
                  <a:lnTo>
                    <a:pt x="161" y="440"/>
                  </a:lnTo>
                  <a:lnTo>
                    <a:pt x="160" y="441"/>
                  </a:lnTo>
                  <a:lnTo>
                    <a:pt x="160" y="442"/>
                  </a:lnTo>
                  <a:lnTo>
                    <a:pt x="159" y="442"/>
                  </a:lnTo>
                  <a:lnTo>
                    <a:pt x="159" y="443"/>
                  </a:lnTo>
                  <a:lnTo>
                    <a:pt x="159" y="443"/>
                  </a:lnTo>
                  <a:lnTo>
                    <a:pt x="159" y="444"/>
                  </a:lnTo>
                  <a:lnTo>
                    <a:pt x="159" y="444"/>
                  </a:lnTo>
                  <a:lnTo>
                    <a:pt x="159" y="446"/>
                  </a:lnTo>
                  <a:lnTo>
                    <a:pt x="159" y="446"/>
                  </a:lnTo>
                  <a:lnTo>
                    <a:pt x="159" y="446"/>
                  </a:lnTo>
                  <a:lnTo>
                    <a:pt x="159" y="447"/>
                  </a:lnTo>
                  <a:lnTo>
                    <a:pt x="159" y="447"/>
                  </a:lnTo>
                  <a:lnTo>
                    <a:pt x="158" y="447"/>
                  </a:lnTo>
                  <a:lnTo>
                    <a:pt x="158" y="447"/>
                  </a:lnTo>
                  <a:lnTo>
                    <a:pt x="158" y="448"/>
                  </a:lnTo>
                  <a:lnTo>
                    <a:pt x="158" y="448"/>
                  </a:lnTo>
                  <a:lnTo>
                    <a:pt x="158" y="448"/>
                  </a:lnTo>
                  <a:lnTo>
                    <a:pt x="158" y="448"/>
                  </a:lnTo>
                  <a:lnTo>
                    <a:pt x="158" y="448"/>
                  </a:lnTo>
                  <a:lnTo>
                    <a:pt x="157" y="449"/>
                  </a:lnTo>
                  <a:lnTo>
                    <a:pt x="157" y="449"/>
                  </a:lnTo>
                  <a:lnTo>
                    <a:pt x="157" y="449"/>
                  </a:lnTo>
                  <a:lnTo>
                    <a:pt x="157" y="449"/>
                  </a:lnTo>
                  <a:lnTo>
                    <a:pt x="157" y="449"/>
                  </a:lnTo>
                  <a:lnTo>
                    <a:pt x="156" y="449"/>
                  </a:lnTo>
                  <a:lnTo>
                    <a:pt x="156" y="449"/>
                  </a:lnTo>
                  <a:lnTo>
                    <a:pt x="156" y="448"/>
                  </a:lnTo>
                  <a:lnTo>
                    <a:pt x="156" y="448"/>
                  </a:lnTo>
                  <a:lnTo>
                    <a:pt x="156" y="448"/>
                  </a:lnTo>
                  <a:lnTo>
                    <a:pt x="156" y="448"/>
                  </a:lnTo>
                  <a:lnTo>
                    <a:pt x="156" y="447"/>
                  </a:lnTo>
                  <a:lnTo>
                    <a:pt x="156" y="447"/>
                  </a:lnTo>
                  <a:lnTo>
                    <a:pt x="156" y="447"/>
                  </a:lnTo>
                  <a:lnTo>
                    <a:pt x="156" y="446"/>
                  </a:lnTo>
                  <a:lnTo>
                    <a:pt x="156" y="446"/>
                  </a:lnTo>
                  <a:lnTo>
                    <a:pt x="155" y="444"/>
                  </a:lnTo>
                  <a:lnTo>
                    <a:pt x="155" y="444"/>
                  </a:lnTo>
                  <a:lnTo>
                    <a:pt x="155" y="443"/>
                  </a:lnTo>
                  <a:lnTo>
                    <a:pt x="155" y="442"/>
                  </a:lnTo>
                  <a:lnTo>
                    <a:pt x="155" y="442"/>
                  </a:lnTo>
                  <a:lnTo>
                    <a:pt x="154" y="441"/>
                  </a:lnTo>
                  <a:lnTo>
                    <a:pt x="154" y="440"/>
                  </a:lnTo>
                  <a:lnTo>
                    <a:pt x="154" y="440"/>
                  </a:lnTo>
                  <a:lnTo>
                    <a:pt x="154" y="439"/>
                  </a:lnTo>
                  <a:lnTo>
                    <a:pt x="154" y="438"/>
                  </a:lnTo>
                  <a:lnTo>
                    <a:pt x="153" y="438"/>
                  </a:lnTo>
                  <a:lnTo>
                    <a:pt x="153" y="437"/>
                  </a:lnTo>
                  <a:lnTo>
                    <a:pt x="153" y="436"/>
                  </a:lnTo>
                  <a:lnTo>
                    <a:pt x="153" y="436"/>
                  </a:lnTo>
                  <a:lnTo>
                    <a:pt x="153" y="435"/>
                  </a:lnTo>
                  <a:lnTo>
                    <a:pt x="153" y="435"/>
                  </a:lnTo>
                  <a:lnTo>
                    <a:pt x="153" y="435"/>
                  </a:lnTo>
                  <a:lnTo>
                    <a:pt x="153" y="435"/>
                  </a:lnTo>
                  <a:lnTo>
                    <a:pt x="153" y="435"/>
                  </a:lnTo>
                  <a:lnTo>
                    <a:pt x="153" y="434"/>
                  </a:lnTo>
                  <a:lnTo>
                    <a:pt x="153" y="434"/>
                  </a:lnTo>
                  <a:lnTo>
                    <a:pt x="153" y="434"/>
                  </a:lnTo>
                  <a:lnTo>
                    <a:pt x="153" y="433"/>
                  </a:lnTo>
                  <a:lnTo>
                    <a:pt x="153" y="433"/>
                  </a:lnTo>
                  <a:lnTo>
                    <a:pt x="153" y="433"/>
                  </a:lnTo>
                  <a:lnTo>
                    <a:pt x="154" y="433"/>
                  </a:lnTo>
                  <a:lnTo>
                    <a:pt x="154" y="432"/>
                  </a:lnTo>
                  <a:lnTo>
                    <a:pt x="154" y="432"/>
                  </a:lnTo>
                  <a:lnTo>
                    <a:pt x="155" y="432"/>
                  </a:lnTo>
                  <a:lnTo>
                    <a:pt x="155" y="431"/>
                  </a:lnTo>
                  <a:lnTo>
                    <a:pt x="156" y="431"/>
                  </a:lnTo>
                  <a:lnTo>
                    <a:pt x="156" y="431"/>
                  </a:lnTo>
                  <a:lnTo>
                    <a:pt x="157" y="430"/>
                  </a:lnTo>
                  <a:lnTo>
                    <a:pt x="158" y="430"/>
                  </a:lnTo>
                  <a:lnTo>
                    <a:pt x="159" y="430"/>
                  </a:lnTo>
                  <a:lnTo>
                    <a:pt x="159" y="429"/>
                  </a:lnTo>
                  <a:lnTo>
                    <a:pt x="160" y="429"/>
                  </a:lnTo>
                  <a:lnTo>
                    <a:pt x="161" y="429"/>
                  </a:lnTo>
                  <a:lnTo>
                    <a:pt x="162" y="428"/>
                  </a:lnTo>
                  <a:lnTo>
                    <a:pt x="162" y="428"/>
                  </a:lnTo>
                  <a:lnTo>
                    <a:pt x="163" y="426"/>
                  </a:lnTo>
                  <a:lnTo>
                    <a:pt x="164" y="426"/>
                  </a:lnTo>
                  <a:lnTo>
                    <a:pt x="164" y="426"/>
                  </a:lnTo>
                  <a:lnTo>
                    <a:pt x="165" y="425"/>
                  </a:lnTo>
                  <a:lnTo>
                    <a:pt x="166" y="425"/>
                  </a:lnTo>
                  <a:lnTo>
                    <a:pt x="167" y="425"/>
                  </a:lnTo>
                  <a:lnTo>
                    <a:pt x="167" y="424"/>
                  </a:lnTo>
                  <a:lnTo>
                    <a:pt x="168" y="424"/>
                  </a:lnTo>
                  <a:lnTo>
                    <a:pt x="170" y="424"/>
                  </a:lnTo>
                  <a:lnTo>
                    <a:pt x="170" y="424"/>
                  </a:lnTo>
                  <a:lnTo>
                    <a:pt x="171" y="424"/>
                  </a:lnTo>
                  <a:lnTo>
                    <a:pt x="171" y="423"/>
                  </a:lnTo>
                  <a:lnTo>
                    <a:pt x="172" y="423"/>
                  </a:lnTo>
                  <a:lnTo>
                    <a:pt x="173" y="423"/>
                  </a:lnTo>
                  <a:lnTo>
                    <a:pt x="173" y="422"/>
                  </a:lnTo>
                  <a:lnTo>
                    <a:pt x="173" y="422"/>
                  </a:lnTo>
                  <a:lnTo>
                    <a:pt x="174" y="422"/>
                  </a:lnTo>
                  <a:lnTo>
                    <a:pt x="174" y="421"/>
                  </a:lnTo>
                  <a:lnTo>
                    <a:pt x="174" y="421"/>
                  </a:lnTo>
                  <a:lnTo>
                    <a:pt x="175" y="421"/>
                  </a:lnTo>
                  <a:lnTo>
                    <a:pt x="175" y="420"/>
                  </a:lnTo>
                  <a:lnTo>
                    <a:pt x="175" y="420"/>
                  </a:lnTo>
                  <a:lnTo>
                    <a:pt x="175" y="420"/>
                  </a:lnTo>
                  <a:lnTo>
                    <a:pt x="175" y="419"/>
                  </a:lnTo>
                  <a:lnTo>
                    <a:pt x="175" y="419"/>
                  </a:lnTo>
                  <a:lnTo>
                    <a:pt x="175" y="419"/>
                  </a:lnTo>
                  <a:lnTo>
                    <a:pt x="175" y="418"/>
                  </a:lnTo>
                  <a:lnTo>
                    <a:pt x="175" y="418"/>
                  </a:lnTo>
                  <a:lnTo>
                    <a:pt x="175" y="418"/>
                  </a:lnTo>
                  <a:lnTo>
                    <a:pt x="175" y="417"/>
                  </a:lnTo>
                  <a:lnTo>
                    <a:pt x="175" y="417"/>
                  </a:lnTo>
                  <a:lnTo>
                    <a:pt x="175" y="417"/>
                  </a:lnTo>
                  <a:lnTo>
                    <a:pt x="175" y="417"/>
                  </a:lnTo>
                  <a:lnTo>
                    <a:pt x="175" y="416"/>
                  </a:lnTo>
                  <a:lnTo>
                    <a:pt x="175" y="416"/>
                  </a:lnTo>
                  <a:lnTo>
                    <a:pt x="174" y="416"/>
                  </a:lnTo>
                  <a:lnTo>
                    <a:pt x="174" y="416"/>
                  </a:lnTo>
                  <a:lnTo>
                    <a:pt x="174" y="416"/>
                  </a:lnTo>
                  <a:lnTo>
                    <a:pt x="174" y="416"/>
                  </a:lnTo>
                  <a:lnTo>
                    <a:pt x="174" y="416"/>
                  </a:lnTo>
                  <a:lnTo>
                    <a:pt x="173" y="416"/>
                  </a:lnTo>
                  <a:lnTo>
                    <a:pt x="173" y="417"/>
                  </a:lnTo>
                  <a:lnTo>
                    <a:pt x="173" y="417"/>
                  </a:lnTo>
                  <a:lnTo>
                    <a:pt x="172" y="417"/>
                  </a:lnTo>
                  <a:lnTo>
                    <a:pt x="172" y="418"/>
                  </a:lnTo>
                  <a:lnTo>
                    <a:pt x="171" y="418"/>
                  </a:lnTo>
                  <a:lnTo>
                    <a:pt x="171" y="418"/>
                  </a:lnTo>
                  <a:lnTo>
                    <a:pt x="170" y="419"/>
                  </a:lnTo>
                  <a:lnTo>
                    <a:pt x="170" y="419"/>
                  </a:lnTo>
                  <a:lnTo>
                    <a:pt x="168" y="420"/>
                  </a:lnTo>
                  <a:lnTo>
                    <a:pt x="168" y="420"/>
                  </a:lnTo>
                  <a:lnTo>
                    <a:pt x="167" y="421"/>
                  </a:lnTo>
                  <a:lnTo>
                    <a:pt x="166" y="421"/>
                  </a:lnTo>
                  <a:lnTo>
                    <a:pt x="166" y="421"/>
                  </a:lnTo>
                  <a:lnTo>
                    <a:pt x="165" y="422"/>
                  </a:lnTo>
                  <a:lnTo>
                    <a:pt x="165" y="422"/>
                  </a:lnTo>
                  <a:lnTo>
                    <a:pt x="165" y="422"/>
                  </a:lnTo>
                  <a:lnTo>
                    <a:pt x="164" y="422"/>
                  </a:lnTo>
                  <a:lnTo>
                    <a:pt x="163" y="422"/>
                  </a:lnTo>
                  <a:lnTo>
                    <a:pt x="163" y="423"/>
                  </a:lnTo>
                  <a:lnTo>
                    <a:pt x="162" y="423"/>
                  </a:lnTo>
                  <a:lnTo>
                    <a:pt x="161" y="424"/>
                  </a:lnTo>
                  <a:lnTo>
                    <a:pt x="160" y="424"/>
                  </a:lnTo>
                  <a:lnTo>
                    <a:pt x="159" y="425"/>
                  </a:lnTo>
                  <a:lnTo>
                    <a:pt x="158" y="425"/>
                  </a:lnTo>
                  <a:lnTo>
                    <a:pt x="157" y="426"/>
                  </a:lnTo>
                  <a:lnTo>
                    <a:pt x="156" y="426"/>
                  </a:lnTo>
                  <a:lnTo>
                    <a:pt x="156" y="428"/>
                  </a:lnTo>
                  <a:lnTo>
                    <a:pt x="155" y="428"/>
                  </a:lnTo>
                  <a:lnTo>
                    <a:pt x="154" y="429"/>
                  </a:lnTo>
                  <a:lnTo>
                    <a:pt x="153" y="429"/>
                  </a:lnTo>
                  <a:lnTo>
                    <a:pt x="153" y="430"/>
                  </a:lnTo>
                  <a:lnTo>
                    <a:pt x="152" y="430"/>
                  </a:lnTo>
                  <a:lnTo>
                    <a:pt x="152" y="431"/>
                  </a:lnTo>
                  <a:lnTo>
                    <a:pt x="152" y="431"/>
                  </a:lnTo>
                  <a:lnTo>
                    <a:pt x="150" y="432"/>
                  </a:lnTo>
                  <a:lnTo>
                    <a:pt x="150" y="432"/>
                  </a:lnTo>
                  <a:lnTo>
                    <a:pt x="150" y="433"/>
                  </a:lnTo>
                  <a:lnTo>
                    <a:pt x="150" y="433"/>
                  </a:lnTo>
                  <a:lnTo>
                    <a:pt x="150" y="434"/>
                  </a:lnTo>
                  <a:lnTo>
                    <a:pt x="149" y="435"/>
                  </a:lnTo>
                  <a:lnTo>
                    <a:pt x="149" y="435"/>
                  </a:lnTo>
                  <a:lnTo>
                    <a:pt x="149" y="436"/>
                  </a:lnTo>
                  <a:lnTo>
                    <a:pt x="149" y="437"/>
                  </a:lnTo>
                  <a:lnTo>
                    <a:pt x="149" y="437"/>
                  </a:lnTo>
                  <a:lnTo>
                    <a:pt x="149" y="438"/>
                  </a:lnTo>
                  <a:lnTo>
                    <a:pt x="150" y="439"/>
                  </a:lnTo>
                  <a:lnTo>
                    <a:pt x="150" y="439"/>
                  </a:lnTo>
                  <a:lnTo>
                    <a:pt x="150" y="440"/>
                  </a:lnTo>
                  <a:lnTo>
                    <a:pt x="150" y="441"/>
                  </a:lnTo>
                  <a:lnTo>
                    <a:pt x="150" y="441"/>
                  </a:lnTo>
                  <a:lnTo>
                    <a:pt x="152" y="442"/>
                  </a:lnTo>
                  <a:lnTo>
                    <a:pt x="152" y="443"/>
                  </a:lnTo>
                  <a:lnTo>
                    <a:pt x="152" y="443"/>
                  </a:lnTo>
                  <a:lnTo>
                    <a:pt x="153" y="444"/>
                  </a:lnTo>
                  <a:lnTo>
                    <a:pt x="153" y="446"/>
                  </a:lnTo>
                  <a:lnTo>
                    <a:pt x="153" y="447"/>
                  </a:lnTo>
                  <a:lnTo>
                    <a:pt x="154" y="447"/>
                  </a:lnTo>
                  <a:lnTo>
                    <a:pt x="154" y="448"/>
                  </a:lnTo>
                  <a:lnTo>
                    <a:pt x="154" y="449"/>
                  </a:lnTo>
                  <a:lnTo>
                    <a:pt x="154" y="449"/>
                  </a:lnTo>
                  <a:lnTo>
                    <a:pt x="154" y="450"/>
                  </a:lnTo>
                  <a:lnTo>
                    <a:pt x="154" y="451"/>
                  </a:lnTo>
                  <a:lnTo>
                    <a:pt x="154" y="451"/>
                  </a:lnTo>
                  <a:lnTo>
                    <a:pt x="154" y="452"/>
                  </a:lnTo>
                  <a:lnTo>
                    <a:pt x="154" y="452"/>
                  </a:lnTo>
                  <a:lnTo>
                    <a:pt x="154" y="453"/>
                  </a:lnTo>
                  <a:lnTo>
                    <a:pt x="154" y="453"/>
                  </a:lnTo>
                  <a:lnTo>
                    <a:pt x="154" y="453"/>
                  </a:lnTo>
                  <a:lnTo>
                    <a:pt x="154" y="454"/>
                  </a:lnTo>
                  <a:lnTo>
                    <a:pt x="153" y="454"/>
                  </a:lnTo>
                  <a:lnTo>
                    <a:pt x="153" y="454"/>
                  </a:lnTo>
                  <a:lnTo>
                    <a:pt x="153" y="454"/>
                  </a:lnTo>
                  <a:lnTo>
                    <a:pt x="153" y="454"/>
                  </a:lnTo>
                  <a:lnTo>
                    <a:pt x="153" y="454"/>
                  </a:lnTo>
                  <a:lnTo>
                    <a:pt x="152" y="454"/>
                  </a:lnTo>
                  <a:lnTo>
                    <a:pt x="152" y="454"/>
                  </a:lnTo>
                  <a:lnTo>
                    <a:pt x="152" y="454"/>
                  </a:lnTo>
                  <a:lnTo>
                    <a:pt x="152" y="454"/>
                  </a:lnTo>
                  <a:lnTo>
                    <a:pt x="150" y="454"/>
                  </a:lnTo>
                  <a:lnTo>
                    <a:pt x="150" y="454"/>
                  </a:lnTo>
                  <a:lnTo>
                    <a:pt x="149" y="454"/>
                  </a:lnTo>
                  <a:lnTo>
                    <a:pt x="149" y="454"/>
                  </a:lnTo>
                  <a:lnTo>
                    <a:pt x="149" y="454"/>
                  </a:lnTo>
                  <a:lnTo>
                    <a:pt x="148" y="454"/>
                  </a:lnTo>
                  <a:lnTo>
                    <a:pt x="148" y="453"/>
                  </a:lnTo>
                  <a:lnTo>
                    <a:pt x="148" y="453"/>
                  </a:lnTo>
                  <a:lnTo>
                    <a:pt x="148" y="453"/>
                  </a:lnTo>
                  <a:lnTo>
                    <a:pt x="147" y="453"/>
                  </a:lnTo>
                  <a:lnTo>
                    <a:pt x="147" y="453"/>
                  </a:lnTo>
                  <a:lnTo>
                    <a:pt x="147" y="453"/>
                  </a:lnTo>
                  <a:lnTo>
                    <a:pt x="146" y="453"/>
                  </a:lnTo>
                  <a:lnTo>
                    <a:pt x="146" y="453"/>
                  </a:lnTo>
                  <a:lnTo>
                    <a:pt x="146" y="453"/>
                  </a:lnTo>
                  <a:lnTo>
                    <a:pt x="145" y="453"/>
                  </a:lnTo>
                  <a:lnTo>
                    <a:pt x="145" y="454"/>
                  </a:lnTo>
                  <a:lnTo>
                    <a:pt x="144" y="454"/>
                  </a:lnTo>
                  <a:lnTo>
                    <a:pt x="143" y="454"/>
                  </a:lnTo>
                  <a:lnTo>
                    <a:pt x="143" y="454"/>
                  </a:lnTo>
                  <a:lnTo>
                    <a:pt x="142" y="454"/>
                  </a:lnTo>
                  <a:lnTo>
                    <a:pt x="141" y="454"/>
                  </a:lnTo>
                  <a:lnTo>
                    <a:pt x="141" y="454"/>
                  </a:lnTo>
                  <a:lnTo>
                    <a:pt x="140" y="454"/>
                  </a:lnTo>
                  <a:lnTo>
                    <a:pt x="139" y="454"/>
                  </a:lnTo>
                  <a:lnTo>
                    <a:pt x="138" y="454"/>
                  </a:lnTo>
                  <a:lnTo>
                    <a:pt x="138" y="454"/>
                  </a:lnTo>
                  <a:lnTo>
                    <a:pt x="137" y="454"/>
                  </a:lnTo>
                  <a:lnTo>
                    <a:pt x="136" y="454"/>
                  </a:lnTo>
                  <a:lnTo>
                    <a:pt x="136" y="454"/>
                  </a:lnTo>
                  <a:lnTo>
                    <a:pt x="135" y="454"/>
                  </a:lnTo>
                  <a:lnTo>
                    <a:pt x="134" y="454"/>
                  </a:lnTo>
                  <a:lnTo>
                    <a:pt x="134" y="454"/>
                  </a:lnTo>
                  <a:lnTo>
                    <a:pt x="132" y="454"/>
                  </a:lnTo>
                  <a:lnTo>
                    <a:pt x="132" y="454"/>
                  </a:lnTo>
                  <a:lnTo>
                    <a:pt x="131" y="455"/>
                  </a:lnTo>
                  <a:lnTo>
                    <a:pt x="131" y="455"/>
                  </a:lnTo>
                  <a:lnTo>
                    <a:pt x="130" y="455"/>
                  </a:lnTo>
                  <a:lnTo>
                    <a:pt x="130" y="456"/>
                  </a:lnTo>
                  <a:lnTo>
                    <a:pt x="129" y="456"/>
                  </a:lnTo>
                  <a:lnTo>
                    <a:pt x="129" y="456"/>
                  </a:lnTo>
                  <a:lnTo>
                    <a:pt x="128" y="456"/>
                  </a:lnTo>
                  <a:lnTo>
                    <a:pt x="128" y="457"/>
                  </a:lnTo>
                  <a:lnTo>
                    <a:pt x="128" y="457"/>
                  </a:lnTo>
                  <a:lnTo>
                    <a:pt x="127" y="457"/>
                  </a:lnTo>
                  <a:lnTo>
                    <a:pt x="127" y="458"/>
                  </a:lnTo>
                  <a:lnTo>
                    <a:pt x="126" y="458"/>
                  </a:lnTo>
                  <a:lnTo>
                    <a:pt x="126" y="458"/>
                  </a:lnTo>
                  <a:lnTo>
                    <a:pt x="126" y="458"/>
                  </a:lnTo>
                  <a:lnTo>
                    <a:pt x="125" y="458"/>
                  </a:lnTo>
                  <a:lnTo>
                    <a:pt x="125" y="459"/>
                  </a:lnTo>
                  <a:lnTo>
                    <a:pt x="124" y="459"/>
                  </a:lnTo>
                  <a:lnTo>
                    <a:pt x="124" y="459"/>
                  </a:lnTo>
                  <a:lnTo>
                    <a:pt x="124" y="459"/>
                  </a:lnTo>
                  <a:lnTo>
                    <a:pt x="123" y="459"/>
                  </a:lnTo>
                  <a:lnTo>
                    <a:pt x="123" y="459"/>
                  </a:lnTo>
                  <a:lnTo>
                    <a:pt x="123" y="459"/>
                  </a:lnTo>
                  <a:lnTo>
                    <a:pt x="123" y="459"/>
                  </a:lnTo>
                  <a:lnTo>
                    <a:pt x="122" y="459"/>
                  </a:lnTo>
                  <a:lnTo>
                    <a:pt x="122" y="459"/>
                  </a:lnTo>
                  <a:lnTo>
                    <a:pt x="122" y="459"/>
                  </a:lnTo>
                  <a:lnTo>
                    <a:pt x="122" y="459"/>
                  </a:lnTo>
                  <a:lnTo>
                    <a:pt x="122" y="459"/>
                  </a:lnTo>
                  <a:lnTo>
                    <a:pt x="122" y="458"/>
                  </a:lnTo>
                  <a:lnTo>
                    <a:pt x="122" y="458"/>
                  </a:lnTo>
                  <a:lnTo>
                    <a:pt x="122" y="458"/>
                  </a:lnTo>
                  <a:lnTo>
                    <a:pt x="122" y="457"/>
                  </a:lnTo>
                  <a:lnTo>
                    <a:pt x="122" y="457"/>
                  </a:lnTo>
                  <a:lnTo>
                    <a:pt x="122" y="456"/>
                  </a:lnTo>
                  <a:lnTo>
                    <a:pt x="122" y="456"/>
                  </a:lnTo>
                  <a:lnTo>
                    <a:pt x="122" y="455"/>
                  </a:lnTo>
                  <a:lnTo>
                    <a:pt x="122" y="455"/>
                  </a:lnTo>
                  <a:lnTo>
                    <a:pt x="122" y="454"/>
                  </a:lnTo>
                  <a:lnTo>
                    <a:pt x="122" y="453"/>
                  </a:lnTo>
                  <a:lnTo>
                    <a:pt x="122" y="453"/>
                  </a:lnTo>
                  <a:lnTo>
                    <a:pt x="121" y="452"/>
                  </a:lnTo>
                  <a:lnTo>
                    <a:pt x="121" y="451"/>
                  </a:lnTo>
                  <a:lnTo>
                    <a:pt x="121" y="451"/>
                  </a:lnTo>
                  <a:lnTo>
                    <a:pt x="121" y="450"/>
                  </a:lnTo>
                  <a:lnTo>
                    <a:pt x="121" y="450"/>
                  </a:lnTo>
                  <a:lnTo>
                    <a:pt x="121" y="449"/>
                  </a:lnTo>
                  <a:lnTo>
                    <a:pt x="121" y="449"/>
                  </a:lnTo>
                  <a:lnTo>
                    <a:pt x="121" y="449"/>
                  </a:lnTo>
                  <a:lnTo>
                    <a:pt x="121" y="448"/>
                  </a:lnTo>
                  <a:lnTo>
                    <a:pt x="121" y="448"/>
                  </a:lnTo>
                  <a:lnTo>
                    <a:pt x="121" y="447"/>
                  </a:lnTo>
                  <a:lnTo>
                    <a:pt x="121" y="447"/>
                  </a:lnTo>
                  <a:lnTo>
                    <a:pt x="121" y="447"/>
                  </a:lnTo>
                  <a:lnTo>
                    <a:pt x="121" y="446"/>
                  </a:lnTo>
                  <a:lnTo>
                    <a:pt x="122" y="446"/>
                  </a:lnTo>
                  <a:lnTo>
                    <a:pt x="122" y="446"/>
                  </a:lnTo>
                  <a:lnTo>
                    <a:pt x="122" y="444"/>
                  </a:lnTo>
                  <a:lnTo>
                    <a:pt x="122" y="444"/>
                  </a:lnTo>
                  <a:lnTo>
                    <a:pt x="123" y="444"/>
                  </a:lnTo>
                  <a:lnTo>
                    <a:pt x="123" y="444"/>
                  </a:lnTo>
                  <a:lnTo>
                    <a:pt x="123" y="444"/>
                  </a:lnTo>
                  <a:lnTo>
                    <a:pt x="123" y="444"/>
                  </a:lnTo>
                  <a:lnTo>
                    <a:pt x="124" y="444"/>
                  </a:lnTo>
                  <a:lnTo>
                    <a:pt x="124" y="444"/>
                  </a:lnTo>
                  <a:lnTo>
                    <a:pt x="124" y="444"/>
                  </a:lnTo>
                  <a:lnTo>
                    <a:pt x="125" y="444"/>
                  </a:lnTo>
                  <a:lnTo>
                    <a:pt x="125" y="444"/>
                  </a:lnTo>
                  <a:lnTo>
                    <a:pt x="125" y="444"/>
                  </a:lnTo>
                  <a:lnTo>
                    <a:pt x="126" y="444"/>
                  </a:lnTo>
                  <a:lnTo>
                    <a:pt x="126" y="444"/>
                  </a:lnTo>
                  <a:lnTo>
                    <a:pt x="126" y="444"/>
                  </a:lnTo>
                  <a:lnTo>
                    <a:pt x="126" y="444"/>
                  </a:lnTo>
                  <a:lnTo>
                    <a:pt x="127" y="446"/>
                  </a:lnTo>
                  <a:lnTo>
                    <a:pt x="127" y="446"/>
                  </a:lnTo>
                  <a:lnTo>
                    <a:pt x="127" y="446"/>
                  </a:lnTo>
                  <a:lnTo>
                    <a:pt x="127" y="446"/>
                  </a:lnTo>
                  <a:lnTo>
                    <a:pt x="128" y="447"/>
                  </a:lnTo>
                  <a:lnTo>
                    <a:pt x="128" y="447"/>
                  </a:lnTo>
                  <a:lnTo>
                    <a:pt x="128" y="447"/>
                  </a:lnTo>
                  <a:lnTo>
                    <a:pt x="128" y="448"/>
                  </a:lnTo>
                  <a:lnTo>
                    <a:pt x="128" y="448"/>
                  </a:lnTo>
                  <a:lnTo>
                    <a:pt x="129" y="448"/>
                  </a:lnTo>
                  <a:lnTo>
                    <a:pt x="129" y="448"/>
                  </a:lnTo>
                  <a:lnTo>
                    <a:pt x="129" y="448"/>
                  </a:lnTo>
                  <a:lnTo>
                    <a:pt x="129" y="448"/>
                  </a:lnTo>
                  <a:lnTo>
                    <a:pt x="129" y="448"/>
                  </a:lnTo>
                  <a:lnTo>
                    <a:pt x="129" y="448"/>
                  </a:lnTo>
                  <a:lnTo>
                    <a:pt x="129" y="448"/>
                  </a:lnTo>
                  <a:lnTo>
                    <a:pt x="130" y="448"/>
                  </a:lnTo>
                  <a:lnTo>
                    <a:pt x="130" y="448"/>
                  </a:lnTo>
                  <a:lnTo>
                    <a:pt x="130" y="448"/>
                  </a:lnTo>
                  <a:lnTo>
                    <a:pt x="130" y="448"/>
                  </a:lnTo>
                  <a:lnTo>
                    <a:pt x="130" y="447"/>
                  </a:lnTo>
                  <a:lnTo>
                    <a:pt x="131" y="447"/>
                  </a:lnTo>
                  <a:lnTo>
                    <a:pt x="131" y="447"/>
                  </a:lnTo>
                  <a:lnTo>
                    <a:pt x="131" y="446"/>
                  </a:lnTo>
                  <a:lnTo>
                    <a:pt x="132" y="446"/>
                  </a:lnTo>
                  <a:lnTo>
                    <a:pt x="132" y="444"/>
                  </a:lnTo>
                  <a:lnTo>
                    <a:pt x="132" y="444"/>
                  </a:lnTo>
                  <a:lnTo>
                    <a:pt x="132" y="444"/>
                  </a:lnTo>
                  <a:lnTo>
                    <a:pt x="132" y="444"/>
                  </a:lnTo>
                  <a:lnTo>
                    <a:pt x="132" y="443"/>
                  </a:lnTo>
                  <a:lnTo>
                    <a:pt x="134" y="443"/>
                  </a:lnTo>
                  <a:lnTo>
                    <a:pt x="134" y="443"/>
                  </a:lnTo>
                  <a:lnTo>
                    <a:pt x="134" y="443"/>
                  </a:lnTo>
                  <a:lnTo>
                    <a:pt x="134" y="442"/>
                  </a:lnTo>
                  <a:lnTo>
                    <a:pt x="134" y="442"/>
                  </a:lnTo>
                  <a:lnTo>
                    <a:pt x="134" y="442"/>
                  </a:lnTo>
                  <a:lnTo>
                    <a:pt x="134" y="442"/>
                  </a:lnTo>
                  <a:lnTo>
                    <a:pt x="134" y="441"/>
                  </a:lnTo>
                  <a:lnTo>
                    <a:pt x="134" y="441"/>
                  </a:lnTo>
                  <a:lnTo>
                    <a:pt x="134" y="441"/>
                  </a:lnTo>
                  <a:lnTo>
                    <a:pt x="134" y="440"/>
                  </a:lnTo>
                  <a:lnTo>
                    <a:pt x="134" y="440"/>
                  </a:lnTo>
                  <a:lnTo>
                    <a:pt x="134" y="440"/>
                  </a:lnTo>
                  <a:lnTo>
                    <a:pt x="134" y="439"/>
                  </a:lnTo>
                  <a:lnTo>
                    <a:pt x="132" y="439"/>
                  </a:lnTo>
                  <a:lnTo>
                    <a:pt x="132" y="438"/>
                  </a:lnTo>
                  <a:lnTo>
                    <a:pt x="132" y="438"/>
                  </a:lnTo>
                  <a:lnTo>
                    <a:pt x="132" y="438"/>
                  </a:lnTo>
                  <a:lnTo>
                    <a:pt x="131" y="437"/>
                  </a:lnTo>
                  <a:lnTo>
                    <a:pt x="131" y="437"/>
                  </a:lnTo>
                  <a:lnTo>
                    <a:pt x="131" y="437"/>
                  </a:lnTo>
                  <a:lnTo>
                    <a:pt x="130" y="436"/>
                  </a:lnTo>
                  <a:lnTo>
                    <a:pt x="130" y="436"/>
                  </a:lnTo>
                  <a:lnTo>
                    <a:pt x="130" y="436"/>
                  </a:lnTo>
                  <a:lnTo>
                    <a:pt x="129" y="436"/>
                  </a:lnTo>
                  <a:lnTo>
                    <a:pt x="129" y="435"/>
                  </a:lnTo>
                  <a:lnTo>
                    <a:pt x="129" y="435"/>
                  </a:lnTo>
                  <a:lnTo>
                    <a:pt x="128" y="435"/>
                  </a:lnTo>
                  <a:lnTo>
                    <a:pt x="128" y="435"/>
                  </a:lnTo>
                  <a:lnTo>
                    <a:pt x="128" y="435"/>
                  </a:lnTo>
                  <a:lnTo>
                    <a:pt x="128" y="435"/>
                  </a:lnTo>
                  <a:lnTo>
                    <a:pt x="127" y="435"/>
                  </a:lnTo>
                  <a:lnTo>
                    <a:pt x="127" y="435"/>
                  </a:lnTo>
                  <a:lnTo>
                    <a:pt x="127" y="435"/>
                  </a:lnTo>
                  <a:lnTo>
                    <a:pt x="127" y="435"/>
                  </a:lnTo>
                  <a:lnTo>
                    <a:pt x="126" y="435"/>
                  </a:lnTo>
                  <a:lnTo>
                    <a:pt x="126" y="436"/>
                  </a:lnTo>
                  <a:lnTo>
                    <a:pt x="126" y="436"/>
                  </a:lnTo>
                  <a:lnTo>
                    <a:pt x="126" y="436"/>
                  </a:lnTo>
                  <a:lnTo>
                    <a:pt x="126" y="437"/>
                  </a:lnTo>
                  <a:lnTo>
                    <a:pt x="125" y="437"/>
                  </a:lnTo>
                  <a:lnTo>
                    <a:pt x="125" y="438"/>
                  </a:lnTo>
                  <a:lnTo>
                    <a:pt x="125" y="438"/>
                  </a:lnTo>
                  <a:lnTo>
                    <a:pt x="125" y="438"/>
                  </a:lnTo>
                  <a:lnTo>
                    <a:pt x="125" y="439"/>
                  </a:lnTo>
                  <a:lnTo>
                    <a:pt x="124" y="439"/>
                  </a:lnTo>
                  <a:lnTo>
                    <a:pt x="124" y="439"/>
                  </a:lnTo>
                  <a:lnTo>
                    <a:pt x="124" y="440"/>
                  </a:lnTo>
                  <a:lnTo>
                    <a:pt x="124" y="440"/>
                  </a:lnTo>
                  <a:lnTo>
                    <a:pt x="124" y="440"/>
                  </a:lnTo>
                  <a:lnTo>
                    <a:pt x="124" y="440"/>
                  </a:lnTo>
                  <a:lnTo>
                    <a:pt x="123" y="440"/>
                  </a:lnTo>
                  <a:lnTo>
                    <a:pt x="123" y="440"/>
                  </a:lnTo>
                  <a:lnTo>
                    <a:pt x="123" y="440"/>
                  </a:lnTo>
                  <a:lnTo>
                    <a:pt x="123" y="440"/>
                  </a:lnTo>
                  <a:lnTo>
                    <a:pt x="123" y="440"/>
                  </a:lnTo>
                  <a:lnTo>
                    <a:pt x="122" y="440"/>
                  </a:lnTo>
                  <a:lnTo>
                    <a:pt x="122" y="440"/>
                  </a:lnTo>
                  <a:lnTo>
                    <a:pt x="122" y="440"/>
                  </a:lnTo>
                  <a:lnTo>
                    <a:pt x="122" y="439"/>
                  </a:lnTo>
                  <a:lnTo>
                    <a:pt x="122" y="439"/>
                  </a:lnTo>
                  <a:lnTo>
                    <a:pt x="121" y="439"/>
                  </a:lnTo>
                  <a:lnTo>
                    <a:pt x="121" y="438"/>
                  </a:lnTo>
                  <a:lnTo>
                    <a:pt x="121" y="438"/>
                  </a:lnTo>
                  <a:lnTo>
                    <a:pt x="121" y="437"/>
                  </a:lnTo>
                  <a:lnTo>
                    <a:pt x="121" y="436"/>
                  </a:lnTo>
                  <a:lnTo>
                    <a:pt x="121" y="436"/>
                  </a:lnTo>
                  <a:lnTo>
                    <a:pt x="121" y="435"/>
                  </a:lnTo>
                  <a:lnTo>
                    <a:pt x="121" y="435"/>
                  </a:lnTo>
                  <a:lnTo>
                    <a:pt x="121" y="434"/>
                  </a:lnTo>
                  <a:lnTo>
                    <a:pt x="121" y="434"/>
                  </a:lnTo>
                  <a:lnTo>
                    <a:pt x="121" y="433"/>
                  </a:lnTo>
                  <a:lnTo>
                    <a:pt x="121" y="433"/>
                  </a:lnTo>
                  <a:lnTo>
                    <a:pt x="122" y="432"/>
                  </a:lnTo>
                  <a:lnTo>
                    <a:pt x="122" y="432"/>
                  </a:lnTo>
                  <a:lnTo>
                    <a:pt x="122" y="432"/>
                  </a:lnTo>
                  <a:lnTo>
                    <a:pt x="122" y="431"/>
                  </a:lnTo>
                  <a:lnTo>
                    <a:pt x="121" y="431"/>
                  </a:lnTo>
                  <a:lnTo>
                    <a:pt x="121" y="431"/>
                  </a:lnTo>
                  <a:lnTo>
                    <a:pt x="121" y="431"/>
                  </a:lnTo>
                  <a:lnTo>
                    <a:pt x="121" y="431"/>
                  </a:lnTo>
                  <a:lnTo>
                    <a:pt x="121" y="430"/>
                  </a:lnTo>
                  <a:lnTo>
                    <a:pt x="121" y="430"/>
                  </a:lnTo>
                  <a:lnTo>
                    <a:pt x="120" y="430"/>
                  </a:lnTo>
                  <a:lnTo>
                    <a:pt x="120" y="430"/>
                  </a:lnTo>
                  <a:lnTo>
                    <a:pt x="120" y="430"/>
                  </a:lnTo>
                  <a:lnTo>
                    <a:pt x="120" y="430"/>
                  </a:lnTo>
                  <a:lnTo>
                    <a:pt x="119" y="429"/>
                  </a:lnTo>
                  <a:lnTo>
                    <a:pt x="119" y="429"/>
                  </a:lnTo>
                  <a:lnTo>
                    <a:pt x="119" y="429"/>
                  </a:lnTo>
                  <a:lnTo>
                    <a:pt x="119" y="428"/>
                  </a:lnTo>
                  <a:lnTo>
                    <a:pt x="118" y="428"/>
                  </a:lnTo>
                  <a:lnTo>
                    <a:pt x="118" y="428"/>
                  </a:lnTo>
                  <a:lnTo>
                    <a:pt x="118" y="426"/>
                  </a:lnTo>
                  <a:lnTo>
                    <a:pt x="118" y="426"/>
                  </a:lnTo>
                  <a:lnTo>
                    <a:pt x="117" y="426"/>
                  </a:lnTo>
                  <a:lnTo>
                    <a:pt x="117" y="425"/>
                  </a:lnTo>
                  <a:lnTo>
                    <a:pt x="117" y="425"/>
                  </a:lnTo>
                  <a:lnTo>
                    <a:pt x="116" y="424"/>
                  </a:lnTo>
                  <a:lnTo>
                    <a:pt x="116" y="424"/>
                  </a:lnTo>
                  <a:lnTo>
                    <a:pt x="116" y="424"/>
                  </a:lnTo>
                  <a:lnTo>
                    <a:pt x="114" y="423"/>
                  </a:lnTo>
                  <a:lnTo>
                    <a:pt x="114" y="423"/>
                  </a:lnTo>
                  <a:lnTo>
                    <a:pt x="114" y="423"/>
                  </a:lnTo>
                  <a:lnTo>
                    <a:pt x="114" y="422"/>
                  </a:lnTo>
                  <a:lnTo>
                    <a:pt x="114" y="422"/>
                  </a:lnTo>
                  <a:lnTo>
                    <a:pt x="113" y="422"/>
                  </a:lnTo>
                  <a:lnTo>
                    <a:pt x="113" y="421"/>
                  </a:lnTo>
                  <a:lnTo>
                    <a:pt x="113" y="421"/>
                  </a:lnTo>
                  <a:lnTo>
                    <a:pt x="113" y="421"/>
                  </a:lnTo>
                  <a:lnTo>
                    <a:pt x="113" y="420"/>
                  </a:lnTo>
                  <a:lnTo>
                    <a:pt x="113" y="420"/>
                  </a:lnTo>
                  <a:lnTo>
                    <a:pt x="113" y="420"/>
                  </a:lnTo>
                  <a:lnTo>
                    <a:pt x="113" y="419"/>
                  </a:lnTo>
                  <a:lnTo>
                    <a:pt x="113" y="419"/>
                  </a:lnTo>
                  <a:lnTo>
                    <a:pt x="114" y="419"/>
                  </a:lnTo>
                  <a:lnTo>
                    <a:pt x="114" y="419"/>
                  </a:lnTo>
                  <a:lnTo>
                    <a:pt x="114" y="418"/>
                  </a:lnTo>
                  <a:lnTo>
                    <a:pt x="114" y="418"/>
                  </a:lnTo>
                  <a:lnTo>
                    <a:pt x="114" y="418"/>
                  </a:lnTo>
                  <a:lnTo>
                    <a:pt x="116" y="417"/>
                  </a:lnTo>
                  <a:lnTo>
                    <a:pt x="116" y="417"/>
                  </a:lnTo>
                  <a:lnTo>
                    <a:pt x="116" y="417"/>
                  </a:lnTo>
                  <a:lnTo>
                    <a:pt x="116" y="417"/>
                  </a:lnTo>
                  <a:lnTo>
                    <a:pt x="116" y="416"/>
                  </a:lnTo>
                  <a:lnTo>
                    <a:pt x="117" y="416"/>
                  </a:lnTo>
                  <a:lnTo>
                    <a:pt x="117" y="416"/>
                  </a:lnTo>
                  <a:lnTo>
                    <a:pt x="117" y="416"/>
                  </a:lnTo>
                  <a:lnTo>
                    <a:pt x="117" y="416"/>
                  </a:lnTo>
                  <a:lnTo>
                    <a:pt x="116" y="415"/>
                  </a:lnTo>
                  <a:lnTo>
                    <a:pt x="116" y="415"/>
                  </a:lnTo>
                  <a:lnTo>
                    <a:pt x="116" y="415"/>
                  </a:lnTo>
                  <a:lnTo>
                    <a:pt x="116" y="415"/>
                  </a:lnTo>
                  <a:lnTo>
                    <a:pt x="116" y="415"/>
                  </a:lnTo>
                  <a:lnTo>
                    <a:pt x="116" y="415"/>
                  </a:lnTo>
                  <a:lnTo>
                    <a:pt x="114" y="415"/>
                  </a:lnTo>
                  <a:lnTo>
                    <a:pt x="114" y="415"/>
                  </a:lnTo>
                  <a:lnTo>
                    <a:pt x="114" y="415"/>
                  </a:lnTo>
                  <a:lnTo>
                    <a:pt x="113" y="415"/>
                  </a:lnTo>
                  <a:lnTo>
                    <a:pt x="113" y="415"/>
                  </a:lnTo>
                  <a:lnTo>
                    <a:pt x="112" y="415"/>
                  </a:lnTo>
                  <a:lnTo>
                    <a:pt x="111" y="416"/>
                  </a:lnTo>
                  <a:lnTo>
                    <a:pt x="111" y="416"/>
                  </a:lnTo>
                  <a:lnTo>
                    <a:pt x="110" y="416"/>
                  </a:lnTo>
                  <a:lnTo>
                    <a:pt x="110" y="417"/>
                  </a:lnTo>
                  <a:lnTo>
                    <a:pt x="109" y="417"/>
                  </a:lnTo>
                  <a:lnTo>
                    <a:pt x="108" y="418"/>
                  </a:lnTo>
                  <a:lnTo>
                    <a:pt x="108" y="418"/>
                  </a:lnTo>
                  <a:lnTo>
                    <a:pt x="107" y="419"/>
                  </a:lnTo>
                  <a:lnTo>
                    <a:pt x="107" y="419"/>
                  </a:lnTo>
                  <a:lnTo>
                    <a:pt x="106" y="419"/>
                  </a:lnTo>
                  <a:lnTo>
                    <a:pt x="106" y="420"/>
                  </a:lnTo>
                  <a:lnTo>
                    <a:pt x="106" y="420"/>
                  </a:lnTo>
                  <a:lnTo>
                    <a:pt x="106" y="420"/>
                  </a:lnTo>
                  <a:lnTo>
                    <a:pt x="106" y="420"/>
                  </a:lnTo>
                  <a:lnTo>
                    <a:pt x="105" y="421"/>
                  </a:lnTo>
                  <a:lnTo>
                    <a:pt x="105" y="421"/>
                  </a:lnTo>
                  <a:lnTo>
                    <a:pt x="105" y="421"/>
                  </a:lnTo>
                  <a:lnTo>
                    <a:pt x="105" y="421"/>
                  </a:lnTo>
                  <a:lnTo>
                    <a:pt x="105" y="422"/>
                  </a:lnTo>
                  <a:lnTo>
                    <a:pt x="105" y="422"/>
                  </a:lnTo>
                  <a:lnTo>
                    <a:pt x="105" y="422"/>
                  </a:lnTo>
                  <a:lnTo>
                    <a:pt x="105" y="422"/>
                  </a:lnTo>
                  <a:lnTo>
                    <a:pt x="105" y="422"/>
                  </a:lnTo>
                  <a:lnTo>
                    <a:pt x="105" y="422"/>
                  </a:lnTo>
                  <a:lnTo>
                    <a:pt x="105" y="422"/>
                  </a:lnTo>
                  <a:lnTo>
                    <a:pt x="105" y="422"/>
                  </a:lnTo>
                  <a:lnTo>
                    <a:pt x="106" y="422"/>
                  </a:lnTo>
                  <a:lnTo>
                    <a:pt x="106" y="422"/>
                  </a:lnTo>
                  <a:lnTo>
                    <a:pt x="107" y="422"/>
                  </a:lnTo>
                  <a:lnTo>
                    <a:pt x="107" y="422"/>
                  </a:lnTo>
                  <a:lnTo>
                    <a:pt x="108" y="422"/>
                  </a:lnTo>
                  <a:lnTo>
                    <a:pt x="108" y="421"/>
                  </a:lnTo>
                  <a:lnTo>
                    <a:pt x="108" y="421"/>
                  </a:lnTo>
                  <a:lnTo>
                    <a:pt x="109" y="421"/>
                  </a:lnTo>
                  <a:lnTo>
                    <a:pt x="109" y="421"/>
                  </a:lnTo>
                  <a:lnTo>
                    <a:pt x="109" y="421"/>
                  </a:lnTo>
                  <a:lnTo>
                    <a:pt x="110" y="421"/>
                  </a:lnTo>
                  <a:lnTo>
                    <a:pt x="110" y="420"/>
                  </a:lnTo>
                  <a:lnTo>
                    <a:pt x="110" y="420"/>
                  </a:lnTo>
                  <a:lnTo>
                    <a:pt x="110" y="421"/>
                  </a:lnTo>
                  <a:lnTo>
                    <a:pt x="111" y="421"/>
                  </a:lnTo>
                  <a:lnTo>
                    <a:pt x="111" y="421"/>
                  </a:lnTo>
                  <a:lnTo>
                    <a:pt x="111" y="421"/>
                  </a:lnTo>
                  <a:lnTo>
                    <a:pt x="111" y="422"/>
                  </a:lnTo>
                  <a:lnTo>
                    <a:pt x="111" y="423"/>
                  </a:lnTo>
                  <a:lnTo>
                    <a:pt x="112" y="423"/>
                  </a:lnTo>
                  <a:lnTo>
                    <a:pt x="112" y="424"/>
                  </a:lnTo>
                  <a:lnTo>
                    <a:pt x="112" y="425"/>
                  </a:lnTo>
                  <a:lnTo>
                    <a:pt x="113" y="426"/>
                  </a:lnTo>
                  <a:lnTo>
                    <a:pt x="113" y="426"/>
                  </a:lnTo>
                  <a:lnTo>
                    <a:pt x="113" y="428"/>
                  </a:lnTo>
                  <a:lnTo>
                    <a:pt x="114" y="429"/>
                  </a:lnTo>
                  <a:lnTo>
                    <a:pt x="114" y="430"/>
                  </a:lnTo>
                  <a:lnTo>
                    <a:pt x="116" y="431"/>
                  </a:lnTo>
                  <a:lnTo>
                    <a:pt x="116" y="431"/>
                  </a:lnTo>
                  <a:lnTo>
                    <a:pt x="116" y="432"/>
                  </a:lnTo>
                  <a:lnTo>
                    <a:pt x="117" y="433"/>
                  </a:lnTo>
                  <a:lnTo>
                    <a:pt x="117" y="433"/>
                  </a:lnTo>
                  <a:lnTo>
                    <a:pt x="117" y="434"/>
                  </a:lnTo>
                  <a:lnTo>
                    <a:pt x="118" y="434"/>
                  </a:lnTo>
                  <a:lnTo>
                    <a:pt x="118" y="435"/>
                  </a:lnTo>
                  <a:lnTo>
                    <a:pt x="118" y="435"/>
                  </a:lnTo>
                  <a:lnTo>
                    <a:pt x="118" y="435"/>
                  </a:lnTo>
                  <a:lnTo>
                    <a:pt x="118" y="436"/>
                  </a:lnTo>
                  <a:lnTo>
                    <a:pt x="118" y="436"/>
                  </a:lnTo>
                  <a:lnTo>
                    <a:pt x="119" y="436"/>
                  </a:lnTo>
                  <a:lnTo>
                    <a:pt x="119" y="437"/>
                  </a:lnTo>
                  <a:lnTo>
                    <a:pt x="119" y="437"/>
                  </a:lnTo>
                  <a:lnTo>
                    <a:pt x="119" y="437"/>
                  </a:lnTo>
                  <a:lnTo>
                    <a:pt x="119" y="438"/>
                  </a:lnTo>
                  <a:lnTo>
                    <a:pt x="119" y="438"/>
                  </a:lnTo>
                  <a:lnTo>
                    <a:pt x="119" y="438"/>
                  </a:lnTo>
                  <a:lnTo>
                    <a:pt x="119" y="439"/>
                  </a:lnTo>
                  <a:lnTo>
                    <a:pt x="119" y="439"/>
                  </a:lnTo>
                  <a:lnTo>
                    <a:pt x="119" y="440"/>
                  </a:lnTo>
                  <a:lnTo>
                    <a:pt x="119" y="440"/>
                  </a:lnTo>
                  <a:lnTo>
                    <a:pt x="119" y="441"/>
                  </a:lnTo>
                  <a:lnTo>
                    <a:pt x="119" y="441"/>
                  </a:lnTo>
                  <a:lnTo>
                    <a:pt x="119" y="441"/>
                  </a:lnTo>
                  <a:lnTo>
                    <a:pt x="119" y="442"/>
                  </a:lnTo>
                  <a:lnTo>
                    <a:pt x="119" y="442"/>
                  </a:lnTo>
                  <a:lnTo>
                    <a:pt x="118" y="442"/>
                  </a:lnTo>
                  <a:lnTo>
                    <a:pt x="118" y="443"/>
                  </a:lnTo>
                  <a:lnTo>
                    <a:pt x="118" y="443"/>
                  </a:lnTo>
                  <a:lnTo>
                    <a:pt x="118" y="443"/>
                  </a:lnTo>
                  <a:lnTo>
                    <a:pt x="118" y="444"/>
                  </a:lnTo>
                  <a:lnTo>
                    <a:pt x="118" y="444"/>
                  </a:lnTo>
                  <a:lnTo>
                    <a:pt x="118" y="444"/>
                  </a:lnTo>
                  <a:lnTo>
                    <a:pt x="118" y="444"/>
                  </a:lnTo>
                  <a:lnTo>
                    <a:pt x="117" y="444"/>
                  </a:lnTo>
                  <a:lnTo>
                    <a:pt x="117" y="446"/>
                  </a:lnTo>
                  <a:lnTo>
                    <a:pt x="117" y="446"/>
                  </a:lnTo>
                  <a:lnTo>
                    <a:pt x="117" y="446"/>
                  </a:lnTo>
                  <a:lnTo>
                    <a:pt x="117" y="446"/>
                  </a:lnTo>
                  <a:lnTo>
                    <a:pt x="116" y="446"/>
                  </a:lnTo>
                  <a:lnTo>
                    <a:pt x="116" y="447"/>
                  </a:lnTo>
                  <a:lnTo>
                    <a:pt x="116" y="447"/>
                  </a:lnTo>
                  <a:lnTo>
                    <a:pt x="116" y="447"/>
                  </a:lnTo>
                  <a:lnTo>
                    <a:pt x="116" y="447"/>
                  </a:lnTo>
                  <a:lnTo>
                    <a:pt x="116" y="447"/>
                  </a:lnTo>
                  <a:lnTo>
                    <a:pt x="116" y="448"/>
                  </a:lnTo>
                  <a:lnTo>
                    <a:pt x="116" y="448"/>
                  </a:lnTo>
                  <a:lnTo>
                    <a:pt x="116" y="448"/>
                  </a:lnTo>
                  <a:lnTo>
                    <a:pt x="116" y="448"/>
                  </a:lnTo>
                  <a:lnTo>
                    <a:pt x="116" y="448"/>
                  </a:lnTo>
                  <a:lnTo>
                    <a:pt x="116" y="449"/>
                  </a:lnTo>
                  <a:lnTo>
                    <a:pt x="116" y="449"/>
                  </a:lnTo>
                  <a:lnTo>
                    <a:pt x="116" y="449"/>
                  </a:lnTo>
                  <a:lnTo>
                    <a:pt x="117" y="450"/>
                  </a:lnTo>
                  <a:lnTo>
                    <a:pt x="117" y="450"/>
                  </a:lnTo>
                  <a:lnTo>
                    <a:pt x="117" y="450"/>
                  </a:lnTo>
                  <a:lnTo>
                    <a:pt x="118" y="450"/>
                  </a:lnTo>
                  <a:lnTo>
                    <a:pt x="118" y="451"/>
                  </a:lnTo>
                  <a:lnTo>
                    <a:pt x="118" y="451"/>
                  </a:lnTo>
                  <a:lnTo>
                    <a:pt x="119" y="451"/>
                  </a:lnTo>
                  <a:lnTo>
                    <a:pt x="119" y="452"/>
                  </a:lnTo>
                  <a:lnTo>
                    <a:pt x="119" y="452"/>
                  </a:lnTo>
                  <a:lnTo>
                    <a:pt x="119" y="452"/>
                  </a:lnTo>
                  <a:lnTo>
                    <a:pt x="119" y="453"/>
                  </a:lnTo>
                  <a:lnTo>
                    <a:pt x="120" y="453"/>
                  </a:lnTo>
                  <a:lnTo>
                    <a:pt x="120" y="453"/>
                  </a:lnTo>
                  <a:lnTo>
                    <a:pt x="120" y="454"/>
                  </a:lnTo>
                  <a:lnTo>
                    <a:pt x="120" y="454"/>
                  </a:lnTo>
                  <a:lnTo>
                    <a:pt x="120" y="455"/>
                  </a:lnTo>
                  <a:lnTo>
                    <a:pt x="119" y="455"/>
                  </a:lnTo>
                  <a:lnTo>
                    <a:pt x="119" y="456"/>
                  </a:lnTo>
                  <a:lnTo>
                    <a:pt x="119" y="456"/>
                  </a:lnTo>
                  <a:lnTo>
                    <a:pt x="119" y="457"/>
                  </a:lnTo>
                  <a:lnTo>
                    <a:pt x="119" y="458"/>
                  </a:lnTo>
                  <a:lnTo>
                    <a:pt x="119" y="458"/>
                  </a:lnTo>
                  <a:lnTo>
                    <a:pt x="119" y="459"/>
                  </a:lnTo>
                  <a:lnTo>
                    <a:pt x="119" y="460"/>
                  </a:lnTo>
                  <a:lnTo>
                    <a:pt x="119" y="461"/>
                  </a:lnTo>
                  <a:lnTo>
                    <a:pt x="118" y="461"/>
                  </a:lnTo>
                  <a:lnTo>
                    <a:pt x="118" y="462"/>
                  </a:lnTo>
                  <a:lnTo>
                    <a:pt x="118" y="464"/>
                  </a:lnTo>
                  <a:lnTo>
                    <a:pt x="118" y="464"/>
                  </a:lnTo>
                  <a:lnTo>
                    <a:pt x="118" y="465"/>
                  </a:lnTo>
                  <a:lnTo>
                    <a:pt x="117" y="466"/>
                  </a:lnTo>
                  <a:lnTo>
                    <a:pt x="117" y="466"/>
                  </a:lnTo>
                  <a:lnTo>
                    <a:pt x="117" y="466"/>
                  </a:lnTo>
                  <a:lnTo>
                    <a:pt x="117" y="467"/>
                  </a:lnTo>
                  <a:lnTo>
                    <a:pt x="116" y="467"/>
                  </a:lnTo>
                  <a:lnTo>
                    <a:pt x="116" y="467"/>
                  </a:lnTo>
                  <a:lnTo>
                    <a:pt x="116" y="468"/>
                  </a:lnTo>
                  <a:lnTo>
                    <a:pt x="116" y="468"/>
                  </a:lnTo>
                  <a:lnTo>
                    <a:pt x="114" y="469"/>
                  </a:lnTo>
                  <a:lnTo>
                    <a:pt x="114" y="469"/>
                  </a:lnTo>
                  <a:lnTo>
                    <a:pt x="113" y="470"/>
                  </a:lnTo>
                  <a:lnTo>
                    <a:pt x="113" y="470"/>
                  </a:lnTo>
                  <a:lnTo>
                    <a:pt x="112" y="470"/>
                  </a:lnTo>
                  <a:lnTo>
                    <a:pt x="112" y="471"/>
                  </a:lnTo>
                  <a:lnTo>
                    <a:pt x="111" y="471"/>
                  </a:lnTo>
                  <a:lnTo>
                    <a:pt x="111" y="472"/>
                  </a:lnTo>
                  <a:lnTo>
                    <a:pt x="110" y="472"/>
                  </a:lnTo>
                  <a:lnTo>
                    <a:pt x="109" y="472"/>
                  </a:lnTo>
                  <a:lnTo>
                    <a:pt x="109" y="473"/>
                  </a:lnTo>
                  <a:lnTo>
                    <a:pt x="108" y="473"/>
                  </a:lnTo>
                  <a:lnTo>
                    <a:pt x="107" y="473"/>
                  </a:lnTo>
                  <a:lnTo>
                    <a:pt x="107" y="473"/>
                  </a:lnTo>
                  <a:lnTo>
                    <a:pt x="106" y="474"/>
                  </a:lnTo>
                  <a:lnTo>
                    <a:pt x="106" y="474"/>
                  </a:lnTo>
                  <a:lnTo>
                    <a:pt x="106" y="474"/>
                  </a:lnTo>
                  <a:lnTo>
                    <a:pt x="105" y="474"/>
                  </a:lnTo>
                  <a:lnTo>
                    <a:pt x="105" y="474"/>
                  </a:lnTo>
                  <a:lnTo>
                    <a:pt x="105" y="474"/>
                  </a:lnTo>
                  <a:lnTo>
                    <a:pt x="105" y="475"/>
                  </a:lnTo>
                  <a:lnTo>
                    <a:pt x="104" y="475"/>
                  </a:lnTo>
                  <a:lnTo>
                    <a:pt x="104" y="475"/>
                  </a:lnTo>
                  <a:lnTo>
                    <a:pt x="104" y="475"/>
                  </a:lnTo>
                  <a:lnTo>
                    <a:pt x="104" y="476"/>
                  </a:lnTo>
                  <a:lnTo>
                    <a:pt x="105" y="476"/>
                  </a:lnTo>
                  <a:lnTo>
                    <a:pt x="105" y="477"/>
                  </a:lnTo>
                  <a:lnTo>
                    <a:pt x="105" y="477"/>
                  </a:lnTo>
                  <a:lnTo>
                    <a:pt x="105" y="477"/>
                  </a:lnTo>
                  <a:lnTo>
                    <a:pt x="105" y="477"/>
                  </a:lnTo>
                  <a:lnTo>
                    <a:pt x="106" y="478"/>
                  </a:lnTo>
                  <a:lnTo>
                    <a:pt x="106" y="478"/>
                  </a:lnTo>
                  <a:lnTo>
                    <a:pt x="106" y="478"/>
                  </a:lnTo>
                  <a:lnTo>
                    <a:pt x="106" y="478"/>
                  </a:lnTo>
                  <a:lnTo>
                    <a:pt x="107" y="478"/>
                  </a:lnTo>
                  <a:lnTo>
                    <a:pt x="107" y="478"/>
                  </a:lnTo>
                  <a:lnTo>
                    <a:pt x="107" y="478"/>
                  </a:lnTo>
                  <a:lnTo>
                    <a:pt x="108" y="478"/>
                  </a:lnTo>
                  <a:lnTo>
                    <a:pt x="108" y="478"/>
                  </a:lnTo>
                  <a:lnTo>
                    <a:pt x="109" y="478"/>
                  </a:lnTo>
                  <a:lnTo>
                    <a:pt x="109" y="478"/>
                  </a:lnTo>
                  <a:lnTo>
                    <a:pt x="109" y="477"/>
                  </a:lnTo>
                  <a:lnTo>
                    <a:pt x="110" y="477"/>
                  </a:lnTo>
                  <a:lnTo>
                    <a:pt x="110" y="477"/>
                  </a:lnTo>
                  <a:lnTo>
                    <a:pt x="111" y="477"/>
                  </a:lnTo>
                  <a:lnTo>
                    <a:pt x="112" y="477"/>
                  </a:lnTo>
                  <a:lnTo>
                    <a:pt x="112" y="477"/>
                  </a:lnTo>
                  <a:lnTo>
                    <a:pt x="113" y="476"/>
                  </a:lnTo>
                  <a:lnTo>
                    <a:pt x="113" y="476"/>
                  </a:lnTo>
                  <a:lnTo>
                    <a:pt x="114" y="476"/>
                  </a:lnTo>
                  <a:lnTo>
                    <a:pt x="116" y="476"/>
                  </a:lnTo>
                  <a:lnTo>
                    <a:pt x="116" y="476"/>
                  </a:lnTo>
                  <a:lnTo>
                    <a:pt x="117" y="476"/>
                  </a:lnTo>
                  <a:lnTo>
                    <a:pt x="117" y="476"/>
                  </a:lnTo>
                  <a:lnTo>
                    <a:pt x="118" y="477"/>
                  </a:lnTo>
                  <a:lnTo>
                    <a:pt x="118" y="477"/>
                  </a:lnTo>
                  <a:lnTo>
                    <a:pt x="118" y="477"/>
                  </a:lnTo>
                  <a:lnTo>
                    <a:pt x="119" y="478"/>
                  </a:lnTo>
                  <a:lnTo>
                    <a:pt x="119" y="478"/>
                  </a:lnTo>
                  <a:lnTo>
                    <a:pt x="119" y="479"/>
                  </a:lnTo>
                  <a:lnTo>
                    <a:pt x="119" y="479"/>
                  </a:lnTo>
                  <a:lnTo>
                    <a:pt x="120" y="480"/>
                  </a:lnTo>
                  <a:lnTo>
                    <a:pt x="120" y="480"/>
                  </a:lnTo>
                  <a:lnTo>
                    <a:pt x="120" y="480"/>
                  </a:lnTo>
                  <a:lnTo>
                    <a:pt x="120" y="482"/>
                  </a:lnTo>
                  <a:lnTo>
                    <a:pt x="120" y="482"/>
                  </a:lnTo>
                  <a:lnTo>
                    <a:pt x="121" y="482"/>
                  </a:lnTo>
                  <a:lnTo>
                    <a:pt x="121" y="482"/>
                  </a:lnTo>
                  <a:lnTo>
                    <a:pt x="121" y="483"/>
                  </a:lnTo>
                  <a:lnTo>
                    <a:pt x="122" y="483"/>
                  </a:lnTo>
                  <a:lnTo>
                    <a:pt x="122" y="483"/>
                  </a:lnTo>
                  <a:lnTo>
                    <a:pt x="123" y="483"/>
                  </a:lnTo>
                  <a:lnTo>
                    <a:pt x="124" y="483"/>
                  </a:lnTo>
                  <a:lnTo>
                    <a:pt x="124" y="483"/>
                  </a:lnTo>
                  <a:lnTo>
                    <a:pt x="125" y="483"/>
                  </a:lnTo>
                  <a:lnTo>
                    <a:pt x="126" y="483"/>
                  </a:lnTo>
                  <a:lnTo>
                    <a:pt x="126" y="483"/>
                  </a:lnTo>
                  <a:lnTo>
                    <a:pt x="127" y="483"/>
                  </a:lnTo>
                  <a:lnTo>
                    <a:pt x="128" y="483"/>
                  </a:lnTo>
                  <a:lnTo>
                    <a:pt x="128" y="482"/>
                  </a:lnTo>
                  <a:lnTo>
                    <a:pt x="129" y="482"/>
                  </a:lnTo>
                  <a:lnTo>
                    <a:pt x="129" y="482"/>
                  </a:lnTo>
                  <a:lnTo>
                    <a:pt x="130" y="482"/>
                  </a:lnTo>
                  <a:lnTo>
                    <a:pt x="130" y="482"/>
                  </a:lnTo>
                  <a:lnTo>
                    <a:pt x="131" y="480"/>
                  </a:lnTo>
                  <a:lnTo>
                    <a:pt x="131" y="480"/>
                  </a:lnTo>
                  <a:lnTo>
                    <a:pt x="131" y="480"/>
                  </a:lnTo>
                  <a:lnTo>
                    <a:pt x="131" y="480"/>
                  </a:lnTo>
                  <a:lnTo>
                    <a:pt x="132" y="480"/>
                  </a:lnTo>
                  <a:lnTo>
                    <a:pt x="132" y="479"/>
                  </a:lnTo>
                  <a:lnTo>
                    <a:pt x="132" y="479"/>
                  </a:lnTo>
                  <a:lnTo>
                    <a:pt x="132" y="479"/>
                  </a:lnTo>
                  <a:lnTo>
                    <a:pt x="132" y="479"/>
                  </a:lnTo>
                  <a:lnTo>
                    <a:pt x="134" y="479"/>
                  </a:lnTo>
                  <a:lnTo>
                    <a:pt x="134" y="479"/>
                  </a:lnTo>
                  <a:lnTo>
                    <a:pt x="134" y="478"/>
                  </a:lnTo>
                  <a:lnTo>
                    <a:pt x="134" y="478"/>
                  </a:lnTo>
                  <a:lnTo>
                    <a:pt x="134" y="478"/>
                  </a:lnTo>
                  <a:lnTo>
                    <a:pt x="135" y="478"/>
                  </a:lnTo>
                  <a:lnTo>
                    <a:pt x="135" y="478"/>
                  </a:lnTo>
                  <a:lnTo>
                    <a:pt x="135" y="478"/>
                  </a:lnTo>
                  <a:lnTo>
                    <a:pt x="136" y="478"/>
                  </a:lnTo>
                  <a:lnTo>
                    <a:pt x="136" y="478"/>
                  </a:lnTo>
                  <a:lnTo>
                    <a:pt x="136" y="478"/>
                  </a:lnTo>
                  <a:lnTo>
                    <a:pt x="137" y="478"/>
                  </a:lnTo>
                  <a:lnTo>
                    <a:pt x="137" y="479"/>
                  </a:lnTo>
                  <a:lnTo>
                    <a:pt x="138" y="479"/>
                  </a:lnTo>
                  <a:lnTo>
                    <a:pt x="138" y="479"/>
                  </a:lnTo>
                  <a:lnTo>
                    <a:pt x="139" y="479"/>
                  </a:lnTo>
                  <a:lnTo>
                    <a:pt x="139" y="479"/>
                  </a:lnTo>
                  <a:lnTo>
                    <a:pt x="139" y="480"/>
                  </a:lnTo>
                  <a:lnTo>
                    <a:pt x="140" y="480"/>
                  </a:lnTo>
                  <a:lnTo>
                    <a:pt x="140" y="480"/>
                  </a:lnTo>
                  <a:lnTo>
                    <a:pt x="140" y="482"/>
                  </a:lnTo>
                  <a:lnTo>
                    <a:pt x="141" y="482"/>
                  </a:lnTo>
                  <a:lnTo>
                    <a:pt x="141" y="483"/>
                  </a:lnTo>
                  <a:lnTo>
                    <a:pt x="141" y="483"/>
                  </a:lnTo>
                  <a:lnTo>
                    <a:pt x="141" y="484"/>
                  </a:lnTo>
                  <a:lnTo>
                    <a:pt x="141" y="484"/>
                  </a:lnTo>
                  <a:lnTo>
                    <a:pt x="141" y="485"/>
                  </a:lnTo>
                  <a:lnTo>
                    <a:pt x="141" y="485"/>
                  </a:lnTo>
                  <a:lnTo>
                    <a:pt x="140" y="486"/>
                  </a:lnTo>
                  <a:lnTo>
                    <a:pt x="140" y="486"/>
                  </a:lnTo>
                  <a:lnTo>
                    <a:pt x="140" y="487"/>
                  </a:lnTo>
                  <a:lnTo>
                    <a:pt x="140" y="487"/>
                  </a:lnTo>
                  <a:lnTo>
                    <a:pt x="140" y="488"/>
                  </a:lnTo>
                  <a:lnTo>
                    <a:pt x="139" y="488"/>
                  </a:lnTo>
                  <a:lnTo>
                    <a:pt x="139" y="489"/>
                  </a:lnTo>
                  <a:lnTo>
                    <a:pt x="139" y="489"/>
                  </a:lnTo>
                  <a:lnTo>
                    <a:pt x="139" y="490"/>
                  </a:lnTo>
                  <a:lnTo>
                    <a:pt x="139" y="490"/>
                  </a:lnTo>
                  <a:lnTo>
                    <a:pt x="139" y="491"/>
                  </a:lnTo>
                  <a:lnTo>
                    <a:pt x="139" y="491"/>
                  </a:lnTo>
                  <a:lnTo>
                    <a:pt x="139" y="492"/>
                  </a:lnTo>
                  <a:lnTo>
                    <a:pt x="139" y="493"/>
                  </a:lnTo>
                  <a:lnTo>
                    <a:pt x="139" y="493"/>
                  </a:lnTo>
                  <a:lnTo>
                    <a:pt x="138" y="494"/>
                  </a:lnTo>
                  <a:lnTo>
                    <a:pt x="138" y="494"/>
                  </a:lnTo>
                  <a:lnTo>
                    <a:pt x="138" y="495"/>
                  </a:lnTo>
                  <a:lnTo>
                    <a:pt x="138" y="495"/>
                  </a:lnTo>
                  <a:lnTo>
                    <a:pt x="138" y="496"/>
                  </a:lnTo>
                  <a:lnTo>
                    <a:pt x="138" y="496"/>
                  </a:lnTo>
                  <a:lnTo>
                    <a:pt x="138" y="497"/>
                  </a:lnTo>
                  <a:lnTo>
                    <a:pt x="138" y="498"/>
                  </a:lnTo>
                  <a:lnTo>
                    <a:pt x="138" y="498"/>
                  </a:lnTo>
                  <a:lnTo>
                    <a:pt x="138" y="500"/>
                  </a:lnTo>
                  <a:lnTo>
                    <a:pt x="138" y="500"/>
                  </a:lnTo>
                  <a:lnTo>
                    <a:pt x="138" y="501"/>
                  </a:lnTo>
                  <a:lnTo>
                    <a:pt x="138" y="501"/>
                  </a:lnTo>
                  <a:lnTo>
                    <a:pt x="137" y="502"/>
                  </a:lnTo>
                  <a:lnTo>
                    <a:pt x="137" y="502"/>
                  </a:lnTo>
                  <a:lnTo>
                    <a:pt x="137" y="503"/>
                  </a:lnTo>
                  <a:lnTo>
                    <a:pt x="137" y="503"/>
                  </a:lnTo>
                  <a:lnTo>
                    <a:pt x="137" y="503"/>
                  </a:lnTo>
                  <a:lnTo>
                    <a:pt x="137" y="504"/>
                  </a:lnTo>
                  <a:lnTo>
                    <a:pt x="136" y="504"/>
                  </a:lnTo>
                  <a:lnTo>
                    <a:pt x="136" y="504"/>
                  </a:lnTo>
                  <a:lnTo>
                    <a:pt x="136" y="504"/>
                  </a:lnTo>
                  <a:lnTo>
                    <a:pt x="136" y="504"/>
                  </a:lnTo>
                  <a:lnTo>
                    <a:pt x="136" y="504"/>
                  </a:lnTo>
                  <a:lnTo>
                    <a:pt x="135" y="504"/>
                  </a:lnTo>
                  <a:lnTo>
                    <a:pt x="135" y="504"/>
                  </a:lnTo>
                  <a:lnTo>
                    <a:pt x="135" y="504"/>
                  </a:lnTo>
                  <a:lnTo>
                    <a:pt x="135" y="503"/>
                  </a:lnTo>
                  <a:lnTo>
                    <a:pt x="134" y="503"/>
                  </a:lnTo>
                  <a:lnTo>
                    <a:pt x="134" y="502"/>
                  </a:lnTo>
                  <a:lnTo>
                    <a:pt x="134" y="502"/>
                  </a:lnTo>
                  <a:lnTo>
                    <a:pt x="134" y="501"/>
                  </a:lnTo>
                  <a:lnTo>
                    <a:pt x="132" y="501"/>
                  </a:lnTo>
                  <a:lnTo>
                    <a:pt x="132" y="500"/>
                  </a:lnTo>
                  <a:lnTo>
                    <a:pt x="132" y="500"/>
                  </a:lnTo>
                  <a:lnTo>
                    <a:pt x="132" y="498"/>
                  </a:lnTo>
                  <a:lnTo>
                    <a:pt x="131" y="497"/>
                  </a:lnTo>
                  <a:lnTo>
                    <a:pt x="131" y="497"/>
                  </a:lnTo>
                  <a:lnTo>
                    <a:pt x="131" y="496"/>
                  </a:lnTo>
                  <a:lnTo>
                    <a:pt x="130" y="496"/>
                  </a:lnTo>
                  <a:lnTo>
                    <a:pt x="130" y="495"/>
                  </a:lnTo>
                  <a:lnTo>
                    <a:pt x="129" y="495"/>
                  </a:lnTo>
                  <a:lnTo>
                    <a:pt x="129" y="494"/>
                  </a:lnTo>
                  <a:lnTo>
                    <a:pt x="128" y="494"/>
                  </a:lnTo>
                  <a:lnTo>
                    <a:pt x="128" y="493"/>
                  </a:lnTo>
                  <a:lnTo>
                    <a:pt x="127" y="493"/>
                  </a:lnTo>
                  <a:lnTo>
                    <a:pt x="127" y="493"/>
                  </a:lnTo>
                  <a:lnTo>
                    <a:pt x="127" y="493"/>
                  </a:lnTo>
                  <a:lnTo>
                    <a:pt x="126" y="492"/>
                  </a:lnTo>
                  <a:lnTo>
                    <a:pt x="126" y="492"/>
                  </a:lnTo>
                  <a:lnTo>
                    <a:pt x="125" y="492"/>
                  </a:lnTo>
                  <a:lnTo>
                    <a:pt x="125" y="492"/>
                  </a:lnTo>
                  <a:lnTo>
                    <a:pt x="124" y="492"/>
                  </a:lnTo>
                  <a:lnTo>
                    <a:pt x="124" y="492"/>
                  </a:lnTo>
                  <a:lnTo>
                    <a:pt x="123" y="491"/>
                  </a:lnTo>
                  <a:lnTo>
                    <a:pt x="122" y="491"/>
                  </a:lnTo>
                  <a:lnTo>
                    <a:pt x="121" y="491"/>
                  </a:lnTo>
                  <a:lnTo>
                    <a:pt x="121" y="491"/>
                  </a:lnTo>
                  <a:lnTo>
                    <a:pt x="120" y="491"/>
                  </a:lnTo>
                  <a:lnTo>
                    <a:pt x="119" y="491"/>
                  </a:lnTo>
                  <a:lnTo>
                    <a:pt x="118" y="491"/>
                  </a:lnTo>
                  <a:lnTo>
                    <a:pt x="117" y="491"/>
                  </a:lnTo>
                  <a:lnTo>
                    <a:pt x="117" y="491"/>
                  </a:lnTo>
                  <a:lnTo>
                    <a:pt x="116" y="491"/>
                  </a:lnTo>
                  <a:lnTo>
                    <a:pt x="114" y="491"/>
                  </a:lnTo>
                  <a:lnTo>
                    <a:pt x="113" y="491"/>
                  </a:lnTo>
                  <a:lnTo>
                    <a:pt x="112" y="492"/>
                  </a:lnTo>
                  <a:lnTo>
                    <a:pt x="112" y="492"/>
                  </a:lnTo>
                  <a:lnTo>
                    <a:pt x="111" y="492"/>
                  </a:lnTo>
                  <a:lnTo>
                    <a:pt x="110" y="493"/>
                  </a:lnTo>
                  <a:lnTo>
                    <a:pt x="109" y="493"/>
                  </a:lnTo>
                  <a:lnTo>
                    <a:pt x="108" y="493"/>
                  </a:lnTo>
                  <a:lnTo>
                    <a:pt x="108" y="494"/>
                  </a:lnTo>
                  <a:lnTo>
                    <a:pt x="107" y="494"/>
                  </a:lnTo>
                  <a:lnTo>
                    <a:pt x="106" y="494"/>
                  </a:lnTo>
                  <a:lnTo>
                    <a:pt x="105" y="495"/>
                  </a:lnTo>
                  <a:lnTo>
                    <a:pt x="104" y="495"/>
                  </a:lnTo>
                  <a:lnTo>
                    <a:pt x="103" y="495"/>
                  </a:lnTo>
                  <a:lnTo>
                    <a:pt x="103" y="496"/>
                  </a:lnTo>
                  <a:lnTo>
                    <a:pt x="102" y="496"/>
                  </a:lnTo>
                  <a:lnTo>
                    <a:pt x="101" y="496"/>
                  </a:lnTo>
                  <a:lnTo>
                    <a:pt x="101" y="496"/>
                  </a:lnTo>
                  <a:lnTo>
                    <a:pt x="100" y="497"/>
                  </a:lnTo>
                  <a:lnTo>
                    <a:pt x="99" y="497"/>
                  </a:lnTo>
                  <a:lnTo>
                    <a:pt x="99" y="497"/>
                  </a:lnTo>
                  <a:lnTo>
                    <a:pt x="98" y="497"/>
                  </a:lnTo>
                  <a:lnTo>
                    <a:pt x="98" y="497"/>
                  </a:lnTo>
                  <a:lnTo>
                    <a:pt x="96" y="497"/>
                  </a:lnTo>
                  <a:lnTo>
                    <a:pt x="96" y="498"/>
                  </a:lnTo>
                  <a:lnTo>
                    <a:pt x="96" y="498"/>
                  </a:lnTo>
                  <a:lnTo>
                    <a:pt x="95" y="498"/>
                  </a:lnTo>
                  <a:lnTo>
                    <a:pt x="95" y="498"/>
                  </a:lnTo>
                  <a:lnTo>
                    <a:pt x="95" y="498"/>
                  </a:lnTo>
                  <a:lnTo>
                    <a:pt x="94" y="498"/>
                  </a:lnTo>
                  <a:lnTo>
                    <a:pt x="94" y="498"/>
                  </a:lnTo>
                  <a:lnTo>
                    <a:pt x="94" y="498"/>
                  </a:lnTo>
                  <a:lnTo>
                    <a:pt x="94" y="497"/>
                  </a:lnTo>
                  <a:lnTo>
                    <a:pt x="94" y="497"/>
                  </a:lnTo>
                  <a:lnTo>
                    <a:pt x="94" y="497"/>
                  </a:lnTo>
                  <a:lnTo>
                    <a:pt x="93" y="497"/>
                  </a:lnTo>
                  <a:lnTo>
                    <a:pt x="93" y="497"/>
                  </a:lnTo>
                  <a:lnTo>
                    <a:pt x="93" y="497"/>
                  </a:lnTo>
                  <a:lnTo>
                    <a:pt x="93" y="497"/>
                  </a:lnTo>
                  <a:lnTo>
                    <a:pt x="93" y="496"/>
                  </a:lnTo>
                  <a:lnTo>
                    <a:pt x="93" y="496"/>
                  </a:lnTo>
                  <a:lnTo>
                    <a:pt x="93" y="496"/>
                  </a:lnTo>
                  <a:lnTo>
                    <a:pt x="93" y="495"/>
                  </a:lnTo>
                  <a:lnTo>
                    <a:pt x="93" y="495"/>
                  </a:lnTo>
                  <a:lnTo>
                    <a:pt x="93" y="495"/>
                  </a:lnTo>
                  <a:lnTo>
                    <a:pt x="94" y="494"/>
                  </a:lnTo>
                  <a:lnTo>
                    <a:pt x="94" y="494"/>
                  </a:lnTo>
                  <a:lnTo>
                    <a:pt x="94" y="493"/>
                  </a:lnTo>
                  <a:lnTo>
                    <a:pt x="94" y="493"/>
                  </a:lnTo>
                  <a:lnTo>
                    <a:pt x="95" y="492"/>
                  </a:lnTo>
                  <a:lnTo>
                    <a:pt x="95" y="492"/>
                  </a:lnTo>
                  <a:lnTo>
                    <a:pt x="96" y="491"/>
                  </a:lnTo>
                  <a:lnTo>
                    <a:pt x="96" y="491"/>
                  </a:lnTo>
                  <a:lnTo>
                    <a:pt x="96" y="490"/>
                  </a:lnTo>
                  <a:lnTo>
                    <a:pt x="98" y="490"/>
                  </a:lnTo>
                  <a:lnTo>
                    <a:pt x="98" y="489"/>
                  </a:lnTo>
                  <a:lnTo>
                    <a:pt x="98" y="489"/>
                  </a:lnTo>
                  <a:lnTo>
                    <a:pt x="98" y="489"/>
                  </a:lnTo>
                  <a:lnTo>
                    <a:pt x="98" y="488"/>
                  </a:lnTo>
                  <a:lnTo>
                    <a:pt x="99" y="488"/>
                  </a:lnTo>
                  <a:lnTo>
                    <a:pt x="99" y="488"/>
                  </a:lnTo>
                  <a:lnTo>
                    <a:pt x="99" y="488"/>
                  </a:lnTo>
                  <a:lnTo>
                    <a:pt x="99" y="488"/>
                  </a:lnTo>
                  <a:lnTo>
                    <a:pt x="100" y="488"/>
                  </a:lnTo>
                  <a:lnTo>
                    <a:pt x="100" y="487"/>
                  </a:lnTo>
                  <a:lnTo>
                    <a:pt x="101" y="487"/>
                  </a:lnTo>
                  <a:lnTo>
                    <a:pt x="101" y="487"/>
                  </a:lnTo>
                  <a:lnTo>
                    <a:pt x="101" y="487"/>
                  </a:lnTo>
                  <a:lnTo>
                    <a:pt x="102" y="487"/>
                  </a:lnTo>
                  <a:lnTo>
                    <a:pt x="102" y="487"/>
                  </a:lnTo>
                  <a:lnTo>
                    <a:pt x="103" y="487"/>
                  </a:lnTo>
                  <a:lnTo>
                    <a:pt x="103" y="487"/>
                  </a:lnTo>
                  <a:lnTo>
                    <a:pt x="103" y="487"/>
                  </a:lnTo>
                  <a:lnTo>
                    <a:pt x="103" y="487"/>
                  </a:lnTo>
                  <a:lnTo>
                    <a:pt x="104" y="487"/>
                  </a:lnTo>
                  <a:lnTo>
                    <a:pt x="104" y="486"/>
                  </a:lnTo>
                  <a:lnTo>
                    <a:pt x="104" y="486"/>
                  </a:lnTo>
                  <a:lnTo>
                    <a:pt x="104" y="486"/>
                  </a:lnTo>
                  <a:lnTo>
                    <a:pt x="104" y="486"/>
                  </a:lnTo>
                  <a:lnTo>
                    <a:pt x="104" y="485"/>
                  </a:lnTo>
                  <a:lnTo>
                    <a:pt x="104" y="485"/>
                  </a:lnTo>
                  <a:lnTo>
                    <a:pt x="104" y="484"/>
                  </a:lnTo>
                  <a:lnTo>
                    <a:pt x="104" y="484"/>
                  </a:lnTo>
                  <a:lnTo>
                    <a:pt x="104" y="483"/>
                  </a:lnTo>
                  <a:lnTo>
                    <a:pt x="104" y="483"/>
                  </a:lnTo>
                  <a:lnTo>
                    <a:pt x="104" y="482"/>
                  </a:lnTo>
                  <a:lnTo>
                    <a:pt x="104" y="480"/>
                  </a:lnTo>
                  <a:lnTo>
                    <a:pt x="104" y="480"/>
                  </a:lnTo>
                  <a:lnTo>
                    <a:pt x="103" y="479"/>
                  </a:lnTo>
                  <a:lnTo>
                    <a:pt x="103" y="479"/>
                  </a:lnTo>
                  <a:lnTo>
                    <a:pt x="103" y="478"/>
                  </a:lnTo>
                  <a:lnTo>
                    <a:pt x="103" y="477"/>
                  </a:lnTo>
                  <a:lnTo>
                    <a:pt x="103" y="477"/>
                  </a:lnTo>
                  <a:lnTo>
                    <a:pt x="102" y="476"/>
                  </a:lnTo>
                  <a:lnTo>
                    <a:pt x="102" y="476"/>
                  </a:lnTo>
                  <a:lnTo>
                    <a:pt x="102" y="475"/>
                  </a:lnTo>
                  <a:lnTo>
                    <a:pt x="101" y="475"/>
                  </a:lnTo>
                  <a:lnTo>
                    <a:pt x="101" y="474"/>
                  </a:lnTo>
                  <a:lnTo>
                    <a:pt x="100" y="474"/>
                  </a:lnTo>
                  <a:lnTo>
                    <a:pt x="100" y="474"/>
                  </a:lnTo>
                  <a:lnTo>
                    <a:pt x="100" y="473"/>
                  </a:lnTo>
                  <a:lnTo>
                    <a:pt x="100" y="473"/>
                  </a:lnTo>
                  <a:lnTo>
                    <a:pt x="99" y="473"/>
                  </a:lnTo>
                  <a:lnTo>
                    <a:pt x="99" y="473"/>
                  </a:lnTo>
                  <a:lnTo>
                    <a:pt x="99" y="473"/>
                  </a:lnTo>
                  <a:lnTo>
                    <a:pt x="99" y="473"/>
                  </a:lnTo>
                  <a:lnTo>
                    <a:pt x="99" y="473"/>
                  </a:lnTo>
                  <a:lnTo>
                    <a:pt x="98" y="473"/>
                  </a:lnTo>
                  <a:lnTo>
                    <a:pt x="98" y="473"/>
                  </a:lnTo>
                  <a:lnTo>
                    <a:pt x="98" y="473"/>
                  </a:lnTo>
                  <a:lnTo>
                    <a:pt x="98" y="473"/>
                  </a:lnTo>
                  <a:lnTo>
                    <a:pt x="96" y="473"/>
                  </a:lnTo>
                  <a:lnTo>
                    <a:pt x="96" y="473"/>
                  </a:lnTo>
                  <a:lnTo>
                    <a:pt x="95" y="473"/>
                  </a:lnTo>
                  <a:lnTo>
                    <a:pt x="95" y="473"/>
                  </a:lnTo>
                  <a:lnTo>
                    <a:pt x="94" y="473"/>
                  </a:lnTo>
                  <a:lnTo>
                    <a:pt x="94" y="473"/>
                  </a:lnTo>
                  <a:lnTo>
                    <a:pt x="93" y="473"/>
                  </a:lnTo>
                  <a:lnTo>
                    <a:pt x="93" y="473"/>
                  </a:lnTo>
                  <a:lnTo>
                    <a:pt x="93" y="473"/>
                  </a:lnTo>
                  <a:lnTo>
                    <a:pt x="92" y="473"/>
                  </a:lnTo>
                  <a:lnTo>
                    <a:pt x="92" y="473"/>
                  </a:lnTo>
                  <a:lnTo>
                    <a:pt x="92" y="473"/>
                  </a:lnTo>
                  <a:lnTo>
                    <a:pt x="92" y="473"/>
                  </a:lnTo>
                  <a:lnTo>
                    <a:pt x="91" y="473"/>
                  </a:lnTo>
                  <a:lnTo>
                    <a:pt x="91" y="474"/>
                  </a:lnTo>
                  <a:lnTo>
                    <a:pt x="91" y="474"/>
                  </a:lnTo>
                  <a:lnTo>
                    <a:pt x="91" y="474"/>
                  </a:lnTo>
                  <a:lnTo>
                    <a:pt x="91" y="474"/>
                  </a:lnTo>
                  <a:lnTo>
                    <a:pt x="91" y="475"/>
                  </a:lnTo>
                  <a:lnTo>
                    <a:pt x="91" y="475"/>
                  </a:lnTo>
                  <a:lnTo>
                    <a:pt x="91" y="475"/>
                  </a:lnTo>
                  <a:lnTo>
                    <a:pt x="91" y="476"/>
                  </a:lnTo>
                  <a:lnTo>
                    <a:pt x="91" y="476"/>
                  </a:lnTo>
                  <a:lnTo>
                    <a:pt x="91" y="476"/>
                  </a:lnTo>
                  <a:lnTo>
                    <a:pt x="91" y="477"/>
                  </a:lnTo>
                  <a:lnTo>
                    <a:pt x="91" y="477"/>
                  </a:lnTo>
                  <a:lnTo>
                    <a:pt x="91" y="477"/>
                  </a:lnTo>
                  <a:lnTo>
                    <a:pt x="91" y="478"/>
                  </a:lnTo>
                  <a:lnTo>
                    <a:pt x="91" y="478"/>
                  </a:lnTo>
                  <a:lnTo>
                    <a:pt x="91" y="479"/>
                  </a:lnTo>
                  <a:lnTo>
                    <a:pt x="91" y="479"/>
                  </a:lnTo>
                  <a:lnTo>
                    <a:pt x="91" y="480"/>
                  </a:lnTo>
                  <a:lnTo>
                    <a:pt x="91" y="480"/>
                  </a:lnTo>
                  <a:lnTo>
                    <a:pt x="91" y="482"/>
                  </a:lnTo>
                  <a:lnTo>
                    <a:pt x="91" y="482"/>
                  </a:lnTo>
                  <a:lnTo>
                    <a:pt x="91" y="483"/>
                  </a:lnTo>
                  <a:lnTo>
                    <a:pt x="91" y="483"/>
                  </a:lnTo>
                  <a:lnTo>
                    <a:pt x="91" y="484"/>
                  </a:lnTo>
                  <a:lnTo>
                    <a:pt x="91" y="484"/>
                  </a:lnTo>
                  <a:lnTo>
                    <a:pt x="91" y="484"/>
                  </a:lnTo>
                  <a:lnTo>
                    <a:pt x="91" y="485"/>
                  </a:lnTo>
                  <a:lnTo>
                    <a:pt x="91" y="485"/>
                  </a:lnTo>
                  <a:lnTo>
                    <a:pt x="91" y="485"/>
                  </a:lnTo>
                  <a:lnTo>
                    <a:pt x="90" y="485"/>
                  </a:lnTo>
                  <a:lnTo>
                    <a:pt x="90" y="485"/>
                  </a:lnTo>
                  <a:lnTo>
                    <a:pt x="90" y="485"/>
                  </a:lnTo>
                  <a:lnTo>
                    <a:pt x="90" y="486"/>
                  </a:lnTo>
                  <a:lnTo>
                    <a:pt x="90" y="486"/>
                  </a:lnTo>
                  <a:lnTo>
                    <a:pt x="90" y="486"/>
                  </a:lnTo>
                  <a:lnTo>
                    <a:pt x="89" y="486"/>
                  </a:lnTo>
                  <a:lnTo>
                    <a:pt x="89" y="486"/>
                  </a:lnTo>
                  <a:lnTo>
                    <a:pt x="89" y="486"/>
                  </a:lnTo>
                  <a:lnTo>
                    <a:pt x="89" y="486"/>
                  </a:lnTo>
                  <a:lnTo>
                    <a:pt x="89" y="485"/>
                  </a:lnTo>
                  <a:lnTo>
                    <a:pt x="88" y="485"/>
                  </a:lnTo>
                  <a:lnTo>
                    <a:pt x="88" y="485"/>
                  </a:lnTo>
                  <a:lnTo>
                    <a:pt x="88" y="485"/>
                  </a:lnTo>
                  <a:lnTo>
                    <a:pt x="88" y="484"/>
                  </a:lnTo>
                  <a:lnTo>
                    <a:pt x="88" y="484"/>
                  </a:lnTo>
                  <a:lnTo>
                    <a:pt x="88" y="484"/>
                  </a:lnTo>
                  <a:lnTo>
                    <a:pt x="88" y="483"/>
                  </a:lnTo>
                  <a:lnTo>
                    <a:pt x="88" y="483"/>
                  </a:lnTo>
                  <a:lnTo>
                    <a:pt x="88" y="483"/>
                  </a:lnTo>
                  <a:lnTo>
                    <a:pt x="88" y="482"/>
                  </a:lnTo>
                  <a:lnTo>
                    <a:pt x="88" y="482"/>
                  </a:lnTo>
                  <a:lnTo>
                    <a:pt x="88" y="482"/>
                  </a:lnTo>
                  <a:lnTo>
                    <a:pt x="88" y="480"/>
                  </a:lnTo>
                  <a:lnTo>
                    <a:pt x="88" y="480"/>
                  </a:lnTo>
                  <a:lnTo>
                    <a:pt x="88" y="480"/>
                  </a:lnTo>
                  <a:lnTo>
                    <a:pt x="88" y="479"/>
                  </a:lnTo>
                  <a:lnTo>
                    <a:pt x="88" y="479"/>
                  </a:lnTo>
                  <a:lnTo>
                    <a:pt x="89" y="479"/>
                  </a:lnTo>
                  <a:lnTo>
                    <a:pt x="89" y="478"/>
                  </a:lnTo>
                  <a:lnTo>
                    <a:pt x="89" y="478"/>
                  </a:lnTo>
                  <a:lnTo>
                    <a:pt x="89" y="477"/>
                  </a:lnTo>
                  <a:lnTo>
                    <a:pt x="89" y="477"/>
                  </a:lnTo>
                  <a:lnTo>
                    <a:pt x="89" y="477"/>
                  </a:lnTo>
                  <a:lnTo>
                    <a:pt x="89" y="476"/>
                  </a:lnTo>
                  <a:lnTo>
                    <a:pt x="89" y="476"/>
                  </a:lnTo>
                  <a:lnTo>
                    <a:pt x="88" y="475"/>
                  </a:lnTo>
                  <a:lnTo>
                    <a:pt x="88" y="475"/>
                  </a:lnTo>
                  <a:lnTo>
                    <a:pt x="88" y="475"/>
                  </a:lnTo>
                  <a:lnTo>
                    <a:pt x="88" y="474"/>
                  </a:lnTo>
                  <a:lnTo>
                    <a:pt x="88" y="474"/>
                  </a:lnTo>
                  <a:lnTo>
                    <a:pt x="87" y="474"/>
                  </a:lnTo>
                  <a:lnTo>
                    <a:pt x="87" y="473"/>
                  </a:lnTo>
                  <a:lnTo>
                    <a:pt x="86" y="473"/>
                  </a:lnTo>
                  <a:lnTo>
                    <a:pt x="86" y="472"/>
                  </a:lnTo>
                  <a:lnTo>
                    <a:pt x="85" y="472"/>
                  </a:lnTo>
                  <a:lnTo>
                    <a:pt x="84" y="471"/>
                  </a:lnTo>
                  <a:lnTo>
                    <a:pt x="84" y="471"/>
                  </a:lnTo>
                  <a:lnTo>
                    <a:pt x="83" y="471"/>
                  </a:lnTo>
                  <a:lnTo>
                    <a:pt x="82" y="470"/>
                  </a:lnTo>
                  <a:lnTo>
                    <a:pt x="82" y="470"/>
                  </a:lnTo>
                  <a:lnTo>
                    <a:pt x="81" y="469"/>
                  </a:lnTo>
                  <a:lnTo>
                    <a:pt x="80" y="469"/>
                  </a:lnTo>
                  <a:lnTo>
                    <a:pt x="80" y="469"/>
                  </a:lnTo>
                  <a:lnTo>
                    <a:pt x="78" y="468"/>
                  </a:lnTo>
                  <a:lnTo>
                    <a:pt x="77" y="468"/>
                  </a:lnTo>
                  <a:lnTo>
                    <a:pt x="77" y="468"/>
                  </a:lnTo>
                  <a:lnTo>
                    <a:pt x="77" y="468"/>
                  </a:lnTo>
                  <a:lnTo>
                    <a:pt x="76" y="468"/>
                  </a:lnTo>
                  <a:lnTo>
                    <a:pt x="76" y="467"/>
                  </a:lnTo>
                  <a:lnTo>
                    <a:pt x="76" y="467"/>
                  </a:lnTo>
                  <a:lnTo>
                    <a:pt x="75" y="467"/>
                  </a:lnTo>
                  <a:lnTo>
                    <a:pt x="75" y="467"/>
                  </a:lnTo>
                  <a:lnTo>
                    <a:pt x="75" y="467"/>
                  </a:lnTo>
                  <a:lnTo>
                    <a:pt x="75" y="467"/>
                  </a:lnTo>
                  <a:lnTo>
                    <a:pt x="75" y="467"/>
                  </a:lnTo>
                  <a:lnTo>
                    <a:pt x="74" y="467"/>
                  </a:lnTo>
                  <a:lnTo>
                    <a:pt x="74" y="467"/>
                  </a:lnTo>
                  <a:lnTo>
                    <a:pt x="74" y="467"/>
                  </a:lnTo>
                  <a:lnTo>
                    <a:pt x="74" y="467"/>
                  </a:lnTo>
                  <a:lnTo>
                    <a:pt x="74" y="467"/>
                  </a:lnTo>
                  <a:lnTo>
                    <a:pt x="74" y="467"/>
                  </a:lnTo>
                  <a:lnTo>
                    <a:pt x="73" y="467"/>
                  </a:lnTo>
                  <a:lnTo>
                    <a:pt x="73" y="467"/>
                  </a:lnTo>
                  <a:lnTo>
                    <a:pt x="73" y="467"/>
                  </a:lnTo>
                  <a:lnTo>
                    <a:pt x="73" y="467"/>
                  </a:lnTo>
                  <a:lnTo>
                    <a:pt x="73" y="467"/>
                  </a:lnTo>
                  <a:lnTo>
                    <a:pt x="73" y="467"/>
                  </a:lnTo>
                  <a:lnTo>
                    <a:pt x="73" y="468"/>
                  </a:lnTo>
                  <a:lnTo>
                    <a:pt x="73" y="468"/>
                  </a:lnTo>
                  <a:lnTo>
                    <a:pt x="73" y="468"/>
                  </a:lnTo>
                  <a:lnTo>
                    <a:pt x="73" y="468"/>
                  </a:lnTo>
                  <a:lnTo>
                    <a:pt x="73" y="469"/>
                  </a:lnTo>
                  <a:lnTo>
                    <a:pt x="73" y="469"/>
                  </a:lnTo>
                  <a:lnTo>
                    <a:pt x="74" y="469"/>
                  </a:lnTo>
                  <a:lnTo>
                    <a:pt x="74" y="469"/>
                  </a:lnTo>
                  <a:lnTo>
                    <a:pt x="74" y="469"/>
                  </a:lnTo>
                  <a:lnTo>
                    <a:pt x="75" y="470"/>
                  </a:lnTo>
                  <a:lnTo>
                    <a:pt x="76" y="470"/>
                  </a:lnTo>
                  <a:lnTo>
                    <a:pt x="76" y="470"/>
                  </a:lnTo>
                  <a:lnTo>
                    <a:pt x="77" y="470"/>
                  </a:lnTo>
                  <a:lnTo>
                    <a:pt x="77" y="471"/>
                  </a:lnTo>
                  <a:lnTo>
                    <a:pt x="78" y="471"/>
                  </a:lnTo>
                  <a:lnTo>
                    <a:pt x="78" y="471"/>
                  </a:lnTo>
                  <a:lnTo>
                    <a:pt x="80" y="472"/>
                  </a:lnTo>
                  <a:lnTo>
                    <a:pt x="80" y="472"/>
                  </a:lnTo>
                  <a:lnTo>
                    <a:pt x="81" y="472"/>
                  </a:lnTo>
                  <a:lnTo>
                    <a:pt x="82" y="472"/>
                  </a:lnTo>
                  <a:lnTo>
                    <a:pt x="82" y="473"/>
                  </a:lnTo>
                  <a:lnTo>
                    <a:pt x="82" y="473"/>
                  </a:lnTo>
                  <a:lnTo>
                    <a:pt x="83" y="473"/>
                  </a:lnTo>
                  <a:lnTo>
                    <a:pt x="83" y="474"/>
                  </a:lnTo>
                  <a:lnTo>
                    <a:pt x="84" y="474"/>
                  </a:lnTo>
                  <a:lnTo>
                    <a:pt x="84" y="474"/>
                  </a:lnTo>
                  <a:lnTo>
                    <a:pt x="84" y="474"/>
                  </a:lnTo>
                  <a:lnTo>
                    <a:pt x="84" y="474"/>
                  </a:lnTo>
                  <a:lnTo>
                    <a:pt x="85" y="475"/>
                  </a:lnTo>
                  <a:lnTo>
                    <a:pt x="85" y="475"/>
                  </a:lnTo>
                  <a:lnTo>
                    <a:pt x="85" y="475"/>
                  </a:lnTo>
                  <a:lnTo>
                    <a:pt x="85" y="475"/>
                  </a:lnTo>
                  <a:lnTo>
                    <a:pt x="85" y="476"/>
                  </a:lnTo>
                  <a:lnTo>
                    <a:pt x="86" y="476"/>
                  </a:lnTo>
                  <a:lnTo>
                    <a:pt x="86" y="476"/>
                  </a:lnTo>
                  <a:lnTo>
                    <a:pt x="86" y="477"/>
                  </a:lnTo>
                  <a:lnTo>
                    <a:pt x="86" y="477"/>
                  </a:lnTo>
                  <a:lnTo>
                    <a:pt x="86" y="477"/>
                  </a:lnTo>
                  <a:lnTo>
                    <a:pt x="86" y="478"/>
                  </a:lnTo>
                  <a:lnTo>
                    <a:pt x="86" y="478"/>
                  </a:lnTo>
                  <a:lnTo>
                    <a:pt x="86" y="479"/>
                  </a:lnTo>
                  <a:lnTo>
                    <a:pt x="86" y="480"/>
                  </a:lnTo>
                  <a:lnTo>
                    <a:pt x="85" y="480"/>
                  </a:lnTo>
                  <a:lnTo>
                    <a:pt x="85" y="482"/>
                  </a:lnTo>
                  <a:lnTo>
                    <a:pt x="85" y="483"/>
                  </a:lnTo>
                  <a:lnTo>
                    <a:pt x="85" y="483"/>
                  </a:lnTo>
                  <a:lnTo>
                    <a:pt x="85" y="484"/>
                  </a:lnTo>
                  <a:lnTo>
                    <a:pt x="85" y="484"/>
                  </a:lnTo>
                  <a:lnTo>
                    <a:pt x="85" y="485"/>
                  </a:lnTo>
                  <a:lnTo>
                    <a:pt x="85" y="485"/>
                  </a:lnTo>
                  <a:lnTo>
                    <a:pt x="85" y="486"/>
                  </a:lnTo>
                  <a:lnTo>
                    <a:pt x="85" y="487"/>
                  </a:lnTo>
                  <a:lnTo>
                    <a:pt x="85" y="487"/>
                  </a:lnTo>
                  <a:lnTo>
                    <a:pt x="85" y="488"/>
                  </a:lnTo>
                  <a:lnTo>
                    <a:pt x="85" y="488"/>
                  </a:lnTo>
                  <a:lnTo>
                    <a:pt x="85" y="489"/>
                  </a:lnTo>
                  <a:lnTo>
                    <a:pt x="85" y="489"/>
                  </a:lnTo>
                  <a:lnTo>
                    <a:pt x="85" y="489"/>
                  </a:lnTo>
                  <a:lnTo>
                    <a:pt x="84" y="490"/>
                  </a:lnTo>
                  <a:lnTo>
                    <a:pt x="84" y="490"/>
                  </a:lnTo>
                  <a:lnTo>
                    <a:pt x="84" y="491"/>
                  </a:lnTo>
                  <a:lnTo>
                    <a:pt x="84" y="491"/>
                  </a:lnTo>
                  <a:lnTo>
                    <a:pt x="83" y="491"/>
                  </a:lnTo>
                  <a:lnTo>
                    <a:pt x="83" y="492"/>
                  </a:lnTo>
                  <a:lnTo>
                    <a:pt x="83" y="492"/>
                  </a:lnTo>
                  <a:lnTo>
                    <a:pt x="83" y="492"/>
                  </a:lnTo>
                  <a:lnTo>
                    <a:pt x="82" y="492"/>
                  </a:lnTo>
                  <a:lnTo>
                    <a:pt x="82" y="492"/>
                  </a:lnTo>
                  <a:lnTo>
                    <a:pt x="82" y="492"/>
                  </a:lnTo>
                  <a:lnTo>
                    <a:pt x="81" y="493"/>
                  </a:lnTo>
                  <a:lnTo>
                    <a:pt x="81" y="493"/>
                  </a:lnTo>
                  <a:lnTo>
                    <a:pt x="81" y="493"/>
                  </a:lnTo>
                  <a:lnTo>
                    <a:pt x="81" y="492"/>
                  </a:lnTo>
                  <a:lnTo>
                    <a:pt x="80" y="492"/>
                  </a:lnTo>
                  <a:lnTo>
                    <a:pt x="80" y="492"/>
                  </a:lnTo>
                  <a:lnTo>
                    <a:pt x="80" y="492"/>
                  </a:lnTo>
                  <a:lnTo>
                    <a:pt x="80" y="492"/>
                  </a:lnTo>
                  <a:lnTo>
                    <a:pt x="78" y="491"/>
                  </a:lnTo>
                  <a:lnTo>
                    <a:pt x="78" y="491"/>
                  </a:lnTo>
                  <a:lnTo>
                    <a:pt x="78" y="491"/>
                  </a:lnTo>
                  <a:lnTo>
                    <a:pt x="77" y="490"/>
                  </a:lnTo>
                  <a:lnTo>
                    <a:pt x="77" y="490"/>
                  </a:lnTo>
                  <a:lnTo>
                    <a:pt x="76" y="490"/>
                  </a:lnTo>
                  <a:lnTo>
                    <a:pt x="76" y="489"/>
                  </a:lnTo>
                  <a:lnTo>
                    <a:pt x="75" y="489"/>
                  </a:lnTo>
                  <a:lnTo>
                    <a:pt x="75" y="488"/>
                  </a:lnTo>
                  <a:lnTo>
                    <a:pt x="75" y="488"/>
                  </a:lnTo>
                  <a:lnTo>
                    <a:pt x="74" y="488"/>
                  </a:lnTo>
                  <a:lnTo>
                    <a:pt x="74" y="488"/>
                  </a:lnTo>
                  <a:lnTo>
                    <a:pt x="73" y="487"/>
                  </a:lnTo>
                  <a:lnTo>
                    <a:pt x="73" y="487"/>
                  </a:lnTo>
                  <a:lnTo>
                    <a:pt x="73" y="487"/>
                  </a:lnTo>
                  <a:lnTo>
                    <a:pt x="72" y="487"/>
                  </a:lnTo>
                  <a:lnTo>
                    <a:pt x="72" y="487"/>
                  </a:lnTo>
                  <a:lnTo>
                    <a:pt x="72" y="487"/>
                  </a:lnTo>
                  <a:lnTo>
                    <a:pt x="72" y="486"/>
                  </a:lnTo>
                  <a:lnTo>
                    <a:pt x="71" y="486"/>
                  </a:lnTo>
                  <a:lnTo>
                    <a:pt x="71" y="486"/>
                  </a:lnTo>
                  <a:lnTo>
                    <a:pt x="71" y="486"/>
                  </a:lnTo>
                  <a:lnTo>
                    <a:pt x="71" y="486"/>
                  </a:lnTo>
                  <a:lnTo>
                    <a:pt x="71" y="487"/>
                  </a:lnTo>
                  <a:lnTo>
                    <a:pt x="71" y="487"/>
                  </a:lnTo>
                  <a:lnTo>
                    <a:pt x="70" y="487"/>
                  </a:lnTo>
                  <a:lnTo>
                    <a:pt x="70" y="487"/>
                  </a:lnTo>
                  <a:lnTo>
                    <a:pt x="70" y="487"/>
                  </a:lnTo>
                  <a:lnTo>
                    <a:pt x="70" y="487"/>
                  </a:lnTo>
                  <a:lnTo>
                    <a:pt x="70" y="488"/>
                  </a:lnTo>
                  <a:lnTo>
                    <a:pt x="70" y="488"/>
                  </a:lnTo>
                  <a:lnTo>
                    <a:pt x="70" y="488"/>
                  </a:lnTo>
                  <a:lnTo>
                    <a:pt x="70" y="488"/>
                  </a:lnTo>
                  <a:lnTo>
                    <a:pt x="71" y="489"/>
                  </a:lnTo>
                  <a:lnTo>
                    <a:pt x="71" y="489"/>
                  </a:lnTo>
                  <a:lnTo>
                    <a:pt x="71" y="489"/>
                  </a:lnTo>
                  <a:lnTo>
                    <a:pt x="71" y="489"/>
                  </a:lnTo>
                  <a:lnTo>
                    <a:pt x="71" y="490"/>
                  </a:lnTo>
                  <a:lnTo>
                    <a:pt x="71" y="490"/>
                  </a:lnTo>
                  <a:lnTo>
                    <a:pt x="72" y="490"/>
                  </a:lnTo>
                  <a:lnTo>
                    <a:pt x="72" y="490"/>
                  </a:lnTo>
                  <a:lnTo>
                    <a:pt x="72" y="490"/>
                  </a:lnTo>
                  <a:lnTo>
                    <a:pt x="73" y="491"/>
                  </a:lnTo>
                  <a:lnTo>
                    <a:pt x="73" y="491"/>
                  </a:lnTo>
                  <a:lnTo>
                    <a:pt x="74" y="491"/>
                  </a:lnTo>
                  <a:lnTo>
                    <a:pt x="74" y="491"/>
                  </a:lnTo>
                  <a:lnTo>
                    <a:pt x="74" y="491"/>
                  </a:lnTo>
                  <a:lnTo>
                    <a:pt x="75" y="491"/>
                  </a:lnTo>
                  <a:lnTo>
                    <a:pt x="75" y="492"/>
                  </a:lnTo>
                  <a:lnTo>
                    <a:pt x="76" y="492"/>
                  </a:lnTo>
                  <a:lnTo>
                    <a:pt x="76" y="492"/>
                  </a:lnTo>
                  <a:lnTo>
                    <a:pt x="76" y="493"/>
                  </a:lnTo>
                  <a:lnTo>
                    <a:pt x="77" y="493"/>
                  </a:lnTo>
                  <a:lnTo>
                    <a:pt x="77" y="493"/>
                  </a:lnTo>
                  <a:lnTo>
                    <a:pt x="78" y="494"/>
                  </a:lnTo>
                  <a:lnTo>
                    <a:pt x="78" y="494"/>
                  </a:lnTo>
                  <a:lnTo>
                    <a:pt x="78" y="495"/>
                  </a:lnTo>
                  <a:lnTo>
                    <a:pt x="78" y="495"/>
                  </a:lnTo>
                  <a:lnTo>
                    <a:pt x="80" y="496"/>
                  </a:lnTo>
                  <a:lnTo>
                    <a:pt x="80" y="496"/>
                  </a:lnTo>
                  <a:lnTo>
                    <a:pt x="80" y="496"/>
                  </a:lnTo>
                  <a:lnTo>
                    <a:pt x="80" y="497"/>
                  </a:lnTo>
                  <a:lnTo>
                    <a:pt x="80" y="497"/>
                  </a:lnTo>
                  <a:lnTo>
                    <a:pt x="80" y="498"/>
                  </a:lnTo>
                  <a:lnTo>
                    <a:pt x="80" y="498"/>
                  </a:lnTo>
                  <a:lnTo>
                    <a:pt x="80" y="500"/>
                  </a:lnTo>
                  <a:lnTo>
                    <a:pt x="80" y="500"/>
                  </a:lnTo>
                  <a:lnTo>
                    <a:pt x="80" y="500"/>
                  </a:lnTo>
                  <a:lnTo>
                    <a:pt x="80" y="501"/>
                  </a:lnTo>
                  <a:lnTo>
                    <a:pt x="80" y="501"/>
                  </a:lnTo>
                  <a:lnTo>
                    <a:pt x="80" y="502"/>
                  </a:lnTo>
                  <a:lnTo>
                    <a:pt x="80" y="502"/>
                  </a:lnTo>
                  <a:lnTo>
                    <a:pt x="80" y="503"/>
                  </a:lnTo>
                  <a:lnTo>
                    <a:pt x="80" y="503"/>
                  </a:lnTo>
                  <a:lnTo>
                    <a:pt x="80" y="503"/>
                  </a:lnTo>
                  <a:lnTo>
                    <a:pt x="80" y="504"/>
                  </a:lnTo>
                  <a:lnTo>
                    <a:pt x="80" y="504"/>
                  </a:lnTo>
                  <a:lnTo>
                    <a:pt x="80" y="505"/>
                  </a:lnTo>
                  <a:lnTo>
                    <a:pt x="80" y="505"/>
                  </a:lnTo>
                  <a:lnTo>
                    <a:pt x="80" y="506"/>
                  </a:lnTo>
                  <a:lnTo>
                    <a:pt x="80" y="506"/>
                  </a:lnTo>
                  <a:lnTo>
                    <a:pt x="80" y="506"/>
                  </a:lnTo>
                  <a:lnTo>
                    <a:pt x="80" y="507"/>
                  </a:lnTo>
                  <a:lnTo>
                    <a:pt x="81" y="507"/>
                  </a:lnTo>
                  <a:lnTo>
                    <a:pt x="81" y="508"/>
                  </a:lnTo>
                  <a:lnTo>
                    <a:pt x="81" y="508"/>
                  </a:lnTo>
                  <a:lnTo>
                    <a:pt x="81" y="508"/>
                  </a:lnTo>
                  <a:lnTo>
                    <a:pt x="81" y="509"/>
                  </a:lnTo>
                  <a:lnTo>
                    <a:pt x="81" y="509"/>
                  </a:lnTo>
                  <a:lnTo>
                    <a:pt x="81" y="510"/>
                  </a:lnTo>
                  <a:lnTo>
                    <a:pt x="81" y="510"/>
                  </a:lnTo>
                  <a:lnTo>
                    <a:pt x="81" y="510"/>
                  </a:lnTo>
                  <a:lnTo>
                    <a:pt x="82" y="511"/>
                  </a:lnTo>
                  <a:lnTo>
                    <a:pt x="82" y="511"/>
                  </a:lnTo>
                  <a:lnTo>
                    <a:pt x="82" y="512"/>
                  </a:lnTo>
                  <a:lnTo>
                    <a:pt x="82" y="512"/>
                  </a:lnTo>
                  <a:lnTo>
                    <a:pt x="81" y="512"/>
                  </a:lnTo>
                  <a:lnTo>
                    <a:pt x="81" y="512"/>
                  </a:lnTo>
                  <a:lnTo>
                    <a:pt x="81" y="512"/>
                  </a:lnTo>
                  <a:lnTo>
                    <a:pt x="81" y="513"/>
                  </a:lnTo>
                  <a:lnTo>
                    <a:pt x="81" y="513"/>
                  </a:lnTo>
                  <a:lnTo>
                    <a:pt x="81" y="513"/>
                  </a:lnTo>
                  <a:lnTo>
                    <a:pt x="80" y="513"/>
                  </a:lnTo>
                  <a:lnTo>
                    <a:pt x="80" y="513"/>
                  </a:lnTo>
                  <a:lnTo>
                    <a:pt x="80" y="513"/>
                  </a:lnTo>
                  <a:lnTo>
                    <a:pt x="78" y="513"/>
                  </a:lnTo>
                  <a:lnTo>
                    <a:pt x="78" y="513"/>
                  </a:lnTo>
                  <a:lnTo>
                    <a:pt x="77" y="513"/>
                  </a:lnTo>
                  <a:lnTo>
                    <a:pt x="77" y="513"/>
                  </a:lnTo>
                  <a:lnTo>
                    <a:pt x="76" y="513"/>
                  </a:lnTo>
                  <a:lnTo>
                    <a:pt x="76" y="513"/>
                  </a:lnTo>
                  <a:lnTo>
                    <a:pt x="76" y="513"/>
                  </a:lnTo>
                  <a:lnTo>
                    <a:pt x="75" y="513"/>
                  </a:lnTo>
                  <a:lnTo>
                    <a:pt x="75" y="513"/>
                  </a:lnTo>
                  <a:lnTo>
                    <a:pt x="75" y="513"/>
                  </a:lnTo>
                  <a:lnTo>
                    <a:pt x="75" y="513"/>
                  </a:lnTo>
                  <a:lnTo>
                    <a:pt x="75" y="513"/>
                  </a:lnTo>
                  <a:lnTo>
                    <a:pt x="74" y="513"/>
                  </a:lnTo>
                  <a:lnTo>
                    <a:pt x="74" y="513"/>
                  </a:lnTo>
                  <a:lnTo>
                    <a:pt x="74" y="513"/>
                  </a:lnTo>
                  <a:lnTo>
                    <a:pt x="74" y="513"/>
                  </a:lnTo>
                  <a:lnTo>
                    <a:pt x="74" y="514"/>
                  </a:lnTo>
                  <a:lnTo>
                    <a:pt x="74" y="514"/>
                  </a:lnTo>
                  <a:lnTo>
                    <a:pt x="74" y="514"/>
                  </a:lnTo>
                  <a:lnTo>
                    <a:pt x="74" y="514"/>
                  </a:lnTo>
                  <a:lnTo>
                    <a:pt x="73" y="515"/>
                  </a:lnTo>
                  <a:lnTo>
                    <a:pt x="73" y="515"/>
                  </a:lnTo>
                  <a:lnTo>
                    <a:pt x="73" y="516"/>
                  </a:lnTo>
                  <a:lnTo>
                    <a:pt x="73" y="518"/>
                  </a:lnTo>
                  <a:lnTo>
                    <a:pt x="73" y="518"/>
                  </a:lnTo>
                  <a:lnTo>
                    <a:pt x="73" y="519"/>
                  </a:lnTo>
                  <a:lnTo>
                    <a:pt x="73" y="520"/>
                  </a:lnTo>
                  <a:lnTo>
                    <a:pt x="73" y="521"/>
                  </a:lnTo>
                  <a:lnTo>
                    <a:pt x="73" y="522"/>
                  </a:lnTo>
                  <a:lnTo>
                    <a:pt x="73" y="522"/>
                  </a:lnTo>
                  <a:lnTo>
                    <a:pt x="73" y="523"/>
                  </a:lnTo>
                  <a:lnTo>
                    <a:pt x="73" y="524"/>
                  </a:lnTo>
                  <a:lnTo>
                    <a:pt x="73" y="525"/>
                  </a:lnTo>
                  <a:lnTo>
                    <a:pt x="73" y="525"/>
                  </a:lnTo>
                  <a:lnTo>
                    <a:pt x="74" y="526"/>
                  </a:lnTo>
                  <a:lnTo>
                    <a:pt x="74" y="527"/>
                  </a:lnTo>
                  <a:lnTo>
                    <a:pt x="74" y="527"/>
                  </a:lnTo>
                  <a:lnTo>
                    <a:pt x="74" y="527"/>
                  </a:lnTo>
                  <a:lnTo>
                    <a:pt x="74" y="528"/>
                  </a:lnTo>
                  <a:lnTo>
                    <a:pt x="75" y="528"/>
                  </a:lnTo>
                  <a:lnTo>
                    <a:pt x="75" y="528"/>
                  </a:lnTo>
                  <a:lnTo>
                    <a:pt x="75" y="527"/>
                  </a:lnTo>
                  <a:lnTo>
                    <a:pt x="75" y="527"/>
                  </a:lnTo>
                  <a:lnTo>
                    <a:pt x="75" y="527"/>
                  </a:lnTo>
                  <a:lnTo>
                    <a:pt x="75" y="527"/>
                  </a:lnTo>
                  <a:lnTo>
                    <a:pt x="75" y="526"/>
                  </a:lnTo>
                  <a:lnTo>
                    <a:pt x="75" y="526"/>
                  </a:lnTo>
                  <a:lnTo>
                    <a:pt x="76" y="526"/>
                  </a:lnTo>
                  <a:lnTo>
                    <a:pt x="76" y="525"/>
                  </a:lnTo>
                  <a:lnTo>
                    <a:pt x="76" y="525"/>
                  </a:lnTo>
                  <a:lnTo>
                    <a:pt x="76" y="524"/>
                  </a:lnTo>
                  <a:lnTo>
                    <a:pt x="76" y="524"/>
                  </a:lnTo>
                  <a:lnTo>
                    <a:pt x="76" y="524"/>
                  </a:lnTo>
                  <a:lnTo>
                    <a:pt x="76" y="523"/>
                  </a:lnTo>
                  <a:lnTo>
                    <a:pt x="77" y="523"/>
                  </a:lnTo>
                  <a:lnTo>
                    <a:pt x="77" y="522"/>
                  </a:lnTo>
                  <a:lnTo>
                    <a:pt x="77" y="522"/>
                  </a:lnTo>
                  <a:lnTo>
                    <a:pt x="77" y="521"/>
                  </a:lnTo>
                  <a:lnTo>
                    <a:pt x="78" y="521"/>
                  </a:lnTo>
                  <a:lnTo>
                    <a:pt x="78" y="521"/>
                  </a:lnTo>
                  <a:lnTo>
                    <a:pt x="78" y="520"/>
                  </a:lnTo>
                  <a:lnTo>
                    <a:pt x="80" y="520"/>
                  </a:lnTo>
                  <a:lnTo>
                    <a:pt x="80" y="519"/>
                  </a:lnTo>
                  <a:lnTo>
                    <a:pt x="81" y="519"/>
                  </a:lnTo>
                  <a:lnTo>
                    <a:pt x="81" y="519"/>
                  </a:lnTo>
                  <a:lnTo>
                    <a:pt x="82" y="518"/>
                  </a:lnTo>
                  <a:lnTo>
                    <a:pt x="82" y="518"/>
                  </a:lnTo>
                  <a:lnTo>
                    <a:pt x="83" y="518"/>
                  </a:lnTo>
                  <a:lnTo>
                    <a:pt x="84" y="518"/>
                  </a:lnTo>
                  <a:lnTo>
                    <a:pt x="84" y="518"/>
                  </a:lnTo>
                  <a:lnTo>
                    <a:pt x="85" y="516"/>
                  </a:lnTo>
                  <a:lnTo>
                    <a:pt x="86" y="516"/>
                  </a:lnTo>
                  <a:lnTo>
                    <a:pt x="87" y="516"/>
                  </a:lnTo>
                  <a:lnTo>
                    <a:pt x="88" y="516"/>
                  </a:lnTo>
                  <a:lnTo>
                    <a:pt x="88" y="516"/>
                  </a:lnTo>
                  <a:lnTo>
                    <a:pt x="89" y="518"/>
                  </a:lnTo>
                  <a:lnTo>
                    <a:pt x="90" y="518"/>
                  </a:lnTo>
                  <a:lnTo>
                    <a:pt x="90" y="518"/>
                  </a:lnTo>
                  <a:lnTo>
                    <a:pt x="91" y="518"/>
                  </a:lnTo>
                  <a:lnTo>
                    <a:pt x="92" y="518"/>
                  </a:lnTo>
                  <a:lnTo>
                    <a:pt x="93" y="518"/>
                  </a:lnTo>
                  <a:lnTo>
                    <a:pt x="93" y="518"/>
                  </a:lnTo>
                  <a:lnTo>
                    <a:pt x="94" y="518"/>
                  </a:lnTo>
                  <a:lnTo>
                    <a:pt x="95" y="518"/>
                  </a:lnTo>
                  <a:lnTo>
                    <a:pt x="96" y="518"/>
                  </a:lnTo>
                  <a:lnTo>
                    <a:pt x="96" y="518"/>
                  </a:lnTo>
                  <a:lnTo>
                    <a:pt x="98" y="518"/>
                  </a:lnTo>
                  <a:lnTo>
                    <a:pt x="98" y="518"/>
                  </a:lnTo>
                  <a:lnTo>
                    <a:pt x="99" y="518"/>
                  </a:lnTo>
                  <a:lnTo>
                    <a:pt x="99" y="516"/>
                  </a:lnTo>
                  <a:lnTo>
                    <a:pt x="100" y="516"/>
                  </a:lnTo>
                  <a:lnTo>
                    <a:pt x="100" y="516"/>
                  </a:lnTo>
                  <a:lnTo>
                    <a:pt x="101" y="516"/>
                  </a:lnTo>
                  <a:lnTo>
                    <a:pt x="101" y="516"/>
                  </a:lnTo>
                  <a:lnTo>
                    <a:pt x="102" y="516"/>
                  </a:lnTo>
                  <a:lnTo>
                    <a:pt x="102" y="516"/>
                  </a:lnTo>
                  <a:lnTo>
                    <a:pt x="103" y="516"/>
                  </a:lnTo>
                  <a:lnTo>
                    <a:pt x="103" y="516"/>
                  </a:lnTo>
                  <a:lnTo>
                    <a:pt x="103" y="515"/>
                  </a:lnTo>
                  <a:lnTo>
                    <a:pt x="104" y="516"/>
                  </a:lnTo>
                  <a:lnTo>
                    <a:pt x="104" y="516"/>
                  </a:lnTo>
                  <a:lnTo>
                    <a:pt x="105" y="516"/>
                  </a:lnTo>
                  <a:lnTo>
                    <a:pt x="105" y="516"/>
                  </a:lnTo>
                  <a:lnTo>
                    <a:pt x="106" y="516"/>
                  </a:lnTo>
                  <a:lnTo>
                    <a:pt x="106" y="516"/>
                  </a:lnTo>
                  <a:lnTo>
                    <a:pt x="107" y="518"/>
                  </a:lnTo>
                  <a:lnTo>
                    <a:pt x="107" y="518"/>
                  </a:lnTo>
                  <a:lnTo>
                    <a:pt x="108" y="518"/>
                  </a:lnTo>
                  <a:lnTo>
                    <a:pt x="108" y="519"/>
                  </a:lnTo>
                  <a:lnTo>
                    <a:pt x="109" y="519"/>
                  </a:lnTo>
                  <a:lnTo>
                    <a:pt x="109" y="520"/>
                  </a:lnTo>
                  <a:lnTo>
                    <a:pt x="110" y="520"/>
                  </a:lnTo>
                  <a:lnTo>
                    <a:pt x="110" y="521"/>
                  </a:lnTo>
                  <a:lnTo>
                    <a:pt x="111" y="521"/>
                  </a:lnTo>
                  <a:lnTo>
                    <a:pt x="111" y="522"/>
                  </a:lnTo>
                  <a:lnTo>
                    <a:pt x="112" y="523"/>
                  </a:lnTo>
                  <a:lnTo>
                    <a:pt x="112" y="524"/>
                  </a:lnTo>
                  <a:lnTo>
                    <a:pt x="113" y="524"/>
                  </a:lnTo>
                  <a:lnTo>
                    <a:pt x="113" y="525"/>
                  </a:lnTo>
                  <a:lnTo>
                    <a:pt x="113" y="526"/>
                  </a:lnTo>
                  <a:lnTo>
                    <a:pt x="114" y="526"/>
                  </a:lnTo>
                  <a:lnTo>
                    <a:pt x="114" y="527"/>
                  </a:lnTo>
                  <a:lnTo>
                    <a:pt x="114" y="528"/>
                  </a:lnTo>
                  <a:lnTo>
                    <a:pt x="114" y="529"/>
                  </a:lnTo>
                  <a:lnTo>
                    <a:pt x="114" y="530"/>
                  </a:lnTo>
                  <a:lnTo>
                    <a:pt x="114" y="530"/>
                  </a:lnTo>
                  <a:lnTo>
                    <a:pt x="114" y="531"/>
                  </a:lnTo>
                  <a:lnTo>
                    <a:pt x="114" y="532"/>
                  </a:lnTo>
                  <a:lnTo>
                    <a:pt x="114" y="533"/>
                  </a:lnTo>
                  <a:lnTo>
                    <a:pt x="114" y="533"/>
                  </a:lnTo>
                  <a:lnTo>
                    <a:pt x="114" y="534"/>
                  </a:lnTo>
                  <a:lnTo>
                    <a:pt x="114" y="536"/>
                  </a:lnTo>
                  <a:lnTo>
                    <a:pt x="114" y="537"/>
                  </a:lnTo>
                  <a:lnTo>
                    <a:pt x="114" y="537"/>
                  </a:lnTo>
                  <a:lnTo>
                    <a:pt x="113" y="538"/>
                  </a:lnTo>
                  <a:lnTo>
                    <a:pt x="113" y="538"/>
                  </a:lnTo>
                  <a:lnTo>
                    <a:pt x="113" y="538"/>
                  </a:lnTo>
                  <a:lnTo>
                    <a:pt x="113" y="539"/>
                  </a:lnTo>
                  <a:lnTo>
                    <a:pt x="112" y="539"/>
                  </a:lnTo>
                  <a:lnTo>
                    <a:pt x="112" y="539"/>
                  </a:lnTo>
                  <a:lnTo>
                    <a:pt x="112" y="539"/>
                  </a:lnTo>
                  <a:lnTo>
                    <a:pt x="111" y="539"/>
                  </a:lnTo>
                  <a:lnTo>
                    <a:pt x="111" y="539"/>
                  </a:lnTo>
                  <a:lnTo>
                    <a:pt x="111" y="539"/>
                  </a:lnTo>
                  <a:lnTo>
                    <a:pt x="110" y="539"/>
                  </a:lnTo>
                  <a:lnTo>
                    <a:pt x="110" y="539"/>
                  </a:lnTo>
                  <a:lnTo>
                    <a:pt x="110" y="539"/>
                  </a:lnTo>
                  <a:lnTo>
                    <a:pt x="110" y="539"/>
                  </a:lnTo>
                  <a:lnTo>
                    <a:pt x="109" y="539"/>
                  </a:lnTo>
                  <a:lnTo>
                    <a:pt x="109" y="538"/>
                  </a:lnTo>
                  <a:lnTo>
                    <a:pt x="109" y="538"/>
                  </a:lnTo>
                  <a:lnTo>
                    <a:pt x="109" y="538"/>
                  </a:lnTo>
                  <a:lnTo>
                    <a:pt x="109" y="538"/>
                  </a:lnTo>
                  <a:lnTo>
                    <a:pt x="108" y="537"/>
                  </a:lnTo>
                  <a:lnTo>
                    <a:pt x="108" y="537"/>
                  </a:lnTo>
                  <a:lnTo>
                    <a:pt x="108" y="537"/>
                  </a:lnTo>
                  <a:lnTo>
                    <a:pt x="108" y="536"/>
                  </a:lnTo>
                  <a:lnTo>
                    <a:pt x="108" y="536"/>
                  </a:lnTo>
                  <a:lnTo>
                    <a:pt x="108" y="536"/>
                  </a:lnTo>
                  <a:lnTo>
                    <a:pt x="108" y="534"/>
                  </a:lnTo>
                  <a:lnTo>
                    <a:pt x="108" y="534"/>
                  </a:lnTo>
                  <a:lnTo>
                    <a:pt x="108" y="533"/>
                  </a:lnTo>
                  <a:lnTo>
                    <a:pt x="108" y="533"/>
                  </a:lnTo>
                  <a:lnTo>
                    <a:pt x="108" y="532"/>
                  </a:lnTo>
                  <a:lnTo>
                    <a:pt x="108" y="532"/>
                  </a:lnTo>
                  <a:lnTo>
                    <a:pt x="108" y="531"/>
                  </a:lnTo>
                  <a:lnTo>
                    <a:pt x="108" y="531"/>
                  </a:lnTo>
                  <a:lnTo>
                    <a:pt x="108" y="530"/>
                  </a:lnTo>
                  <a:lnTo>
                    <a:pt x="108" y="530"/>
                  </a:lnTo>
                  <a:lnTo>
                    <a:pt x="108" y="529"/>
                  </a:lnTo>
                  <a:lnTo>
                    <a:pt x="108" y="529"/>
                  </a:lnTo>
                  <a:lnTo>
                    <a:pt x="108" y="528"/>
                  </a:lnTo>
                  <a:lnTo>
                    <a:pt x="107" y="528"/>
                  </a:lnTo>
                  <a:lnTo>
                    <a:pt x="107" y="528"/>
                  </a:lnTo>
                  <a:lnTo>
                    <a:pt x="107" y="528"/>
                  </a:lnTo>
                  <a:lnTo>
                    <a:pt x="107" y="528"/>
                  </a:lnTo>
                  <a:lnTo>
                    <a:pt x="107" y="527"/>
                  </a:lnTo>
                  <a:lnTo>
                    <a:pt x="106" y="527"/>
                  </a:lnTo>
                  <a:lnTo>
                    <a:pt x="106" y="528"/>
                  </a:lnTo>
                  <a:lnTo>
                    <a:pt x="106" y="528"/>
                  </a:lnTo>
                  <a:lnTo>
                    <a:pt x="105" y="528"/>
                  </a:lnTo>
                  <a:lnTo>
                    <a:pt x="105" y="528"/>
                  </a:lnTo>
                  <a:lnTo>
                    <a:pt x="105" y="528"/>
                  </a:lnTo>
                  <a:lnTo>
                    <a:pt x="104" y="529"/>
                  </a:lnTo>
                  <a:lnTo>
                    <a:pt x="104" y="529"/>
                  </a:lnTo>
                  <a:lnTo>
                    <a:pt x="104" y="529"/>
                  </a:lnTo>
                  <a:lnTo>
                    <a:pt x="103" y="530"/>
                  </a:lnTo>
                  <a:lnTo>
                    <a:pt x="103" y="530"/>
                  </a:lnTo>
                  <a:lnTo>
                    <a:pt x="103" y="530"/>
                  </a:lnTo>
                  <a:lnTo>
                    <a:pt x="102" y="531"/>
                  </a:lnTo>
                  <a:lnTo>
                    <a:pt x="102" y="531"/>
                  </a:lnTo>
                  <a:lnTo>
                    <a:pt x="102" y="531"/>
                  </a:lnTo>
                  <a:lnTo>
                    <a:pt x="101" y="532"/>
                  </a:lnTo>
                  <a:lnTo>
                    <a:pt x="101" y="532"/>
                  </a:lnTo>
                  <a:lnTo>
                    <a:pt x="101" y="533"/>
                  </a:lnTo>
                  <a:lnTo>
                    <a:pt x="101" y="533"/>
                  </a:lnTo>
                  <a:lnTo>
                    <a:pt x="101" y="533"/>
                  </a:lnTo>
                  <a:lnTo>
                    <a:pt x="101" y="534"/>
                  </a:lnTo>
                  <a:lnTo>
                    <a:pt x="101" y="534"/>
                  </a:lnTo>
                  <a:lnTo>
                    <a:pt x="102" y="534"/>
                  </a:lnTo>
                  <a:lnTo>
                    <a:pt x="102" y="536"/>
                  </a:lnTo>
                  <a:lnTo>
                    <a:pt x="102" y="536"/>
                  </a:lnTo>
                  <a:lnTo>
                    <a:pt x="102" y="536"/>
                  </a:lnTo>
                  <a:lnTo>
                    <a:pt x="102" y="536"/>
                  </a:lnTo>
                  <a:lnTo>
                    <a:pt x="102" y="536"/>
                  </a:lnTo>
                  <a:lnTo>
                    <a:pt x="102" y="536"/>
                  </a:lnTo>
                  <a:lnTo>
                    <a:pt x="103" y="536"/>
                  </a:lnTo>
                  <a:lnTo>
                    <a:pt x="103" y="536"/>
                  </a:lnTo>
                  <a:lnTo>
                    <a:pt x="103" y="536"/>
                  </a:lnTo>
                  <a:lnTo>
                    <a:pt x="103" y="536"/>
                  </a:lnTo>
                  <a:lnTo>
                    <a:pt x="104" y="536"/>
                  </a:lnTo>
                  <a:lnTo>
                    <a:pt x="104" y="536"/>
                  </a:lnTo>
                  <a:lnTo>
                    <a:pt x="104" y="536"/>
                  </a:lnTo>
                  <a:lnTo>
                    <a:pt x="104" y="536"/>
                  </a:lnTo>
                  <a:lnTo>
                    <a:pt x="105" y="536"/>
                  </a:lnTo>
                  <a:lnTo>
                    <a:pt x="105" y="536"/>
                  </a:lnTo>
                  <a:lnTo>
                    <a:pt x="105" y="536"/>
                  </a:lnTo>
                  <a:lnTo>
                    <a:pt x="105" y="536"/>
                  </a:lnTo>
                  <a:lnTo>
                    <a:pt x="105" y="536"/>
                  </a:lnTo>
                  <a:lnTo>
                    <a:pt x="106" y="536"/>
                  </a:lnTo>
                  <a:lnTo>
                    <a:pt x="106" y="536"/>
                  </a:lnTo>
                  <a:lnTo>
                    <a:pt x="106" y="536"/>
                  </a:lnTo>
                  <a:lnTo>
                    <a:pt x="106" y="537"/>
                  </a:lnTo>
                  <a:lnTo>
                    <a:pt x="106" y="537"/>
                  </a:lnTo>
                  <a:lnTo>
                    <a:pt x="106" y="537"/>
                  </a:lnTo>
                  <a:lnTo>
                    <a:pt x="106" y="537"/>
                  </a:lnTo>
                  <a:lnTo>
                    <a:pt x="106" y="538"/>
                  </a:lnTo>
                  <a:lnTo>
                    <a:pt x="106" y="538"/>
                  </a:lnTo>
                  <a:lnTo>
                    <a:pt x="106" y="539"/>
                  </a:lnTo>
                  <a:lnTo>
                    <a:pt x="106" y="539"/>
                  </a:lnTo>
                  <a:lnTo>
                    <a:pt x="106" y="540"/>
                  </a:lnTo>
                  <a:lnTo>
                    <a:pt x="106" y="540"/>
                  </a:lnTo>
                  <a:lnTo>
                    <a:pt x="106" y="540"/>
                  </a:lnTo>
                  <a:lnTo>
                    <a:pt x="106" y="541"/>
                  </a:lnTo>
                  <a:lnTo>
                    <a:pt x="106" y="541"/>
                  </a:lnTo>
                  <a:lnTo>
                    <a:pt x="106" y="541"/>
                  </a:lnTo>
                  <a:lnTo>
                    <a:pt x="105" y="541"/>
                  </a:lnTo>
                  <a:lnTo>
                    <a:pt x="105" y="541"/>
                  </a:lnTo>
                  <a:lnTo>
                    <a:pt x="105" y="542"/>
                  </a:lnTo>
                  <a:lnTo>
                    <a:pt x="105" y="542"/>
                  </a:lnTo>
                  <a:lnTo>
                    <a:pt x="104" y="542"/>
                  </a:lnTo>
                  <a:lnTo>
                    <a:pt x="104" y="542"/>
                  </a:lnTo>
                  <a:lnTo>
                    <a:pt x="103" y="542"/>
                  </a:lnTo>
                  <a:lnTo>
                    <a:pt x="103" y="542"/>
                  </a:lnTo>
                  <a:lnTo>
                    <a:pt x="102" y="543"/>
                  </a:lnTo>
                  <a:lnTo>
                    <a:pt x="102" y="543"/>
                  </a:lnTo>
                  <a:lnTo>
                    <a:pt x="101" y="543"/>
                  </a:lnTo>
                  <a:lnTo>
                    <a:pt x="101" y="543"/>
                  </a:lnTo>
                  <a:lnTo>
                    <a:pt x="100" y="544"/>
                  </a:lnTo>
                  <a:lnTo>
                    <a:pt x="100" y="544"/>
                  </a:lnTo>
                  <a:lnTo>
                    <a:pt x="99" y="544"/>
                  </a:lnTo>
                  <a:lnTo>
                    <a:pt x="99" y="545"/>
                  </a:lnTo>
                  <a:lnTo>
                    <a:pt x="99" y="545"/>
                  </a:lnTo>
                  <a:lnTo>
                    <a:pt x="98" y="546"/>
                  </a:lnTo>
                  <a:lnTo>
                    <a:pt x="98" y="546"/>
                  </a:lnTo>
                  <a:lnTo>
                    <a:pt x="98" y="546"/>
                  </a:lnTo>
                  <a:lnTo>
                    <a:pt x="98" y="547"/>
                  </a:lnTo>
                  <a:lnTo>
                    <a:pt x="98" y="547"/>
                  </a:lnTo>
                  <a:lnTo>
                    <a:pt x="98" y="548"/>
                  </a:lnTo>
                  <a:lnTo>
                    <a:pt x="99" y="548"/>
                  </a:lnTo>
                  <a:lnTo>
                    <a:pt x="99" y="549"/>
                  </a:lnTo>
                  <a:lnTo>
                    <a:pt x="100" y="549"/>
                  </a:lnTo>
                  <a:lnTo>
                    <a:pt x="100" y="549"/>
                  </a:lnTo>
                  <a:lnTo>
                    <a:pt x="100" y="550"/>
                  </a:lnTo>
                  <a:lnTo>
                    <a:pt x="101" y="550"/>
                  </a:lnTo>
                  <a:lnTo>
                    <a:pt x="101" y="550"/>
                  </a:lnTo>
                  <a:lnTo>
                    <a:pt x="102" y="551"/>
                  </a:lnTo>
                  <a:lnTo>
                    <a:pt x="102" y="551"/>
                  </a:lnTo>
                  <a:lnTo>
                    <a:pt x="102" y="551"/>
                  </a:lnTo>
                  <a:lnTo>
                    <a:pt x="103" y="551"/>
                  </a:lnTo>
                  <a:lnTo>
                    <a:pt x="103" y="551"/>
                  </a:lnTo>
                  <a:lnTo>
                    <a:pt x="104" y="551"/>
                  </a:lnTo>
                  <a:lnTo>
                    <a:pt x="104" y="551"/>
                  </a:lnTo>
                  <a:lnTo>
                    <a:pt x="105" y="552"/>
                  </a:lnTo>
                  <a:lnTo>
                    <a:pt x="105" y="551"/>
                  </a:lnTo>
                  <a:lnTo>
                    <a:pt x="106" y="551"/>
                  </a:lnTo>
                  <a:lnTo>
                    <a:pt x="106" y="551"/>
                  </a:lnTo>
                  <a:lnTo>
                    <a:pt x="107" y="551"/>
                  </a:lnTo>
                  <a:lnTo>
                    <a:pt x="107" y="551"/>
                  </a:lnTo>
                  <a:lnTo>
                    <a:pt x="108" y="550"/>
                  </a:lnTo>
                  <a:lnTo>
                    <a:pt x="109" y="550"/>
                  </a:lnTo>
                  <a:lnTo>
                    <a:pt x="109" y="550"/>
                  </a:lnTo>
                  <a:lnTo>
                    <a:pt x="110" y="549"/>
                  </a:lnTo>
                  <a:lnTo>
                    <a:pt x="110" y="549"/>
                  </a:lnTo>
                  <a:lnTo>
                    <a:pt x="111" y="549"/>
                  </a:lnTo>
                  <a:lnTo>
                    <a:pt x="111" y="548"/>
                  </a:lnTo>
                  <a:lnTo>
                    <a:pt x="112" y="548"/>
                  </a:lnTo>
                  <a:lnTo>
                    <a:pt x="112" y="547"/>
                  </a:lnTo>
                  <a:lnTo>
                    <a:pt x="112" y="547"/>
                  </a:lnTo>
                  <a:lnTo>
                    <a:pt x="113" y="547"/>
                  </a:lnTo>
                  <a:lnTo>
                    <a:pt x="113" y="547"/>
                  </a:lnTo>
                  <a:lnTo>
                    <a:pt x="114" y="547"/>
                  </a:lnTo>
                  <a:lnTo>
                    <a:pt x="114" y="546"/>
                  </a:lnTo>
                  <a:lnTo>
                    <a:pt x="114" y="546"/>
                  </a:lnTo>
                  <a:lnTo>
                    <a:pt x="114" y="546"/>
                  </a:lnTo>
                  <a:lnTo>
                    <a:pt x="116" y="547"/>
                  </a:lnTo>
                  <a:lnTo>
                    <a:pt x="116" y="547"/>
                  </a:lnTo>
                  <a:lnTo>
                    <a:pt x="116" y="547"/>
                  </a:lnTo>
                  <a:lnTo>
                    <a:pt x="116" y="547"/>
                  </a:lnTo>
                  <a:lnTo>
                    <a:pt x="116" y="547"/>
                  </a:lnTo>
                  <a:lnTo>
                    <a:pt x="116" y="547"/>
                  </a:lnTo>
                  <a:lnTo>
                    <a:pt x="118" y="548"/>
                  </a:lnTo>
                  <a:lnTo>
                    <a:pt x="118" y="548"/>
                  </a:lnTo>
                  <a:lnTo>
                    <a:pt x="116" y="548"/>
                  </a:lnTo>
                  <a:lnTo>
                    <a:pt x="116" y="548"/>
                  </a:lnTo>
                  <a:lnTo>
                    <a:pt x="116" y="548"/>
                  </a:lnTo>
                  <a:lnTo>
                    <a:pt x="116" y="549"/>
                  </a:lnTo>
                  <a:lnTo>
                    <a:pt x="116" y="549"/>
                  </a:lnTo>
                  <a:lnTo>
                    <a:pt x="116" y="550"/>
                  </a:lnTo>
                  <a:lnTo>
                    <a:pt x="116" y="550"/>
                  </a:lnTo>
                  <a:lnTo>
                    <a:pt x="116" y="551"/>
                  </a:lnTo>
                  <a:lnTo>
                    <a:pt x="116" y="551"/>
                  </a:lnTo>
                  <a:lnTo>
                    <a:pt x="116" y="551"/>
                  </a:lnTo>
                  <a:lnTo>
                    <a:pt x="116" y="552"/>
                  </a:lnTo>
                  <a:lnTo>
                    <a:pt x="116" y="552"/>
                  </a:lnTo>
                  <a:lnTo>
                    <a:pt x="117" y="552"/>
                  </a:lnTo>
                  <a:lnTo>
                    <a:pt x="117" y="554"/>
                  </a:lnTo>
                  <a:lnTo>
                    <a:pt x="117" y="554"/>
                  </a:lnTo>
                  <a:lnTo>
                    <a:pt x="117" y="554"/>
                  </a:lnTo>
                  <a:lnTo>
                    <a:pt x="117" y="555"/>
                  </a:lnTo>
                  <a:lnTo>
                    <a:pt x="117" y="555"/>
                  </a:lnTo>
                  <a:lnTo>
                    <a:pt x="117" y="555"/>
                  </a:lnTo>
                  <a:lnTo>
                    <a:pt x="117" y="555"/>
                  </a:lnTo>
                  <a:lnTo>
                    <a:pt x="116" y="556"/>
                  </a:lnTo>
                  <a:lnTo>
                    <a:pt x="116" y="556"/>
                  </a:lnTo>
                  <a:lnTo>
                    <a:pt x="116" y="556"/>
                  </a:lnTo>
                  <a:lnTo>
                    <a:pt x="116" y="556"/>
                  </a:lnTo>
                  <a:lnTo>
                    <a:pt x="116" y="556"/>
                  </a:lnTo>
                  <a:lnTo>
                    <a:pt x="116" y="557"/>
                  </a:lnTo>
                  <a:lnTo>
                    <a:pt x="116" y="557"/>
                  </a:lnTo>
                  <a:lnTo>
                    <a:pt x="114" y="557"/>
                  </a:lnTo>
                  <a:lnTo>
                    <a:pt x="114" y="557"/>
                  </a:lnTo>
                  <a:lnTo>
                    <a:pt x="114" y="557"/>
                  </a:lnTo>
                  <a:lnTo>
                    <a:pt x="114" y="557"/>
                  </a:lnTo>
                  <a:lnTo>
                    <a:pt x="114" y="557"/>
                  </a:lnTo>
                  <a:lnTo>
                    <a:pt x="114" y="557"/>
                  </a:lnTo>
                  <a:lnTo>
                    <a:pt x="114" y="558"/>
                  </a:lnTo>
                  <a:lnTo>
                    <a:pt x="116" y="558"/>
                  </a:lnTo>
                  <a:lnTo>
                    <a:pt x="116" y="558"/>
                  </a:lnTo>
                  <a:lnTo>
                    <a:pt x="116" y="558"/>
                  </a:lnTo>
                  <a:lnTo>
                    <a:pt x="117" y="558"/>
                  </a:lnTo>
                  <a:lnTo>
                    <a:pt x="117" y="559"/>
                  </a:lnTo>
                  <a:lnTo>
                    <a:pt x="118" y="559"/>
                  </a:lnTo>
                  <a:lnTo>
                    <a:pt x="118" y="559"/>
                  </a:lnTo>
                  <a:lnTo>
                    <a:pt x="119" y="560"/>
                  </a:lnTo>
                  <a:lnTo>
                    <a:pt x="119" y="560"/>
                  </a:lnTo>
                  <a:lnTo>
                    <a:pt x="120" y="560"/>
                  </a:lnTo>
                  <a:lnTo>
                    <a:pt x="120" y="561"/>
                  </a:lnTo>
                  <a:lnTo>
                    <a:pt x="120" y="561"/>
                  </a:lnTo>
                  <a:lnTo>
                    <a:pt x="121" y="561"/>
                  </a:lnTo>
                  <a:lnTo>
                    <a:pt x="121" y="561"/>
                  </a:lnTo>
                  <a:lnTo>
                    <a:pt x="121" y="562"/>
                  </a:lnTo>
                  <a:lnTo>
                    <a:pt x="122" y="562"/>
                  </a:lnTo>
                  <a:lnTo>
                    <a:pt x="122" y="562"/>
                  </a:lnTo>
                  <a:lnTo>
                    <a:pt x="122" y="562"/>
                  </a:lnTo>
                  <a:lnTo>
                    <a:pt x="123" y="563"/>
                  </a:lnTo>
                  <a:lnTo>
                    <a:pt x="123" y="563"/>
                  </a:lnTo>
                  <a:lnTo>
                    <a:pt x="123" y="563"/>
                  </a:lnTo>
                  <a:lnTo>
                    <a:pt x="124" y="563"/>
                  </a:lnTo>
                  <a:lnTo>
                    <a:pt x="124" y="563"/>
                  </a:lnTo>
                  <a:lnTo>
                    <a:pt x="124" y="563"/>
                  </a:lnTo>
                  <a:lnTo>
                    <a:pt x="125" y="563"/>
                  </a:lnTo>
                  <a:lnTo>
                    <a:pt x="125" y="563"/>
                  </a:lnTo>
                  <a:lnTo>
                    <a:pt x="125" y="563"/>
                  </a:lnTo>
                  <a:lnTo>
                    <a:pt x="125" y="563"/>
                  </a:lnTo>
                  <a:lnTo>
                    <a:pt x="125" y="563"/>
                  </a:lnTo>
                  <a:lnTo>
                    <a:pt x="126" y="563"/>
                  </a:lnTo>
                  <a:lnTo>
                    <a:pt x="126" y="563"/>
                  </a:lnTo>
                  <a:lnTo>
                    <a:pt x="126" y="563"/>
                  </a:lnTo>
                  <a:lnTo>
                    <a:pt x="126" y="563"/>
                  </a:lnTo>
                  <a:lnTo>
                    <a:pt x="126" y="563"/>
                  </a:lnTo>
                  <a:lnTo>
                    <a:pt x="126" y="563"/>
                  </a:lnTo>
                  <a:lnTo>
                    <a:pt x="127" y="563"/>
                  </a:lnTo>
                  <a:lnTo>
                    <a:pt x="127" y="562"/>
                  </a:lnTo>
                  <a:lnTo>
                    <a:pt x="127" y="562"/>
                  </a:lnTo>
                  <a:lnTo>
                    <a:pt x="127" y="562"/>
                  </a:lnTo>
                  <a:lnTo>
                    <a:pt x="127" y="562"/>
                  </a:lnTo>
                  <a:lnTo>
                    <a:pt x="127" y="562"/>
                  </a:lnTo>
                  <a:lnTo>
                    <a:pt x="128" y="561"/>
                  </a:lnTo>
                  <a:lnTo>
                    <a:pt x="128" y="561"/>
                  </a:lnTo>
                  <a:lnTo>
                    <a:pt x="128" y="561"/>
                  </a:lnTo>
                  <a:lnTo>
                    <a:pt x="128" y="561"/>
                  </a:lnTo>
                  <a:lnTo>
                    <a:pt x="128" y="561"/>
                  </a:lnTo>
                  <a:lnTo>
                    <a:pt x="129" y="561"/>
                  </a:lnTo>
                  <a:lnTo>
                    <a:pt x="129" y="561"/>
                  </a:lnTo>
                  <a:lnTo>
                    <a:pt x="129" y="562"/>
                  </a:lnTo>
                  <a:lnTo>
                    <a:pt x="129" y="562"/>
                  </a:lnTo>
                  <a:lnTo>
                    <a:pt x="130" y="562"/>
                  </a:lnTo>
                  <a:lnTo>
                    <a:pt x="130" y="562"/>
                  </a:lnTo>
                  <a:lnTo>
                    <a:pt x="130" y="563"/>
                  </a:lnTo>
                  <a:lnTo>
                    <a:pt x="130" y="563"/>
                  </a:lnTo>
                  <a:lnTo>
                    <a:pt x="131" y="564"/>
                  </a:lnTo>
                  <a:lnTo>
                    <a:pt x="131" y="565"/>
                  </a:lnTo>
                  <a:lnTo>
                    <a:pt x="132" y="565"/>
                  </a:lnTo>
                  <a:lnTo>
                    <a:pt x="134" y="566"/>
                  </a:lnTo>
                  <a:lnTo>
                    <a:pt x="134" y="567"/>
                  </a:lnTo>
                  <a:lnTo>
                    <a:pt x="135" y="569"/>
                  </a:lnTo>
                  <a:lnTo>
                    <a:pt x="136" y="570"/>
                  </a:lnTo>
                  <a:lnTo>
                    <a:pt x="136" y="572"/>
                  </a:lnTo>
                  <a:lnTo>
                    <a:pt x="137" y="573"/>
                  </a:lnTo>
                  <a:lnTo>
                    <a:pt x="137" y="574"/>
                  </a:lnTo>
                  <a:lnTo>
                    <a:pt x="138" y="575"/>
                  </a:lnTo>
                  <a:lnTo>
                    <a:pt x="138" y="576"/>
                  </a:lnTo>
                  <a:lnTo>
                    <a:pt x="139" y="577"/>
                  </a:lnTo>
                  <a:lnTo>
                    <a:pt x="139" y="578"/>
                  </a:lnTo>
                  <a:lnTo>
                    <a:pt x="139" y="579"/>
                  </a:lnTo>
                  <a:lnTo>
                    <a:pt x="139" y="580"/>
                  </a:lnTo>
                  <a:lnTo>
                    <a:pt x="139" y="580"/>
                  </a:lnTo>
                  <a:lnTo>
                    <a:pt x="139" y="581"/>
                  </a:lnTo>
                  <a:lnTo>
                    <a:pt x="139" y="581"/>
                  </a:lnTo>
                  <a:lnTo>
                    <a:pt x="139" y="582"/>
                  </a:lnTo>
                  <a:lnTo>
                    <a:pt x="138" y="582"/>
                  </a:lnTo>
                  <a:lnTo>
                    <a:pt x="138" y="583"/>
                  </a:lnTo>
                  <a:lnTo>
                    <a:pt x="138" y="583"/>
                  </a:lnTo>
                  <a:lnTo>
                    <a:pt x="138" y="584"/>
                  </a:lnTo>
                  <a:lnTo>
                    <a:pt x="138" y="584"/>
                  </a:lnTo>
                  <a:lnTo>
                    <a:pt x="138" y="584"/>
                  </a:lnTo>
                  <a:lnTo>
                    <a:pt x="138" y="584"/>
                  </a:lnTo>
                  <a:lnTo>
                    <a:pt x="137" y="585"/>
                  </a:lnTo>
                  <a:lnTo>
                    <a:pt x="137" y="585"/>
                  </a:lnTo>
                  <a:lnTo>
                    <a:pt x="137" y="585"/>
                  </a:lnTo>
                  <a:lnTo>
                    <a:pt x="136" y="585"/>
                  </a:lnTo>
                  <a:lnTo>
                    <a:pt x="136" y="585"/>
                  </a:lnTo>
                  <a:lnTo>
                    <a:pt x="136" y="586"/>
                  </a:lnTo>
                  <a:lnTo>
                    <a:pt x="135" y="586"/>
                  </a:lnTo>
                  <a:lnTo>
                    <a:pt x="135" y="586"/>
                  </a:lnTo>
                  <a:lnTo>
                    <a:pt x="134" y="587"/>
                  </a:lnTo>
                  <a:lnTo>
                    <a:pt x="134" y="587"/>
                  </a:lnTo>
                  <a:lnTo>
                    <a:pt x="132" y="587"/>
                  </a:lnTo>
                  <a:lnTo>
                    <a:pt x="132" y="588"/>
                  </a:lnTo>
                  <a:lnTo>
                    <a:pt x="131" y="588"/>
                  </a:lnTo>
                  <a:lnTo>
                    <a:pt x="131" y="590"/>
                  </a:lnTo>
                  <a:lnTo>
                    <a:pt x="131" y="590"/>
                  </a:lnTo>
                  <a:lnTo>
                    <a:pt x="130" y="591"/>
                  </a:lnTo>
                  <a:lnTo>
                    <a:pt x="130" y="591"/>
                  </a:lnTo>
                  <a:lnTo>
                    <a:pt x="129" y="591"/>
                  </a:lnTo>
                  <a:lnTo>
                    <a:pt x="129" y="592"/>
                  </a:lnTo>
                  <a:lnTo>
                    <a:pt x="129" y="592"/>
                  </a:lnTo>
                  <a:lnTo>
                    <a:pt x="128" y="593"/>
                  </a:lnTo>
                  <a:lnTo>
                    <a:pt x="128" y="593"/>
                  </a:lnTo>
                  <a:lnTo>
                    <a:pt x="128" y="594"/>
                  </a:lnTo>
                  <a:lnTo>
                    <a:pt x="127" y="595"/>
                  </a:lnTo>
                  <a:lnTo>
                    <a:pt x="127" y="595"/>
                  </a:lnTo>
                  <a:lnTo>
                    <a:pt x="127" y="596"/>
                  </a:lnTo>
                  <a:lnTo>
                    <a:pt x="126" y="596"/>
                  </a:lnTo>
                  <a:lnTo>
                    <a:pt x="126" y="597"/>
                  </a:lnTo>
                  <a:lnTo>
                    <a:pt x="126" y="597"/>
                  </a:lnTo>
                  <a:lnTo>
                    <a:pt x="126" y="598"/>
                  </a:lnTo>
                  <a:lnTo>
                    <a:pt x="125" y="598"/>
                  </a:lnTo>
                  <a:lnTo>
                    <a:pt x="125" y="599"/>
                  </a:lnTo>
                  <a:lnTo>
                    <a:pt x="125" y="600"/>
                  </a:lnTo>
                  <a:lnTo>
                    <a:pt x="124" y="600"/>
                  </a:lnTo>
                  <a:lnTo>
                    <a:pt x="124" y="600"/>
                  </a:lnTo>
                  <a:lnTo>
                    <a:pt x="124" y="601"/>
                  </a:lnTo>
                  <a:lnTo>
                    <a:pt x="124" y="601"/>
                  </a:lnTo>
                  <a:lnTo>
                    <a:pt x="123" y="602"/>
                  </a:lnTo>
                  <a:lnTo>
                    <a:pt x="123" y="602"/>
                  </a:lnTo>
                  <a:lnTo>
                    <a:pt x="123" y="602"/>
                  </a:lnTo>
                  <a:lnTo>
                    <a:pt x="122" y="603"/>
                  </a:lnTo>
                  <a:lnTo>
                    <a:pt x="122" y="603"/>
                  </a:lnTo>
                  <a:lnTo>
                    <a:pt x="122" y="603"/>
                  </a:lnTo>
                  <a:lnTo>
                    <a:pt x="121" y="603"/>
                  </a:lnTo>
                  <a:lnTo>
                    <a:pt x="121" y="604"/>
                  </a:lnTo>
                  <a:lnTo>
                    <a:pt x="121" y="604"/>
                  </a:lnTo>
                  <a:lnTo>
                    <a:pt x="120" y="604"/>
                  </a:lnTo>
                  <a:lnTo>
                    <a:pt x="120" y="604"/>
                  </a:lnTo>
                  <a:lnTo>
                    <a:pt x="119" y="604"/>
                  </a:lnTo>
                  <a:lnTo>
                    <a:pt x="119" y="604"/>
                  </a:lnTo>
                  <a:lnTo>
                    <a:pt x="119" y="604"/>
                  </a:lnTo>
                  <a:lnTo>
                    <a:pt x="118" y="605"/>
                  </a:lnTo>
                  <a:lnTo>
                    <a:pt x="118" y="605"/>
                  </a:lnTo>
                  <a:lnTo>
                    <a:pt x="117" y="605"/>
                  </a:lnTo>
                  <a:lnTo>
                    <a:pt x="117" y="605"/>
                  </a:lnTo>
                  <a:lnTo>
                    <a:pt x="116" y="605"/>
                  </a:lnTo>
                  <a:lnTo>
                    <a:pt x="116" y="605"/>
                  </a:lnTo>
                  <a:lnTo>
                    <a:pt x="114" y="605"/>
                  </a:lnTo>
                  <a:lnTo>
                    <a:pt x="114" y="605"/>
                  </a:lnTo>
                  <a:lnTo>
                    <a:pt x="113" y="605"/>
                  </a:lnTo>
                  <a:lnTo>
                    <a:pt x="113" y="605"/>
                  </a:lnTo>
                  <a:lnTo>
                    <a:pt x="112" y="605"/>
                  </a:lnTo>
                  <a:lnTo>
                    <a:pt x="112" y="605"/>
                  </a:lnTo>
                  <a:lnTo>
                    <a:pt x="112" y="605"/>
                  </a:lnTo>
                  <a:lnTo>
                    <a:pt x="111" y="605"/>
                  </a:lnTo>
                  <a:lnTo>
                    <a:pt x="111" y="606"/>
                  </a:lnTo>
                  <a:lnTo>
                    <a:pt x="110" y="606"/>
                  </a:lnTo>
                  <a:lnTo>
                    <a:pt x="110" y="606"/>
                  </a:lnTo>
                  <a:lnTo>
                    <a:pt x="110" y="608"/>
                  </a:lnTo>
                  <a:lnTo>
                    <a:pt x="110" y="608"/>
                  </a:lnTo>
                  <a:lnTo>
                    <a:pt x="109" y="609"/>
                  </a:lnTo>
                  <a:lnTo>
                    <a:pt x="109" y="609"/>
                  </a:lnTo>
                  <a:lnTo>
                    <a:pt x="109" y="610"/>
                  </a:lnTo>
                  <a:lnTo>
                    <a:pt x="108" y="610"/>
                  </a:lnTo>
                  <a:lnTo>
                    <a:pt x="108" y="610"/>
                  </a:lnTo>
                  <a:lnTo>
                    <a:pt x="108" y="610"/>
                  </a:lnTo>
                  <a:lnTo>
                    <a:pt x="108" y="611"/>
                  </a:lnTo>
                  <a:lnTo>
                    <a:pt x="107" y="611"/>
                  </a:lnTo>
                  <a:lnTo>
                    <a:pt x="107" y="611"/>
                  </a:lnTo>
                  <a:lnTo>
                    <a:pt x="107" y="612"/>
                  </a:lnTo>
                  <a:lnTo>
                    <a:pt x="107" y="612"/>
                  </a:lnTo>
                  <a:lnTo>
                    <a:pt x="107" y="612"/>
                  </a:lnTo>
                  <a:lnTo>
                    <a:pt x="106" y="612"/>
                  </a:lnTo>
                  <a:lnTo>
                    <a:pt x="106" y="613"/>
                  </a:lnTo>
                  <a:lnTo>
                    <a:pt x="106" y="613"/>
                  </a:lnTo>
                  <a:lnTo>
                    <a:pt x="106" y="613"/>
                  </a:lnTo>
                  <a:lnTo>
                    <a:pt x="105" y="614"/>
                  </a:lnTo>
                  <a:lnTo>
                    <a:pt x="105" y="614"/>
                  </a:lnTo>
                  <a:lnTo>
                    <a:pt x="104" y="614"/>
                  </a:lnTo>
                  <a:lnTo>
                    <a:pt x="104" y="614"/>
                  </a:lnTo>
                  <a:lnTo>
                    <a:pt x="103" y="615"/>
                  </a:lnTo>
                  <a:lnTo>
                    <a:pt x="103" y="615"/>
                  </a:lnTo>
                  <a:lnTo>
                    <a:pt x="102" y="615"/>
                  </a:lnTo>
                  <a:lnTo>
                    <a:pt x="102" y="615"/>
                  </a:lnTo>
                  <a:lnTo>
                    <a:pt x="101" y="615"/>
                  </a:lnTo>
                  <a:lnTo>
                    <a:pt x="101" y="615"/>
                  </a:lnTo>
                  <a:lnTo>
                    <a:pt x="100" y="615"/>
                  </a:lnTo>
                  <a:lnTo>
                    <a:pt x="100" y="615"/>
                  </a:lnTo>
                  <a:lnTo>
                    <a:pt x="99" y="615"/>
                  </a:lnTo>
                  <a:lnTo>
                    <a:pt x="99" y="615"/>
                  </a:lnTo>
                  <a:lnTo>
                    <a:pt x="99" y="615"/>
                  </a:lnTo>
                  <a:lnTo>
                    <a:pt x="99" y="615"/>
                  </a:lnTo>
                  <a:lnTo>
                    <a:pt x="99" y="615"/>
                  </a:lnTo>
                  <a:lnTo>
                    <a:pt x="98" y="615"/>
                  </a:lnTo>
                  <a:lnTo>
                    <a:pt x="98" y="614"/>
                  </a:lnTo>
                  <a:lnTo>
                    <a:pt x="98" y="614"/>
                  </a:lnTo>
                  <a:lnTo>
                    <a:pt x="98" y="614"/>
                  </a:lnTo>
                  <a:lnTo>
                    <a:pt x="98" y="614"/>
                  </a:lnTo>
                  <a:lnTo>
                    <a:pt x="98" y="613"/>
                  </a:lnTo>
                  <a:lnTo>
                    <a:pt x="96" y="613"/>
                  </a:lnTo>
                  <a:lnTo>
                    <a:pt x="96" y="613"/>
                  </a:lnTo>
                  <a:lnTo>
                    <a:pt x="96" y="612"/>
                  </a:lnTo>
                  <a:lnTo>
                    <a:pt x="96" y="612"/>
                  </a:lnTo>
                  <a:lnTo>
                    <a:pt x="95" y="612"/>
                  </a:lnTo>
                  <a:lnTo>
                    <a:pt x="95" y="612"/>
                  </a:lnTo>
                  <a:lnTo>
                    <a:pt x="95" y="611"/>
                  </a:lnTo>
                  <a:lnTo>
                    <a:pt x="94" y="611"/>
                  </a:lnTo>
                  <a:lnTo>
                    <a:pt x="94" y="611"/>
                  </a:lnTo>
                  <a:lnTo>
                    <a:pt x="93" y="611"/>
                  </a:lnTo>
                  <a:lnTo>
                    <a:pt x="93" y="611"/>
                  </a:lnTo>
                  <a:lnTo>
                    <a:pt x="92" y="611"/>
                  </a:lnTo>
                  <a:lnTo>
                    <a:pt x="92" y="611"/>
                  </a:lnTo>
                  <a:lnTo>
                    <a:pt x="91" y="611"/>
                  </a:lnTo>
                  <a:lnTo>
                    <a:pt x="91" y="611"/>
                  </a:lnTo>
                  <a:lnTo>
                    <a:pt x="90" y="611"/>
                  </a:lnTo>
                  <a:lnTo>
                    <a:pt x="90" y="611"/>
                  </a:lnTo>
                  <a:lnTo>
                    <a:pt x="89" y="611"/>
                  </a:lnTo>
                  <a:lnTo>
                    <a:pt x="89" y="611"/>
                  </a:lnTo>
                  <a:lnTo>
                    <a:pt x="88" y="611"/>
                  </a:lnTo>
                  <a:lnTo>
                    <a:pt x="88" y="611"/>
                  </a:lnTo>
                  <a:lnTo>
                    <a:pt x="87" y="611"/>
                  </a:lnTo>
                  <a:lnTo>
                    <a:pt x="87" y="611"/>
                  </a:lnTo>
                  <a:lnTo>
                    <a:pt x="87" y="611"/>
                  </a:lnTo>
                  <a:lnTo>
                    <a:pt x="86" y="611"/>
                  </a:lnTo>
                  <a:lnTo>
                    <a:pt x="86" y="611"/>
                  </a:lnTo>
                  <a:lnTo>
                    <a:pt x="86" y="611"/>
                  </a:lnTo>
                  <a:lnTo>
                    <a:pt x="86" y="611"/>
                  </a:lnTo>
                  <a:lnTo>
                    <a:pt x="86" y="611"/>
                  </a:lnTo>
                  <a:lnTo>
                    <a:pt x="85" y="611"/>
                  </a:lnTo>
                  <a:lnTo>
                    <a:pt x="85" y="612"/>
                  </a:lnTo>
                  <a:lnTo>
                    <a:pt x="85" y="612"/>
                  </a:lnTo>
                  <a:lnTo>
                    <a:pt x="85" y="612"/>
                  </a:lnTo>
                  <a:lnTo>
                    <a:pt x="85" y="612"/>
                  </a:lnTo>
                  <a:lnTo>
                    <a:pt x="85" y="612"/>
                  </a:lnTo>
                  <a:lnTo>
                    <a:pt x="85" y="612"/>
                  </a:lnTo>
                  <a:lnTo>
                    <a:pt x="85" y="613"/>
                  </a:lnTo>
                  <a:lnTo>
                    <a:pt x="85" y="613"/>
                  </a:lnTo>
                  <a:lnTo>
                    <a:pt x="85" y="613"/>
                  </a:lnTo>
                  <a:lnTo>
                    <a:pt x="85" y="613"/>
                  </a:lnTo>
                  <a:lnTo>
                    <a:pt x="85" y="614"/>
                  </a:lnTo>
                  <a:lnTo>
                    <a:pt x="84" y="614"/>
                  </a:lnTo>
                  <a:lnTo>
                    <a:pt x="84" y="614"/>
                  </a:lnTo>
                  <a:lnTo>
                    <a:pt x="84" y="614"/>
                  </a:lnTo>
                  <a:lnTo>
                    <a:pt x="84" y="614"/>
                  </a:lnTo>
                  <a:lnTo>
                    <a:pt x="83" y="615"/>
                  </a:lnTo>
                  <a:lnTo>
                    <a:pt x="83" y="615"/>
                  </a:lnTo>
                  <a:lnTo>
                    <a:pt x="83" y="615"/>
                  </a:lnTo>
                  <a:lnTo>
                    <a:pt x="82" y="615"/>
                  </a:lnTo>
                  <a:lnTo>
                    <a:pt x="82" y="615"/>
                  </a:lnTo>
                  <a:lnTo>
                    <a:pt x="81" y="615"/>
                  </a:lnTo>
                  <a:lnTo>
                    <a:pt x="81" y="615"/>
                  </a:lnTo>
                  <a:lnTo>
                    <a:pt x="81" y="615"/>
                  </a:lnTo>
                  <a:lnTo>
                    <a:pt x="80" y="616"/>
                  </a:lnTo>
                  <a:lnTo>
                    <a:pt x="80" y="616"/>
                  </a:lnTo>
                  <a:lnTo>
                    <a:pt x="80" y="616"/>
                  </a:lnTo>
                  <a:lnTo>
                    <a:pt x="78" y="616"/>
                  </a:lnTo>
                  <a:lnTo>
                    <a:pt x="78" y="616"/>
                  </a:lnTo>
                  <a:lnTo>
                    <a:pt x="78" y="616"/>
                  </a:lnTo>
                  <a:lnTo>
                    <a:pt x="77" y="616"/>
                  </a:lnTo>
                  <a:lnTo>
                    <a:pt x="77" y="616"/>
                  </a:lnTo>
                  <a:lnTo>
                    <a:pt x="76" y="616"/>
                  </a:lnTo>
                  <a:lnTo>
                    <a:pt x="76" y="616"/>
                  </a:lnTo>
                  <a:lnTo>
                    <a:pt x="75" y="616"/>
                  </a:lnTo>
                  <a:lnTo>
                    <a:pt x="75" y="616"/>
                  </a:lnTo>
                  <a:lnTo>
                    <a:pt x="74" y="616"/>
                  </a:lnTo>
                  <a:lnTo>
                    <a:pt x="74" y="616"/>
                  </a:lnTo>
                  <a:lnTo>
                    <a:pt x="74" y="616"/>
                  </a:lnTo>
                  <a:lnTo>
                    <a:pt x="73" y="616"/>
                  </a:lnTo>
                  <a:lnTo>
                    <a:pt x="73" y="616"/>
                  </a:lnTo>
                  <a:lnTo>
                    <a:pt x="73" y="615"/>
                  </a:lnTo>
                  <a:lnTo>
                    <a:pt x="73" y="615"/>
                  </a:lnTo>
                  <a:lnTo>
                    <a:pt x="72" y="615"/>
                  </a:lnTo>
                  <a:lnTo>
                    <a:pt x="72" y="615"/>
                  </a:lnTo>
                  <a:lnTo>
                    <a:pt x="71" y="615"/>
                  </a:lnTo>
                  <a:lnTo>
                    <a:pt x="71" y="614"/>
                  </a:lnTo>
                  <a:lnTo>
                    <a:pt x="70" y="614"/>
                  </a:lnTo>
                  <a:lnTo>
                    <a:pt x="70" y="614"/>
                  </a:lnTo>
                  <a:lnTo>
                    <a:pt x="69" y="614"/>
                  </a:lnTo>
                  <a:lnTo>
                    <a:pt x="69" y="613"/>
                  </a:lnTo>
                  <a:lnTo>
                    <a:pt x="68" y="613"/>
                  </a:lnTo>
                  <a:lnTo>
                    <a:pt x="67" y="613"/>
                  </a:lnTo>
                  <a:lnTo>
                    <a:pt x="67" y="612"/>
                  </a:lnTo>
                  <a:lnTo>
                    <a:pt x="67" y="612"/>
                  </a:lnTo>
                  <a:lnTo>
                    <a:pt x="66" y="612"/>
                  </a:lnTo>
                  <a:lnTo>
                    <a:pt x="66" y="611"/>
                  </a:lnTo>
                  <a:lnTo>
                    <a:pt x="65" y="611"/>
                  </a:lnTo>
                  <a:lnTo>
                    <a:pt x="65" y="611"/>
                  </a:lnTo>
                  <a:lnTo>
                    <a:pt x="65" y="610"/>
                  </a:lnTo>
                  <a:lnTo>
                    <a:pt x="65" y="610"/>
                  </a:lnTo>
                  <a:lnTo>
                    <a:pt x="64" y="609"/>
                  </a:lnTo>
                  <a:lnTo>
                    <a:pt x="64" y="609"/>
                  </a:lnTo>
                  <a:lnTo>
                    <a:pt x="64" y="609"/>
                  </a:lnTo>
                  <a:lnTo>
                    <a:pt x="64" y="608"/>
                  </a:lnTo>
                  <a:lnTo>
                    <a:pt x="64" y="608"/>
                  </a:lnTo>
                  <a:lnTo>
                    <a:pt x="63" y="608"/>
                  </a:lnTo>
                  <a:lnTo>
                    <a:pt x="63" y="606"/>
                  </a:lnTo>
                  <a:lnTo>
                    <a:pt x="63" y="606"/>
                  </a:lnTo>
                  <a:lnTo>
                    <a:pt x="63" y="606"/>
                  </a:lnTo>
                  <a:lnTo>
                    <a:pt x="62" y="606"/>
                  </a:lnTo>
                  <a:lnTo>
                    <a:pt x="62" y="606"/>
                  </a:lnTo>
                  <a:lnTo>
                    <a:pt x="62" y="606"/>
                  </a:lnTo>
                  <a:lnTo>
                    <a:pt x="62" y="606"/>
                  </a:lnTo>
                  <a:lnTo>
                    <a:pt x="60" y="606"/>
                  </a:lnTo>
                  <a:lnTo>
                    <a:pt x="60" y="606"/>
                  </a:lnTo>
                  <a:lnTo>
                    <a:pt x="60" y="606"/>
                  </a:lnTo>
                  <a:lnTo>
                    <a:pt x="59" y="606"/>
                  </a:lnTo>
                  <a:lnTo>
                    <a:pt x="59" y="608"/>
                  </a:lnTo>
                  <a:lnTo>
                    <a:pt x="59" y="608"/>
                  </a:lnTo>
                  <a:lnTo>
                    <a:pt x="58" y="608"/>
                  </a:lnTo>
                  <a:lnTo>
                    <a:pt x="58" y="608"/>
                  </a:lnTo>
                  <a:lnTo>
                    <a:pt x="58" y="608"/>
                  </a:lnTo>
                  <a:lnTo>
                    <a:pt x="57" y="608"/>
                  </a:lnTo>
                  <a:lnTo>
                    <a:pt x="57" y="609"/>
                  </a:lnTo>
                  <a:lnTo>
                    <a:pt x="56" y="609"/>
                  </a:lnTo>
                  <a:lnTo>
                    <a:pt x="56" y="609"/>
                  </a:lnTo>
                  <a:lnTo>
                    <a:pt x="56" y="609"/>
                  </a:lnTo>
                  <a:lnTo>
                    <a:pt x="55" y="609"/>
                  </a:lnTo>
                  <a:lnTo>
                    <a:pt x="55" y="609"/>
                  </a:lnTo>
                  <a:lnTo>
                    <a:pt x="54" y="609"/>
                  </a:lnTo>
                  <a:lnTo>
                    <a:pt x="54" y="610"/>
                  </a:lnTo>
                  <a:lnTo>
                    <a:pt x="53" y="610"/>
                  </a:lnTo>
                  <a:lnTo>
                    <a:pt x="53" y="610"/>
                  </a:lnTo>
                  <a:lnTo>
                    <a:pt x="52" y="610"/>
                  </a:lnTo>
                  <a:lnTo>
                    <a:pt x="52" y="611"/>
                  </a:lnTo>
                  <a:lnTo>
                    <a:pt x="51" y="611"/>
                  </a:lnTo>
                  <a:lnTo>
                    <a:pt x="51" y="611"/>
                  </a:lnTo>
                  <a:lnTo>
                    <a:pt x="50" y="612"/>
                  </a:lnTo>
                  <a:lnTo>
                    <a:pt x="50" y="612"/>
                  </a:lnTo>
                  <a:lnTo>
                    <a:pt x="49" y="612"/>
                  </a:lnTo>
                  <a:lnTo>
                    <a:pt x="48" y="613"/>
                  </a:lnTo>
                  <a:lnTo>
                    <a:pt x="48" y="613"/>
                  </a:lnTo>
                  <a:lnTo>
                    <a:pt x="47" y="613"/>
                  </a:lnTo>
                  <a:lnTo>
                    <a:pt x="46" y="614"/>
                  </a:lnTo>
                  <a:lnTo>
                    <a:pt x="46" y="614"/>
                  </a:lnTo>
                  <a:lnTo>
                    <a:pt x="45" y="615"/>
                  </a:lnTo>
                  <a:lnTo>
                    <a:pt x="44" y="615"/>
                  </a:lnTo>
                  <a:lnTo>
                    <a:pt x="44" y="615"/>
                  </a:lnTo>
                  <a:lnTo>
                    <a:pt x="42" y="616"/>
                  </a:lnTo>
                  <a:lnTo>
                    <a:pt x="42" y="616"/>
                  </a:lnTo>
                  <a:lnTo>
                    <a:pt x="41" y="616"/>
                  </a:lnTo>
                  <a:lnTo>
                    <a:pt x="41" y="616"/>
                  </a:lnTo>
                  <a:lnTo>
                    <a:pt x="41" y="616"/>
                  </a:lnTo>
                  <a:lnTo>
                    <a:pt x="40" y="616"/>
                  </a:lnTo>
                  <a:lnTo>
                    <a:pt x="40" y="616"/>
                  </a:lnTo>
                  <a:lnTo>
                    <a:pt x="40" y="615"/>
                  </a:lnTo>
                  <a:lnTo>
                    <a:pt x="40" y="615"/>
                  </a:lnTo>
                  <a:lnTo>
                    <a:pt x="40" y="615"/>
                  </a:lnTo>
                  <a:lnTo>
                    <a:pt x="40" y="614"/>
                  </a:lnTo>
                  <a:lnTo>
                    <a:pt x="40" y="614"/>
                  </a:lnTo>
                  <a:lnTo>
                    <a:pt x="41" y="613"/>
                  </a:lnTo>
                  <a:lnTo>
                    <a:pt x="41" y="613"/>
                  </a:lnTo>
                  <a:lnTo>
                    <a:pt x="41" y="612"/>
                  </a:lnTo>
                  <a:lnTo>
                    <a:pt x="41" y="612"/>
                  </a:lnTo>
                  <a:lnTo>
                    <a:pt x="42" y="611"/>
                  </a:lnTo>
                  <a:lnTo>
                    <a:pt x="42" y="611"/>
                  </a:lnTo>
                  <a:lnTo>
                    <a:pt x="42" y="611"/>
                  </a:lnTo>
                  <a:lnTo>
                    <a:pt x="42" y="610"/>
                  </a:lnTo>
                  <a:lnTo>
                    <a:pt x="44" y="610"/>
                  </a:lnTo>
                  <a:lnTo>
                    <a:pt x="44" y="609"/>
                  </a:lnTo>
                  <a:lnTo>
                    <a:pt x="44" y="609"/>
                  </a:lnTo>
                  <a:lnTo>
                    <a:pt x="44" y="608"/>
                  </a:lnTo>
                  <a:lnTo>
                    <a:pt x="44" y="608"/>
                  </a:lnTo>
                  <a:lnTo>
                    <a:pt x="44" y="606"/>
                  </a:lnTo>
                  <a:lnTo>
                    <a:pt x="44" y="606"/>
                  </a:lnTo>
                  <a:lnTo>
                    <a:pt x="44" y="605"/>
                  </a:lnTo>
                  <a:lnTo>
                    <a:pt x="42" y="605"/>
                  </a:lnTo>
                  <a:lnTo>
                    <a:pt x="42" y="604"/>
                  </a:lnTo>
                  <a:lnTo>
                    <a:pt x="42" y="603"/>
                  </a:lnTo>
                  <a:lnTo>
                    <a:pt x="42" y="603"/>
                  </a:lnTo>
                  <a:lnTo>
                    <a:pt x="41" y="602"/>
                  </a:lnTo>
                  <a:lnTo>
                    <a:pt x="41" y="601"/>
                  </a:lnTo>
                  <a:lnTo>
                    <a:pt x="41" y="601"/>
                  </a:lnTo>
                  <a:lnTo>
                    <a:pt x="41" y="600"/>
                  </a:lnTo>
                  <a:lnTo>
                    <a:pt x="40" y="600"/>
                  </a:lnTo>
                  <a:lnTo>
                    <a:pt x="40" y="599"/>
                  </a:lnTo>
                  <a:lnTo>
                    <a:pt x="40" y="599"/>
                  </a:lnTo>
                  <a:lnTo>
                    <a:pt x="40" y="599"/>
                  </a:lnTo>
                  <a:lnTo>
                    <a:pt x="39" y="598"/>
                  </a:lnTo>
                  <a:lnTo>
                    <a:pt x="39" y="598"/>
                  </a:lnTo>
                  <a:lnTo>
                    <a:pt x="38" y="598"/>
                  </a:lnTo>
                  <a:lnTo>
                    <a:pt x="38" y="597"/>
                  </a:lnTo>
                  <a:lnTo>
                    <a:pt x="37" y="597"/>
                  </a:lnTo>
                  <a:lnTo>
                    <a:pt x="37" y="597"/>
                  </a:lnTo>
                  <a:lnTo>
                    <a:pt x="36" y="597"/>
                  </a:lnTo>
                  <a:lnTo>
                    <a:pt x="36" y="596"/>
                  </a:lnTo>
                  <a:lnTo>
                    <a:pt x="36" y="596"/>
                  </a:lnTo>
                  <a:lnTo>
                    <a:pt x="35" y="596"/>
                  </a:lnTo>
                  <a:lnTo>
                    <a:pt x="35" y="595"/>
                  </a:lnTo>
                  <a:lnTo>
                    <a:pt x="34" y="595"/>
                  </a:lnTo>
                  <a:lnTo>
                    <a:pt x="34" y="594"/>
                  </a:lnTo>
                  <a:lnTo>
                    <a:pt x="34" y="594"/>
                  </a:lnTo>
                  <a:lnTo>
                    <a:pt x="34" y="593"/>
                  </a:lnTo>
                  <a:lnTo>
                    <a:pt x="33" y="593"/>
                  </a:lnTo>
                  <a:lnTo>
                    <a:pt x="33" y="593"/>
                  </a:lnTo>
                  <a:lnTo>
                    <a:pt x="33" y="592"/>
                  </a:lnTo>
                  <a:lnTo>
                    <a:pt x="33" y="592"/>
                  </a:lnTo>
                  <a:lnTo>
                    <a:pt x="33" y="591"/>
                  </a:lnTo>
                  <a:lnTo>
                    <a:pt x="33" y="591"/>
                  </a:lnTo>
                  <a:lnTo>
                    <a:pt x="33" y="591"/>
                  </a:lnTo>
                  <a:lnTo>
                    <a:pt x="33" y="590"/>
                  </a:lnTo>
                  <a:lnTo>
                    <a:pt x="33" y="590"/>
                  </a:lnTo>
                  <a:lnTo>
                    <a:pt x="33" y="590"/>
                  </a:lnTo>
                  <a:lnTo>
                    <a:pt x="34" y="588"/>
                  </a:lnTo>
                  <a:lnTo>
                    <a:pt x="34" y="588"/>
                  </a:lnTo>
                  <a:lnTo>
                    <a:pt x="34" y="587"/>
                  </a:lnTo>
                  <a:lnTo>
                    <a:pt x="34" y="587"/>
                  </a:lnTo>
                  <a:lnTo>
                    <a:pt x="35" y="587"/>
                  </a:lnTo>
                  <a:lnTo>
                    <a:pt x="35" y="586"/>
                  </a:lnTo>
                  <a:lnTo>
                    <a:pt x="35" y="586"/>
                  </a:lnTo>
                  <a:lnTo>
                    <a:pt x="36" y="586"/>
                  </a:lnTo>
                  <a:lnTo>
                    <a:pt x="36" y="586"/>
                  </a:lnTo>
                  <a:lnTo>
                    <a:pt x="36" y="585"/>
                  </a:lnTo>
                  <a:lnTo>
                    <a:pt x="36" y="585"/>
                  </a:lnTo>
                  <a:lnTo>
                    <a:pt x="37" y="585"/>
                  </a:lnTo>
                  <a:lnTo>
                    <a:pt x="37" y="585"/>
                  </a:lnTo>
                  <a:lnTo>
                    <a:pt x="37" y="585"/>
                  </a:lnTo>
                  <a:lnTo>
                    <a:pt x="37" y="585"/>
                  </a:lnTo>
                  <a:lnTo>
                    <a:pt x="38" y="584"/>
                  </a:lnTo>
                  <a:lnTo>
                    <a:pt x="38" y="584"/>
                  </a:lnTo>
                  <a:lnTo>
                    <a:pt x="38" y="584"/>
                  </a:lnTo>
                  <a:lnTo>
                    <a:pt x="38" y="584"/>
                  </a:lnTo>
                  <a:lnTo>
                    <a:pt x="38" y="584"/>
                  </a:lnTo>
                  <a:lnTo>
                    <a:pt x="38" y="584"/>
                  </a:lnTo>
                  <a:lnTo>
                    <a:pt x="39" y="584"/>
                  </a:lnTo>
                  <a:lnTo>
                    <a:pt x="39" y="584"/>
                  </a:lnTo>
                  <a:lnTo>
                    <a:pt x="39" y="584"/>
                  </a:lnTo>
                  <a:lnTo>
                    <a:pt x="39" y="585"/>
                  </a:lnTo>
                  <a:lnTo>
                    <a:pt x="39" y="585"/>
                  </a:lnTo>
                  <a:lnTo>
                    <a:pt x="39" y="585"/>
                  </a:lnTo>
                  <a:lnTo>
                    <a:pt x="39" y="585"/>
                  </a:lnTo>
                  <a:lnTo>
                    <a:pt x="39" y="586"/>
                  </a:lnTo>
                  <a:lnTo>
                    <a:pt x="39" y="586"/>
                  </a:lnTo>
                  <a:lnTo>
                    <a:pt x="39" y="586"/>
                  </a:lnTo>
                  <a:lnTo>
                    <a:pt x="40" y="586"/>
                  </a:lnTo>
                  <a:lnTo>
                    <a:pt x="40" y="587"/>
                  </a:lnTo>
                  <a:lnTo>
                    <a:pt x="40" y="587"/>
                  </a:lnTo>
                  <a:lnTo>
                    <a:pt x="40" y="587"/>
                  </a:lnTo>
                  <a:lnTo>
                    <a:pt x="40" y="587"/>
                  </a:lnTo>
                  <a:lnTo>
                    <a:pt x="41" y="587"/>
                  </a:lnTo>
                  <a:lnTo>
                    <a:pt x="41" y="588"/>
                  </a:lnTo>
                  <a:lnTo>
                    <a:pt x="41" y="588"/>
                  </a:lnTo>
                  <a:lnTo>
                    <a:pt x="42" y="588"/>
                  </a:lnTo>
                  <a:lnTo>
                    <a:pt x="42" y="588"/>
                  </a:lnTo>
                  <a:lnTo>
                    <a:pt x="42" y="588"/>
                  </a:lnTo>
                  <a:lnTo>
                    <a:pt x="44" y="588"/>
                  </a:lnTo>
                  <a:lnTo>
                    <a:pt x="44" y="588"/>
                  </a:lnTo>
                  <a:lnTo>
                    <a:pt x="44" y="588"/>
                  </a:lnTo>
                  <a:lnTo>
                    <a:pt x="45" y="588"/>
                  </a:lnTo>
                  <a:lnTo>
                    <a:pt x="45" y="590"/>
                  </a:lnTo>
                  <a:lnTo>
                    <a:pt x="46" y="590"/>
                  </a:lnTo>
                  <a:lnTo>
                    <a:pt x="46" y="590"/>
                  </a:lnTo>
                  <a:lnTo>
                    <a:pt x="46" y="591"/>
                  </a:lnTo>
                  <a:lnTo>
                    <a:pt x="47" y="591"/>
                  </a:lnTo>
                  <a:lnTo>
                    <a:pt x="47" y="592"/>
                  </a:lnTo>
                  <a:lnTo>
                    <a:pt x="48" y="592"/>
                  </a:lnTo>
                  <a:lnTo>
                    <a:pt x="48" y="592"/>
                  </a:lnTo>
                  <a:lnTo>
                    <a:pt x="48" y="593"/>
                  </a:lnTo>
                  <a:lnTo>
                    <a:pt x="48" y="594"/>
                  </a:lnTo>
                  <a:lnTo>
                    <a:pt x="49" y="594"/>
                  </a:lnTo>
                  <a:lnTo>
                    <a:pt x="49" y="595"/>
                  </a:lnTo>
                  <a:lnTo>
                    <a:pt x="49" y="595"/>
                  </a:lnTo>
                  <a:lnTo>
                    <a:pt x="49" y="596"/>
                  </a:lnTo>
                  <a:lnTo>
                    <a:pt x="49" y="596"/>
                  </a:lnTo>
                  <a:lnTo>
                    <a:pt x="49" y="596"/>
                  </a:lnTo>
                  <a:lnTo>
                    <a:pt x="50" y="597"/>
                  </a:lnTo>
                  <a:lnTo>
                    <a:pt x="50" y="597"/>
                  </a:lnTo>
                  <a:lnTo>
                    <a:pt x="50" y="598"/>
                  </a:lnTo>
                  <a:lnTo>
                    <a:pt x="50" y="598"/>
                  </a:lnTo>
                  <a:lnTo>
                    <a:pt x="50" y="599"/>
                  </a:lnTo>
                  <a:lnTo>
                    <a:pt x="50" y="599"/>
                  </a:lnTo>
                  <a:lnTo>
                    <a:pt x="50" y="599"/>
                  </a:lnTo>
                  <a:lnTo>
                    <a:pt x="51" y="600"/>
                  </a:lnTo>
                  <a:lnTo>
                    <a:pt x="51" y="600"/>
                  </a:lnTo>
                  <a:lnTo>
                    <a:pt x="51" y="600"/>
                  </a:lnTo>
                  <a:lnTo>
                    <a:pt x="51" y="600"/>
                  </a:lnTo>
                  <a:lnTo>
                    <a:pt x="52" y="600"/>
                  </a:lnTo>
                  <a:lnTo>
                    <a:pt x="52" y="600"/>
                  </a:lnTo>
                  <a:lnTo>
                    <a:pt x="52" y="600"/>
                  </a:lnTo>
                  <a:lnTo>
                    <a:pt x="53" y="600"/>
                  </a:lnTo>
                  <a:lnTo>
                    <a:pt x="53" y="600"/>
                  </a:lnTo>
                  <a:lnTo>
                    <a:pt x="54" y="600"/>
                  </a:lnTo>
                  <a:lnTo>
                    <a:pt x="54" y="599"/>
                  </a:lnTo>
                  <a:lnTo>
                    <a:pt x="55" y="599"/>
                  </a:lnTo>
                  <a:lnTo>
                    <a:pt x="56" y="599"/>
                  </a:lnTo>
                  <a:lnTo>
                    <a:pt x="56" y="598"/>
                  </a:lnTo>
                  <a:lnTo>
                    <a:pt x="57" y="598"/>
                  </a:lnTo>
                  <a:lnTo>
                    <a:pt x="58" y="597"/>
                  </a:lnTo>
                  <a:lnTo>
                    <a:pt x="58" y="597"/>
                  </a:lnTo>
                  <a:lnTo>
                    <a:pt x="59" y="597"/>
                  </a:lnTo>
                  <a:lnTo>
                    <a:pt x="59" y="596"/>
                  </a:lnTo>
                  <a:lnTo>
                    <a:pt x="60" y="596"/>
                  </a:lnTo>
                  <a:lnTo>
                    <a:pt x="60" y="596"/>
                  </a:lnTo>
                  <a:lnTo>
                    <a:pt x="60" y="595"/>
                  </a:lnTo>
                  <a:lnTo>
                    <a:pt x="60" y="595"/>
                  </a:lnTo>
                  <a:lnTo>
                    <a:pt x="60" y="595"/>
                  </a:lnTo>
                  <a:lnTo>
                    <a:pt x="62" y="595"/>
                  </a:lnTo>
                  <a:lnTo>
                    <a:pt x="60" y="595"/>
                  </a:lnTo>
                  <a:lnTo>
                    <a:pt x="60" y="595"/>
                  </a:lnTo>
                  <a:lnTo>
                    <a:pt x="60" y="594"/>
                  </a:lnTo>
                  <a:lnTo>
                    <a:pt x="60" y="594"/>
                  </a:lnTo>
                  <a:lnTo>
                    <a:pt x="60" y="594"/>
                  </a:lnTo>
                  <a:lnTo>
                    <a:pt x="60" y="594"/>
                  </a:lnTo>
                  <a:lnTo>
                    <a:pt x="60" y="594"/>
                  </a:lnTo>
                  <a:lnTo>
                    <a:pt x="59" y="593"/>
                  </a:lnTo>
                  <a:lnTo>
                    <a:pt x="59" y="593"/>
                  </a:lnTo>
                  <a:lnTo>
                    <a:pt x="59" y="593"/>
                  </a:lnTo>
                  <a:lnTo>
                    <a:pt x="59" y="593"/>
                  </a:lnTo>
                  <a:lnTo>
                    <a:pt x="58" y="593"/>
                  </a:lnTo>
                  <a:lnTo>
                    <a:pt x="58" y="593"/>
                  </a:lnTo>
                  <a:lnTo>
                    <a:pt x="57" y="593"/>
                  </a:lnTo>
                  <a:lnTo>
                    <a:pt x="57" y="593"/>
                  </a:lnTo>
                  <a:lnTo>
                    <a:pt x="57" y="593"/>
                  </a:lnTo>
                  <a:lnTo>
                    <a:pt x="56" y="593"/>
                  </a:lnTo>
                  <a:lnTo>
                    <a:pt x="56" y="593"/>
                  </a:lnTo>
                  <a:lnTo>
                    <a:pt x="56" y="593"/>
                  </a:lnTo>
                  <a:lnTo>
                    <a:pt x="55" y="593"/>
                  </a:lnTo>
                  <a:lnTo>
                    <a:pt x="55" y="593"/>
                  </a:lnTo>
                  <a:lnTo>
                    <a:pt x="55" y="594"/>
                  </a:lnTo>
                  <a:lnTo>
                    <a:pt x="55" y="594"/>
                  </a:lnTo>
                  <a:lnTo>
                    <a:pt x="55" y="594"/>
                  </a:lnTo>
                  <a:lnTo>
                    <a:pt x="54" y="594"/>
                  </a:lnTo>
                  <a:lnTo>
                    <a:pt x="54" y="594"/>
                  </a:lnTo>
                  <a:lnTo>
                    <a:pt x="54" y="595"/>
                  </a:lnTo>
                  <a:lnTo>
                    <a:pt x="54" y="595"/>
                  </a:lnTo>
                  <a:lnTo>
                    <a:pt x="54" y="595"/>
                  </a:lnTo>
                  <a:lnTo>
                    <a:pt x="53" y="596"/>
                  </a:lnTo>
                  <a:lnTo>
                    <a:pt x="53" y="596"/>
                  </a:lnTo>
                  <a:lnTo>
                    <a:pt x="53" y="596"/>
                  </a:lnTo>
                  <a:lnTo>
                    <a:pt x="53" y="596"/>
                  </a:lnTo>
                  <a:lnTo>
                    <a:pt x="52" y="596"/>
                  </a:lnTo>
                  <a:lnTo>
                    <a:pt x="52" y="596"/>
                  </a:lnTo>
                  <a:lnTo>
                    <a:pt x="52" y="596"/>
                  </a:lnTo>
                  <a:lnTo>
                    <a:pt x="51" y="596"/>
                  </a:lnTo>
                  <a:lnTo>
                    <a:pt x="51" y="596"/>
                  </a:lnTo>
                  <a:lnTo>
                    <a:pt x="51" y="595"/>
                  </a:lnTo>
                  <a:lnTo>
                    <a:pt x="51" y="595"/>
                  </a:lnTo>
                  <a:lnTo>
                    <a:pt x="51" y="595"/>
                  </a:lnTo>
                  <a:lnTo>
                    <a:pt x="51" y="594"/>
                  </a:lnTo>
                  <a:lnTo>
                    <a:pt x="51" y="594"/>
                  </a:lnTo>
                  <a:lnTo>
                    <a:pt x="51" y="593"/>
                  </a:lnTo>
                  <a:lnTo>
                    <a:pt x="52" y="593"/>
                  </a:lnTo>
                  <a:lnTo>
                    <a:pt x="52" y="593"/>
                  </a:lnTo>
                  <a:lnTo>
                    <a:pt x="52" y="592"/>
                  </a:lnTo>
                  <a:lnTo>
                    <a:pt x="53" y="592"/>
                  </a:lnTo>
                  <a:lnTo>
                    <a:pt x="53" y="592"/>
                  </a:lnTo>
                  <a:lnTo>
                    <a:pt x="54" y="591"/>
                  </a:lnTo>
                  <a:lnTo>
                    <a:pt x="54" y="591"/>
                  </a:lnTo>
                  <a:lnTo>
                    <a:pt x="54" y="591"/>
                  </a:lnTo>
                  <a:lnTo>
                    <a:pt x="55" y="590"/>
                  </a:lnTo>
                  <a:lnTo>
                    <a:pt x="55" y="590"/>
                  </a:lnTo>
                  <a:lnTo>
                    <a:pt x="55" y="590"/>
                  </a:lnTo>
                  <a:lnTo>
                    <a:pt x="55" y="590"/>
                  </a:lnTo>
                  <a:lnTo>
                    <a:pt x="56" y="588"/>
                  </a:lnTo>
                  <a:lnTo>
                    <a:pt x="56" y="588"/>
                  </a:lnTo>
                  <a:lnTo>
                    <a:pt x="56" y="587"/>
                  </a:lnTo>
                  <a:lnTo>
                    <a:pt x="56" y="587"/>
                  </a:lnTo>
                  <a:lnTo>
                    <a:pt x="56" y="586"/>
                  </a:lnTo>
                  <a:lnTo>
                    <a:pt x="56" y="586"/>
                  </a:lnTo>
                  <a:lnTo>
                    <a:pt x="56" y="585"/>
                  </a:lnTo>
                  <a:lnTo>
                    <a:pt x="56" y="584"/>
                  </a:lnTo>
                  <a:lnTo>
                    <a:pt x="57" y="584"/>
                  </a:lnTo>
                  <a:lnTo>
                    <a:pt x="57" y="584"/>
                  </a:lnTo>
                  <a:lnTo>
                    <a:pt x="57" y="583"/>
                  </a:lnTo>
                  <a:lnTo>
                    <a:pt x="57" y="583"/>
                  </a:lnTo>
                  <a:lnTo>
                    <a:pt x="57" y="583"/>
                  </a:lnTo>
                  <a:lnTo>
                    <a:pt x="57" y="582"/>
                  </a:lnTo>
                  <a:lnTo>
                    <a:pt x="57" y="582"/>
                  </a:lnTo>
                  <a:lnTo>
                    <a:pt x="57" y="582"/>
                  </a:lnTo>
                  <a:lnTo>
                    <a:pt x="57" y="582"/>
                  </a:lnTo>
                  <a:lnTo>
                    <a:pt x="57" y="582"/>
                  </a:lnTo>
                  <a:lnTo>
                    <a:pt x="56" y="581"/>
                  </a:lnTo>
                  <a:lnTo>
                    <a:pt x="56" y="581"/>
                  </a:lnTo>
                  <a:lnTo>
                    <a:pt x="56" y="581"/>
                  </a:lnTo>
                  <a:lnTo>
                    <a:pt x="56" y="581"/>
                  </a:lnTo>
                  <a:lnTo>
                    <a:pt x="56" y="581"/>
                  </a:lnTo>
                  <a:lnTo>
                    <a:pt x="55" y="581"/>
                  </a:lnTo>
                  <a:lnTo>
                    <a:pt x="55" y="581"/>
                  </a:lnTo>
                  <a:lnTo>
                    <a:pt x="55" y="581"/>
                  </a:lnTo>
                  <a:lnTo>
                    <a:pt x="54" y="580"/>
                  </a:lnTo>
                  <a:lnTo>
                    <a:pt x="54" y="580"/>
                  </a:lnTo>
                  <a:lnTo>
                    <a:pt x="53" y="580"/>
                  </a:lnTo>
                  <a:lnTo>
                    <a:pt x="53" y="580"/>
                  </a:lnTo>
                  <a:lnTo>
                    <a:pt x="52" y="579"/>
                  </a:lnTo>
                  <a:lnTo>
                    <a:pt x="52" y="579"/>
                  </a:lnTo>
                  <a:lnTo>
                    <a:pt x="51" y="579"/>
                  </a:lnTo>
                  <a:lnTo>
                    <a:pt x="51" y="579"/>
                  </a:lnTo>
                  <a:lnTo>
                    <a:pt x="50" y="579"/>
                  </a:lnTo>
                  <a:lnTo>
                    <a:pt x="50" y="579"/>
                  </a:lnTo>
                  <a:lnTo>
                    <a:pt x="50" y="579"/>
                  </a:lnTo>
                  <a:lnTo>
                    <a:pt x="49" y="579"/>
                  </a:lnTo>
                  <a:lnTo>
                    <a:pt x="49" y="579"/>
                  </a:lnTo>
                  <a:lnTo>
                    <a:pt x="48" y="579"/>
                  </a:lnTo>
                  <a:lnTo>
                    <a:pt x="47" y="580"/>
                  </a:lnTo>
                  <a:lnTo>
                    <a:pt x="47" y="580"/>
                  </a:lnTo>
                  <a:lnTo>
                    <a:pt x="46" y="581"/>
                  </a:lnTo>
                  <a:lnTo>
                    <a:pt x="45" y="581"/>
                  </a:lnTo>
                  <a:lnTo>
                    <a:pt x="44" y="582"/>
                  </a:lnTo>
                  <a:lnTo>
                    <a:pt x="44" y="582"/>
                  </a:lnTo>
                  <a:lnTo>
                    <a:pt x="42" y="583"/>
                  </a:lnTo>
                  <a:lnTo>
                    <a:pt x="41" y="583"/>
                  </a:lnTo>
                  <a:lnTo>
                    <a:pt x="41" y="583"/>
                  </a:lnTo>
                  <a:lnTo>
                    <a:pt x="40" y="584"/>
                  </a:lnTo>
                  <a:lnTo>
                    <a:pt x="40" y="583"/>
                  </a:lnTo>
                  <a:lnTo>
                    <a:pt x="40" y="583"/>
                  </a:lnTo>
                  <a:lnTo>
                    <a:pt x="40" y="583"/>
                  </a:lnTo>
                  <a:lnTo>
                    <a:pt x="40" y="582"/>
                  </a:lnTo>
                  <a:lnTo>
                    <a:pt x="40" y="582"/>
                  </a:lnTo>
                  <a:lnTo>
                    <a:pt x="40" y="581"/>
                  </a:lnTo>
                  <a:lnTo>
                    <a:pt x="40" y="581"/>
                  </a:lnTo>
                  <a:lnTo>
                    <a:pt x="40" y="580"/>
                  </a:lnTo>
                  <a:lnTo>
                    <a:pt x="40" y="580"/>
                  </a:lnTo>
                  <a:lnTo>
                    <a:pt x="40" y="580"/>
                  </a:lnTo>
                  <a:lnTo>
                    <a:pt x="40" y="579"/>
                  </a:lnTo>
                  <a:lnTo>
                    <a:pt x="40" y="579"/>
                  </a:lnTo>
                  <a:lnTo>
                    <a:pt x="40" y="579"/>
                  </a:lnTo>
                  <a:lnTo>
                    <a:pt x="39" y="578"/>
                  </a:lnTo>
                  <a:lnTo>
                    <a:pt x="39" y="578"/>
                  </a:lnTo>
                  <a:lnTo>
                    <a:pt x="39" y="578"/>
                  </a:lnTo>
                  <a:lnTo>
                    <a:pt x="39" y="578"/>
                  </a:lnTo>
                  <a:lnTo>
                    <a:pt x="39" y="577"/>
                  </a:lnTo>
                  <a:lnTo>
                    <a:pt x="38" y="577"/>
                  </a:lnTo>
                  <a:lnTo>
                    <a:pt x="38" y="577"/>
                  </a:lnTo>
                  <a:lnTo>
                    <a:pt x="38" y="577"/>
                  </a:lnTo>
                  <a:lnTo>
                    <a:pt x="37" y="576"/>
                  </a:lnTo>
                  <a:lnTo>
                    <a:pt x="37" y="576"/>
                  </a:lnTo>
                  <a:lnTo>
                    <a:pt x="37" y="576"/>
                  </a:lnTo>
                  <a:lnTo>
                    <a:pt x="36" y="576"/>
                  </a:lnTo>
                  <a:lnTo>
                    <a:pt x="36" y="575"/>
                  </a:lnTo>
                  <a:lnTo>
                    <a:pt x="36" y="575"/>
                  </a:lnTo>
                  <a:lnTo>
                    <a:pt x="35" y="575"/>
                  </a:lnTo>
                  <a:lnTo>
                    <a:pt x="35" y="575"/>
                  </a:lnTo>
                  <a:lnTo>
                    <a:pt x="34" y="575"/>
                  </a:lnTo>
                  <a:lnTo>
                    <a:pt x="34" y="574"/>
                  </a:lnTo>
                  <a:lnTo>
                    <a:pt x="34" y="574"/>
                  </a:lnTo>
                  <a:lnTo>
                    <a:pt x="33" y="574"/>
                  </a:lnTo>
                  <a:lnTo>
                    <a:pt x="33" y="574"/>
                  </a:lnTo>
                  <a:lnTo>
                    <a:pt x="32" y="574"/>
                  </a:lnTo>
                  <a:lnTo>
                    <a:pt x="31" y="574"/>
                  </a:lnTo>
                  <a:lnTo>
                    <a:pt x="31" y="574"/>
                  </a:lnTo>
                  <a:lnTo>
                    <a:pt x="30" y="574"/>
                  </a:lnTo>
                  <a:lnTo>
                    <a:pt x="30" y="574"/>
                  </a:lnTo>
                  <a:lnTo>
                    <a:pt x="29" y="574"/>
                  </a:lnTo>
                  <a:lnTo>
                    <a:pt x="29" y="574"/>
                  </a:lnTo>
                  <a:lnTo>
                    <a:pt x="29" y="574"/>
                  </a:lnTo>
                  <a:lnTo>
                    <a:pt x="28" y="574"/>
                  </a:lnTo>
                  <a:lnTo>
                    <a:pt x="28" y="574"/>
                  </a:lnTo>
                  <a:lnTo>
                    <a:pt x="27" y="574"/>
                  </a:lnTo>
                  <a:lnTo>
                    <a:pt x="27" y="574"/>
                  </a:lnTo>
                  <a:lnTo>
                    <a:pt x="27" y="574"/>
                  </a:lnTo>
                  <a:lnTo>
                    <a:pt x="27" y="573"/>
                  </a:lnTo>
                  <a:lnTo>
                    <a:pt x="26" y="573"/>
                  </a:lnTo>
                  <a:lnTo>
                    <a:pt x="26" y="573"/>
                  </a:lnTo>
                  <a:lnTo>
                    <a:pt x="26" y="573"/>
                  </a:lnTo>
                  <a:lnTo>
                    <a:pt x="26" y="573"/>
                  </a:lnTo>
                  <a:lnTo>
                    <a:pt x="24" y="572"/>
                  </a:lnTo>
                  <a:lnTo>
                    <a:pt x="24" y="572"/>
                  </a:lnTo>
                  <a:lnTo>
                    <a:pt x="24" y="572"/>
                  </a:lnTo>
                  <a:lnTo>
                    <a:pt x="24" y="570"/>
                  </a:lnTo>
                  <a:lnTo>
                    <a:pt x="24" y="570"/>
                  </a:lnTo>
                  <a:lnTo>
                    <a:pt x="24" y="569"/>
                  </a:lnTo>
                  <a:lnTo>
                    <a:pt x="24" y="569"/>
                  </a:lnTo>
                  <a:lnTo>
                    <a:pt x="24" y="568"/>
                  </a:lnTo>
                  <a:lnTo>
                    <a:pt x="24" y="568"/>
                  </a:lnTo>
                  <a:lnTo>
                    <a:pt x="24" y="568"/>
                  </a:lnTo>
                  <a:lnTo>
                    <a:pt x="24" y="567"/>
                  </a:lnTo>
                  <a:lnTo>
                    <a:pt x="24" y="567"/>
                  </a:lnTo>
                  <a:lnTo>
                    <a:pt x="26" y="566"/>
                  </a:lnTo>
                  <a:lnTo>
                    <a:pt x="26" y="566"/>
                  </a:lnTo>
                  <a:lnTo>
                    <a:pt x="26" y="566"/>
                  </a:lnTo>
                  <a:lnTo>
                    <a:pt x="27" y="566"/>
                  </a:lnTo>
                  <a:lnTo>
                    <a:pt x="28" y="565"/>
                  </a:lnTo>
                  <a:lnTo>
                    <a:pt x="28" y="565"/>
                  </a:lnTo>
                  <a:lnTo>
                    <a:pt x="29" y="565"/>
                  </a:lnTo>
                  <a:lnTo>
                    <a:pt x="29" y="565"/>
                  </a:lnTo>
                  <a:lnTo>
                    <a:pt x="30" y="565"/>
                  </a:lnTo>
                  <a:lnTo>
                    <a:pt x="30" y="565"/>
                  </a:lnTo>
                  <a:lnTo>
                    <a:pt x="31" y="565"/>
                  </a:lnTo>
                  <a:lnTo>
                    <a:pt x="31" y="566"/>
                  </a:lnTo>
                  <a:lnTo>
                    <a:pt x="31" y="566"/>
                  </a:lnTo>
                  <a:lnTo>
                    <a:pt x="32" y="566"/>
                  </a:lnTo>
                  <a:lnTo>
                    <a:pt x="32" y="566"/>
                  </a:lnTo>
                  <a:lnTo>
                    <a:pt x="32" y="566"/>
                  </a:lnTo>
                  <a:lnTo>
                    <a:pt x="32" y="566"/>
                  </a:lnTo>
                  <a:lnTo>
                    <a:pt x="32" y="565"/>
                  </a:lnTo>
                  <a:lnTo>
                    <a:pt x="32" y="565"/>
                  </a:lnTo>
                  <a:lnTo>
                    <a:pt x="32" y="565"/>
                  </a:lnTo>
                  <a:lnTo>
                    <a:pt x="32" y="564"/>
                  </a:lnTo>
                  <a:lnTo>
                    <a:pt x="32" y="564"/>
                  </a:lnTo>
                  <a:lnTo>
                    <a:pt x="32" y="564"/>
                  </a:lnTo>
                  <a:lnTo>
                    <a:pt x="31" y="563"/>
                  </a:lnTo>
                  <a:lnTo>
                    <a:pt x="31" y="563"/>
                  </a:lnTo>
                  <a:lnTo>
                    <a:pt x="30" y="562"/>
                  </a:lnTo>
                  <a:lnTo>
                    <a:pt x="30" y="562"/>
                  </a:lnTo>
                  <a:lnTo>
                    <a:pt x="29" y="561"/>
                  </a:lnTo>
                  <a:lnTo>
                    <a:pt x="29" y="561"/>
                  </a:lnTo>
                  <a:lnTo>
                    <a:pt x="28" y="560"/>
                  </a:lnTo>
                  <a:lnTo>
                    <a:pt x="27" y="559"/>
                  </a:lnTo>
                  <a:lnTo>
                    <a:pt x="27" y="559"/>
                  </a:lnTo>
                  <a:lnTo>
                    <a:pt x="26" y="558"/>
                  </a:lnTo>
                  <a:lnTo>
                    <a:pt x="24" y="558"/>
                  </a:lnTo>
                  <a:lnTo>
                    <a:pt x="24" y="557"/>
                  </a:lnTo>
                  <a:lnTo>
                    <a:pt x="23" y="557"/>
                  </a:lnTo>
                  <a:lnTo>
                    <a:pt x="23" y="556"/>
                  </a:lnTo>
                  <a:lnTo>
                    <a:pt x="23" y="556"/>
                  </a:lnTo>
                  <a:lnTo>
                    <a:pt x="22" y="555"/>
                  </a:lnTo>
                  <a:lnTo>
                    <a:pt x="22" y="555"/>
                  </a:lnTo>
                  <a:lnTo>
                    <a:pt x="22" y="554"/>
                  </a:lnTo>
                  <a:lnTo>
                    <a:pt x="21" y="554"/>
                  </a:lnTo>
                  <a:lnTo>
                    <a:pt x="21" y="554"/>
                  </a:lnTo>
                  <a:lnTo>
                    <a:pt x="21" y="552"/>
                  </a:lnTo>
                  <a:lnTo>
                    <a:pt x="20" y="552"/>
                  </a:lnTo>
                  <a:lnTo>
                    <a:pt x="20" y="552"/>
                  </a:lnTo>
                  <a:lnTo>
                    <a:pt x="20" y="551"/>
                  </a:lnTo>
                  <a:lnTo>
                    <a:pt x="19" y="551"/>
                  </a:lnTo>
                  <a:lnTo>
                    <a:pt x="19" y="551"/>
                  </a:lnTo>
                  <a:lnTo>
                    <a:pt x="18" y="551"/>
                  </a:lnTo>
                  <a:lnTo>
                    <a:pt x="18" y="551"/>
                  </a:lnTo>
                  <a:lnTo>
                    <a:pt x="18" y="551"/>
                  </a:lnTo>
                  <a:lnTo>
                    <a:pt x="17" y="551"/>
                  </a:lnTo>
                  <a:lnTo>
                    <a:pt x="17" y="551"/>
                  </a:lnTo>
                  <a:lnTo>
                    <a:pt x="16" y="551"/>
                  </a:lnTo>
                  <a:lnTo>
                    <a:pt x="16" y="551"/>
                  </a:lnTo>
                  <a:lnTo>
                    <a:pt x="15" y="551"/>
                  </a:lnTo>
                  <a:lnTo>
                    <a:pt x="15" y="551"/>
                  </a:lnTo>
                  <a:lnTo>
                    <a:pt x="15" y="551"/>
                  </a:lnTo>
                  <a:lnTo>
                    <a:pt x="14" y="551"/>
                  </a:lnTo>
                  <a:lnTo>
                    <a:pt x="14" y="551"/>
                  </a:lnTo>
                  <a:lnTo>
                    <a:pt x="14" y="551"/>
                  </a:lnTo>
                  <a:lnTo>
                    <a:pt x="13" y="551"/>
                  </a:lnTo>
                  <a:lnTo>
                    <a:pt x="13" y="550"/>
                  </a:lnTo>
                  <a:lnTo>
                    <a:pt x="13" y="550"/>
                  </a:lnTo>
                  <a:lnTo>
                    <a:pt x="13" y="549"/>
                  </a:lnTo>
                  <a:lnTo>
                    <a:pt x="13" y="549"/>
                  </a:lnTo>
                  <a:lnTo>
                    <a:pt x="13" y="548"/>
                  </a:lnTo>
                  <a:lnTo>
                    <a:pt x="13" y="548"/>
                  </a:lnTo>
                  <a:lnTo>
                    <a:pt x="13" y="547"/>
                  </a:lnTo>
                  <a:lnTo>
                    <a:pt x="13" y="546"/>
                  </a:lnTo>
                  <a:lnTo>
                    <a:pt x="14" y="546"/>
                  </a:lnTo>
                  <a:lnTo>
                    <a:pt x="14" y="545"/>
                  </a:lnTo>
                  <a:lnTo>
                    <a:pt x="14" y="545"/>
                  </a:lnTo>
                  <a:lnTo>
                    <a:pt x="14" y="545"/>
                  </a:lnTo>
                  <a:lnTo>
                    <a:pt x="14" y="544"/>
                  </a:lnTo>
                  <a:lnTo>
                    <a:pt x="15" y="544"/>
                  </a:lnTo>
                  <a:lnTo>
                    <a:pt x="15" y="544"/>
                  </a:lnTo>
                  <a:lnTo>
                    <a:pt x="15" y="544"/>
                  </a:lnTo>
                  <a:lnTo>
                    <a:pt x="16" y="543"/>
                  </a:lnTo>
                  <a:lnTo>
                    <a:pt x="16" y="543"/>
                  </a:lnTo>
                  <a:lnTo>
                    <a:pt x="16" y="543"/>
                  </a:lnTo>
                  <a:lnTo>
                    <a:pt x="17" y="543"/>
                  </a:lnTo>
                  <a:lnTo>
                    <a:pt x="17" y="543"/>
                  </a:lnTo>
                  <a:lnTo>
                    <a:pt x="18" y="543"/>
                  </a:lnTo>
                  <a:lnTo>
                    <a:pt x="18" y="543"/>
                  </a:lnTo>
                  <a:lnTo>
                    <a:pt x="19" y="543"/>
                  </a:lnTo>
                  <a:lnTo>
                    <a:pt x="19" y="543"/>
                  </a:lnTo>
                  <a:lnTo>
                    <a:pt x="20" y="543"/>
                  </a:lnTo>
                  <a:lnTo>
                    <a:pt x="21" y="543"/>
                  </a:lnTo>
                  <a:lnTo>
                    <a:pt x="21" y="543"/>
                  </a:lnTo>
                  <a:lnTo>
                    <a:pt x="22" y="543"/>
                  </a:lnTo>
                  <a:lnTo>
                    <a:pt x="22" y="543"/>
                  </a:lnTo>
                  <a:lnTo>
                    <a:pt x="23" y="543"/>
                  </a:lnTo>
                  <a:lnTo>
                    <a:pt x="24" y="543"/>
                  </a:lnTo>
                  <a:lnTo>
                    <a:pt x="24" y="542"/>
                  </a:lnTo>
                  <a:lnTo>
                    <a:pt x="26" y="542"/>
                  </a:lnTo>
                  <a:lnTo>
                    <a:pt x="26" y="542"/>
                  </a:lnTo>
                  <a:lnTo>
                    <a:pt x="27" y="542"/>
                  </a:lnTo>
                  <a:lnTo>
                    <a:pt x="27" y="542"/>
                  </a:lnTo>
                  <a:lnTo>
                    <a:pt x="28" y="542"/>
                  </a:lnTo>
                  <a:lnTo>
                    <a:pt x="28" y="542"/>
                  </a:lnTo>
                  <a:lnTo>
                    <a:pt x="29" y="542"/>
                  </a:lnTo>
                  <a:lnTo>
                    <a:pt x="29" y="542"/>
                  </a:lnTo>
                  <a:lnTo>
                    <a:pt x="29" y="541"/>
                  </a:lnTo>
                  <a:lnTo>
                    <a:pt x="30" y="541"/>
                  </a:lnTo>
                  <a:lnTo>
                    <a:pt x="30" y="541"/>
                  </a:lnTo>
                  <a:lnTo>
                    <a:pt x="30" y="541"/>
                  </a:lnTo>
                  <a:lnTo>
                    <a:pt x="30" y="540"/>
                  </a:lnTo>
                  <a:lnTo>
                    <a:pt x="31" y="540"/>
                  </a:lnTo>
                  <a:lnTo>
                    <a:pt x="31" y="540"/>
                  </a:lnTo>
                  <a:lnTo>
                    <a:pt x="31" y="540"/>
                  </a:lnTo>
                  <a:lnTo>
                    <a:pt x="31" y="539"/>
                  </a:lnTo>
                  <a:lnTo>
                    <a:pt x="31" y="539"/>
                  </a:lnTo>
                  <a:lnTo>
                    <a:pt x="31" y="539"/>
                  </a:lnTo>
                  <a:lnTo>
                    <a:pt x="31" y="539"/>
                  </a:lnTo>
                  <a:lnTo>
                    <a:pt x="31" y="539"/>
                  </a:lnTo>
                  <a:lnTo>
                    <a:pt x="31" y="538"/>
                  </a:lnTo>
                  <a:lnTo>
                    <a:pt x="31" y="538"/>
                  </a:lnTo>
                  <a:lnTo>
                    <a:pt x="31" y="538"/>
                  </a:lnTo>
                  <a:lnTo>
                    <a:pt x="31" y="538"/>
                  </a:lnTo>
                  <a:lnTo>
                    <a:pt x="31" y="538"/>
                  </a:lnTo>
                  <a:lnTo>
                    <a:pt x="30" y="538"/>
                  </a:lnTo>
                  <a:lnTo>
                    <a:pt x="30" y="538"/>
                  </a:lnTo>
                  <a:lnTo>
                    <a:pt x="30" y="538"/>
                  </a:lnTo>
                  <a:lnTo>
                    <a:pt x="30" y="538"/>
                  </a:lnTo>
                  <a:lnTo>
                    <a:pt x="29" y="538"/>
                  </a:lnTo>
                  <a:lnTo>
                    <a:pt x="29" y="538"/>
                  </a:lnTo>
                  <a:lnTo>
                    <a:pt x="29" y="538"/>
                  </a:lnTo>
                  <a:lnTo>
                    <a:pt x="28" y="538"/>
                  </a:lnTo>
                  <a:lnTo>
                    <a:pt x="28" y="538"/>
                  </a:lnTo>
                  <a:lnTo>
                    <a:pt x="28" y="538"/>
                  </a:lnTo>
                  <a:lnTo>
                    <a:pt x="27" y="538"/>
                  </a:lnTo>
                  <a:lnTo>
                    <a:pt x="27" y="538"/>
                  </a:lnTo>
                  <a:lnTo>
                    <a:pt x="26" y="538"/>
                  </a:lnTo>
                  <a:lnTo>
                    <a:pt x="26" y="538"/>
                  </a:lnTo>
                  <a:lnTo>
                    <a:pt x="26" y="538"/>
                  </a:lnTo>
                  <a:lnTo>
                    <a:pt x="24" y="538"/>
                  </a:lnTo>
                  <a:lnTo>
                    <a:pt x="24" y="538"/>
                  </a:lnTo>
                  <a:lnTo>
                    <a:pt x="23" y="538"/>
                  </a:lnTo>
                  <a:lnTo>
                    <a:pt x="23" y="539"/>
                  </a:lnTo>
                  <a:lnTo>
                    <a:pt x="23" y="539"/>
                  </a:lnTo>
                  <a:lnTo>
                    <a:pt x="22" y="539"/>
                  </a:lnTo>
                  <a:lnTo>
                    <a:pt x="22" y="539"/>
                  </a:lnTo>
                  <a:lnTo>
                    <a:pt x="21" y="539"/>
                  </a:lnTo>
                  <a:lnTo>
                    <a:pt x="21" y="539"/>
                  </a:lnTo>
                  <a:lnTo>
                    <a:pt x="20" y="539"/>
                  </a:lnTo>
                  <a:lnTo>
                    <a:pt x="20" y="540"/>
                  </a:lnTo>
                  <a:lnTo>
                    <a:pt x="20" y="540"/>
                  </a:lnTo>
                  <a:lnTo>
                    <a:pt x="19" y="540"/>
                  </a:lnTo>
                  <a:lnTo>
                    <a:pt x="19" y="540"/>
                  </a:lnTo>
                  <a:lnTo>
                    <a:pt x="18" y="540"/>
                  </a:lnTo>
                  <a:lnTo>
                    <a:pt x="18" y="540"/>
                  </a:lnTo>
                  <a:lnTo>
                    <a:pt x="18" y="540"/>
                  </a:lnTo>
                  <a:lnTo>
                    <a:pt x="18" y="540"/>
                  </a:lnTo>
                  <a:lnTo>
                    <a:pt x="17" y="540"/>
                  </a:lnTo>
                  <a:lnTo>
                    <a:pt x="17" y="540"/>
                  </a:lnTo>
                  <a:lnTo>
                    <a:pt x="17" y="540"/>
                  </a:lnTo>
                  <a:lnTo>
                    <a:pt x="17" y="540"/>
                  </a:lnTo>
                  <a:lnTo>
                    <a:pt x="16" y="540"/>
                  </a:lnTo>
                  <a:lnTo>
                    <a:pt x="16" y="539"/>
                  </a:lnTo>
                  <a:lnTo>
                    <a:pt x="16" y="539"/>
                  </a:lnTo>
                  <a:lnTo>
                    <a:pt x="16" y="539"/>
                  </a:lnTo>
                  <a:lnTo>
                    <a:pt x="16" y="538"/>
                  </a:lnTo>
                  <a:lnTo>
                    <a:pt x="15" y="538"/>
                  </a:lnTo>
                  <a:lnTo>
                    <a:pt x="15" y="538"/>
                  </a:lnTo>
                  <a:lnTo>
                    <a:pt x="15" y="537"/>
                  </a:lnTo>
                  <a:lnTo>
                    <a:pt x="15" y="537"/>
                  </a:lnTo>
                  <a:lnTo>
                    <a:pt x="15" y="536"/>
                  </a:lnTo>
                  <a:lnTo>
                    <a:pt x="15" y="536"/>
                  </a:lnTo>
                  <a:lnTo>
                    <a:pt x="15" y="536"/>
                  </a:lnTo>
                  <a:lnTo>
                    <a:pt x="15" y="534"/>
                  </a:lnTo>
                  <a:lnTo>
                    <a:pt x="15" y="534"/>
                  </a:lnTo>
                  <a:lnTo>
                    <a:pt x="15" y="533"/>
                  </a:lnTo>
                  <a:lnTo>
                    <a:pt x="15" y="533"/>
                  </a:lnTo>
                  <a:lnTo>
                    <a:pt x="15" y="532"/>
                  </a:lnTo>
                  <a:lnTo>
                    <a:pt x="15" y="532"/>
                  </a:lnTo>
                  <a:lnTo>
                    <a:pt x="15" y="531"/>
                  </a:lnTo>
                  <a:lnTo>
                    <a:pt x="15" y="531"/>
                  </a:lnTo>
                  <a:lnTo>
                    <a:pt x="15" y="530"/>
                  </a:lnTo>
                  <a:lnTo>
                    <a:pt x="15" y="530"/>
                  </a:lnTo>
                  <a:lnTo>
                    <a:pt x="15" y="529"/>
                  </a:lnTo>
                  <a:lnTo>
                    <a:pt x="16" y="529"/>
                  </a:lnTo>
                  <a:lnTo>
                    <a:pt x="16" y="528"/>
                  </a:lnTo>
                  <a:lnTo>
                    <a:pt x="16" y="528"/>
                  </a:lnTo>
                  <a:lnTo>
                    <a:pt x="16" y="527"/>
                  </a:lnTo>
                  <a:lnTo>
                    <a:pt x="16" y="527"/>
                  </a:lnTo>
                  <a:lnTo>
                    <a:pt x="16" y="526"/>
                  </a:lnTo>
                  <a:lnTo>
                    <a:pt x="16" y="526"/>
                  </a:lnTo>
                  <a:lnTo>
                    <a:pt x="16" y="525"/>
                  </a:lnTo>
                  <a:lnTo>
                    <a:pt x="17" y="525"/>
                  </a:lnTo>
                  <a:lnTo>
                    <a:pt x="17" y="524"/>
                  </a:lnTo>
                  <a:lnTo>
                    <a:pt x="17" y="524"/>
                  </a:lnTo>
                  <a:lnTo>
                    <a:pt x="17" y="523"/>
                  </a:lnTo>
                  <a:lnTo>
                    <a:pt x="17" y="522"/>
                  </a:lnTo>
                  <a:lnTo>
                    <a:pt x="17" y="521"/>
                  </a:lnTo>
                  <a:lnTo>
                    <a:pt x="17" y="520"/>
                  </a:lnTo>
                  <a:lnTo>
                    <a:pt x="17" y="520"/>
                  </a:lnTo>
                  <a:lnTo>
                    <a:pt x="17" y="519"/>
                  </a:lnTo>
                  <a:lnTo>
                    <a:pt x="17" y="518"/>
                  </a:lnTo>
                  <a:lnTo>
                    <a:pt x="17" y="518"/>
                  </a:lnTo>
                  <a:lnTo>
                    <a:pt x="17" y="516"/>
                  </a:lnTo>
                  <a:lnTo>
                    <a:pt x="17" y="516"/>
                  </a:lnTo>
                  <a:lnTo>
                    <a:pt x="17" y="515"/>
                  </a:lnTo>
                  <a:lnTo>
                    <a:pt x="17" y="515"/>
                  </a:lnTo>
                  <a:lnTo>
                    <a:pt x="17" y="515"/>
                  </a:lnTo>
                  <a:lnTo>
                    <a:pt x="16" y="514"/>
                  </a:lnTo>
                  <a:lnTo>
                    <a:pt x="16" y="514"/>
                  </a:lnTo>
                  <a:lnTo>
                    <a:pt x="16" y="514"/>
                  </a:lnTo>
                  <a:lnTo>
                    <a:pt x="16" y="514"/>
                  </a:lnTo>
                  <a:lnTo>
                    <a:pt x="16" y="514"/>
                  </a:lnTo>
                  <a:lnTo>
                    <a:pt x="16" y="514"/>
                  </a:lnTo>
                  <a:lnTo>
                    <a:pt x="16" y="513"/>
                  </a:lnTo>
                  <a:lnTo>
                    <a:pt x="15" y="513"/>
                  </a:lnTo>
                  <a:lnTo>
                    <a:pt x="15" y="513"/>
                  </a:lnTo>
                  <a:lnTo>
                    <a:pt x="15" y="513"/>
                  </a:lnTo>
                  <a:lnTo>
                    <a:pt x="15" y="513"/>
                  </a:lnTo>
                  <a:lnTo>
                    <a:pt x="15" y="513"/>
                  </a:lnTo>
                  <a:lnTo>
                    <a:pt x="15" y="513"/>
                  </a:lnTo>
                  <a:lnTo>
                    <a:pt x="14" y="512"/>
                  </a:lnTo>
                  <a:lnTo>
                    <a:pt x="14" y="512"/>
                  </a:lnTo>
                  <a:lnTo>
                    <a:pt x="14" y="512"/>
                  </a:lnTo>
                  <a:lnTo>
                    <a:pt x="14" y="512"/>
                  </a:lnTo>
                  <a:lnTo>
                    <a:pt x="14" y="512"/>
                  </a:lnTo>
                  <a:lnTo>
                    <a:pt x="13" y="512"/>
                  </a:lnTo>
                  <a:lnTo>
                    <a:pt x="13" y="512"/>
                  </a:lnTo>
                  <a:lnTo>
                    <a:pt x="13" y="513"/>
                  </a:lnTo>
                  <a:lnTo>
                    <a:pt x="13" y="513"/>
                  </a:lnTo>
                  <a:lnTo>
                    <a:pt x="12" y="513"/>
                  </a:lnTo>
                  <a:lnTo>
                    <a:pt x="12" y="513"/>
                  </a:lnTo>
                  <a:lnTo>
                    <a:pt x="12" y="514"/>
                  </a:lnTo>
                  <a:lnTo>
                    <a:pt x="12" y="514"/>
                  </a:lnTo>
                  <a:lnTo>
                    <a:pt x="12" y="514"/>
                  </a:lnTo>
                  <a:lnTo>
                    <a:pt x="12" y="514"/>
                  </a:lnTo>
                  <a:lnTo>
                    <a:pt x="12" y="515"/>
                  </a:lnTo>
                  <a:lnTo>
                    <a:pt x="12" y="515"/>
                  </a:lnTo>
                  <a:lnTo>
                    <a:pt x="12" y="515"/>
                  </a:lnTo>
                  <a:lnTo>
                    <a:pt x="12" y="516"/>
                  </a:lnTo>
                  <a:lnTo>
                    <a:pt x="12" y="516"/>
                  </a:lnTo>
                  <a:lnTo>
                    <a:pt x="12" y="518"/>
                  </a:lnTo>
                  <a:lnTo>
                    <a:pt x="12" y="518"/>
                  </a:lnTo>
                  <a:lnTo>
                    <a:pt x="12" y="518"/>
                  </a:lnTo>
                  <a:lnTo>
                    <a:pt x="12" y="519"/>
                  </a:lnTo>
                  <a:lnTo>
                    <a:pt x="12" y="519"/>
                  </a:lnTo>
                  <a:lnTo>
                    <a:pt x="12" y="520"/>
                  </a:lnTo>
                  <a:lnTo>
                    <a:pt x="12" y="520"/>
                  </a:lnTo>
                  <a:lnTo>
                    <a:pt x="12" y="520"/>
                  </a:lnTo>
                  <a:lnTo>
                    <a:pt x="12" y="521"/>
                  </a:lnTo>
                  <a:lnTo>
                    <a:pt x="12" y="521"/>
                  </a:lnTo>
                  <a:lnTo>
                    <a:pt x="13" y="521"/>
                  </a:lnTo>
                  <a:lnTo>
                    <a:pt x="13" y="521"/>
                  </a:lnTo>
                  <a:lnTo>
                    <a:pt x="13" y="522"/>
                  </a:lnTo>
                  <a:lnTo>
                    <a:pt x="13" y="522"/>
                  </a:lnTo>
                  <a:lnTo>
                    <a:pt x="13" y="522"/>
                  </a:lnTo>
                  <a:lnTo>
                    <a:pt x="13" y="522"/>
                  </a:lnTo>
                  <a:lnTo>
                    <a:pt x="13" y="522"/>
                  </a:lnTo>
                  <a:lnTo>
                    <a:pt x="13" y="523"/>
                  </a:lnTo>
                  <a:lnTo>
                    <a:pt x="13" y="523"/>
                  </a:lnTo>
                  <a:lnTo>
                    <a:pt x="12" y="523"/>
                  </a:lnTo>
                  <a:lnTo>
                    <a:pt x="12" y="523"/>
                  </a:lnTo>
                  <a:lnTo>
                    <a:pt x="12" y="523"/>
                  </a:lnTo>
                  <a:lnTo>
                    <a:pt x="11" y="524"/>
                  </a:lnTo>
                  <a:lnTo>
                    <a:pt x="11" y="524"/>
                  </a:lnTo>
                  <a:lnTo>
                    <a:pt x="11" y="524"/>
                  </a:lnTo>
                  <a:lnTo>
                    <a:pt x="10" y="524"/>
                  </a:lnTo>
                  <a:lnTo>
                    <a:pt x="10" y="524"/>
                  </a:lnTo>
                  <a:lnTo>
                    <a:pt x="9" y="523"/>
                  </a:lnTo>
                  <a:lnTo>
                    <a:pt x="9" y="523"/>
                  </a:lnTo>
                  <a:lnTo>
                    <a:pt x="9" y="523"/>
                  </a:lnTo>
                  <a:lnTo>
                    <a:pt x="8" y="523"/>
                  </a:lnTo>
                  <a:lnTo>
                    <a:pt x="8" y="522"/>
                  </a:lnTo>
                  <a:lnTo>
                    <a:pt x="6" y="522"/>
                  </a:lnTo>
                  <a:lnTo>
                    <a:pt x="6" y="522"/>
                  </a:lnTo>
                  <a:lnTo>
                    <a:pt x="5" y="521"/>
                  </a:lnTo>
                  <a:lnTo>
                    <a:pt x="5" y="521"/>
                  </a:lnTo>
                  <a:lnTo>
                    <a:pt x="5" y="520"/>
                  </a:lnTo>
                  <a:lnTo>
                    <a:pt x="4" y="520"/>
                  </a:lnTo>
                  <a:lnTo>
                    <a:pt x="4" y="519"/>
                  </a:lnTo>
                  <a:lnTo>
                    <a:pt x="4" y="518"/>
                  </a:lnTo>
                  <a:lnTo>
                    <a:pt x="3" y="518"/>
                  </a:lnTo>
                  <a:lnTo>
                    <a:pt x="3" y="516"/>
                  </a:lnTo>
                  <a:lnTo>
                    <a:pt x="3" y="515"/>
                  </a:lnTo>
                  <a:lnTo>
                    <a:pt x="2" y="514"/>
                  </a:lnTo>
                  <a:lnTo>
                    <a:pt x="2" y="514"/>
                  </a:lnTo>
                  <a:lnTo>
                    <a:pt x="1" y="513"/>
                  </a:lnTo>
                  <a:lnTo>
                    <a:pt x="1" y="512"/>
                  </a:lnTo>
                  <a:lnTo>
                    <a:pt x="1" y="511"/>
                  </a:lnTo>
                  <a:lnTo>
                    <a:pt x="0" y="510"/>
                  </a:lnTo>
                  <a:lnTo>
                    <a:pt x="0" y="510"/>
                  </a:lnTo>
                  <a:lnTo>
                    <a:pt x="0" y="509"/>
                  </a:lnTo>
                  <a:lnTo>
                    <a:pt x="0" y="508"/>
                  </a:lnTo>
                  <a:lnTo>
                    <a:pt x="0" y="508"/>
                  </a:lnTo>
                  <a:lnTo>
                    <a:pt x="0" y="507"/>
                  </a:lnTo>
                  <a:lnTo>
                    <a:pt x="0" y="507"/>
                  </a:lnTo>
                  <a:lnTo>
                    <a:pt x="0" y="506"/>
                  </a:lnTo>
                  <a:lnTo>
                    <a:pt x="0" y="505"/>
                  </a:lnTo>
                  <a:lnTo>
                    <a:pt x="0" y="504"/>
                  </a:lnTo>
                  <a:lnTo>
                    <a:pt x="0" y="504"/>
                  </a:lnTo>
                  <a:lnTo>
                    <a:pt x="0" y="503"/>
                  </a:lnTo>
                  <a:lnTo>
                    <a:pt x="1" y="502"/>
                  </a:lnTo>
                  <a:lnTo>
                    <a:pt x="1" y="501"/>
                  </a:lnTo>
                  <a:lnTo>
                    <a:pt x="1" y="500"/>
                  </a:lnTo>
                  <a:lnTo>
                    <a:pt x="1" y="498"/>
                  </a:lnTo>
                  <a:lnTo>
                    <a:pt x="1" y="497"/>
                  </a:lnTo>
                  <a:lnTo>
                    <a:pt x="1" y="496"/>
                  </a:lnTo>
                  <a:lnTo>
                    <a:pt x="1" y="496"/>
                  </a:lnTo>
                  <a:lnTo>
                    <a:pt x="1" y="495"/>
                  </a:lnTo>
                  <a:lnTo>
                    <a:pt x="1" y="494"/>
                  </a:lnTo>
                  <a:lnTo>
                    <a:pt x="2" y="494"/>
                  </a:lnTo>
                  <a:lnTo>
                    <a:pt x="2" y="493"/>
                  </a:lnTo>
                  <a:lnTo>
                    <a:pt x="2" y="492"/>
                  </a:lnTo>
                  <a:lnTo>
                    <a:pt x="3" y="492"/>
                  </a:lnTo>
                  <a:lnTo>
                    <a:pt x="3" y="491"/>
                  </a:lnTo>
                  <a:lnTo>
                    <a:pt x="4" y="490"/>
                  </a:lnTo>
                  <a:lnTo>
                    <a:pt x="4" y="490"/>
                  </a:lnTo>
                  <a:lnTo>
                    <a:pt x="5" y="489"/>
                  </a:lnTo>
                  <a:lnTo>
                    <a:pt x="5" y="489"/>
                  </a:lnTo>
                  <a:lnTo>
                    <a:pt x="6" y="488"/>
                  </a:lnTo>
                  <a:lnTo>
                    <a:pt x="6" y="487"/>
                  </a:lnTo>
                  <a:lnTo>
                    <a:pt x="8" y="487"/>
                  </a:lnTo>
                  <a:lnTo>
                    <a:pt x="8" y="486"/>
                  </a:lnTo>
                  <a:lnTo>
                    <a:pt x="9" y="485"/>
                  </a:lnTo>
                  <a:lnTo>
                    <a:pt x="9" y="484"/>
                  </a:lnTo>
                  <a:lnTo>
                    <a:pt x="9" y="484"/>
                  </a:lnTo>
                  <a:lnTo>
                    <a:pt x="9" y="483"/>
                  </a:lnTo>
                  <a:lnTo>
                    <a:pt x="8" y="483"/>
                  </a:lnTo>
                  <a:lnTo>
                    <a:pt x="8" y="482"/>
                  </a:lnTo>
                  <a:lnTo>
                    <a:pt x="8" y="482"/>
                  </a:lnTo>
                  <a:lnTo>
                    <a:pt x="8" y="480"/>
                  </a:lnTo>
                  <a:lnTo>
                    <a:pt x="6" y="480"/>
                  </a:lnTo>
                  <a:lnTo>
                    <a:pt x="6" y="479"/>
                  </a:lnTo>
                  <a:lnTo>
                    <a:pt x="6" y="479"/>
                  </a:lnTo>
                  <a:lnTo>
                    <a:pt x="5" y="478"/>
                  </a:lnTo>
                  <a:lnTo>
                    <a:pt x="5" y="477"/>
                  </a:lnTo>
                  <a:lnTo>
                    <a:pt x="4" y="477"/>
                  </a:lnTo>
                  <a:lnTo>
                    <a:pt x="4" y="476"/>
                  </a:lnTo>
                  <a:lnTo>
                    <a:pt x="3" y="476"/>
                  </a:lnTo>
                  <a:lnTo>
                    <a:pt x="3" y="475"/>
                  </a:lnTo>
                  <a:lnTo>
                    <a:pt x="3" y="475"/>
                  </a:lnTo>
                  <a:lnTo>
                    <a:pt x="2" y="474"/>
                  </a:lnTo>
                  <a:lnTo>
                    <a:pt x="2" y="473"/>
                  </a:lnTo>
                  <a:lnTo>
                    <a:pt x="2" y="473"/>
                  </a:lnTo>
                  <a:lnTo>
                    <a:pt x="2" y="472"/>
                  </a:lnTo>
                  <a:lnTo>
                    <a:pt x="2" y="472"/>
                  </a:lnTo>
                  <a:lnTo>
                    <a:pt x="2" y="471"/>
                  </a:lnTo>
                  <a:lnTo>
                    <a:pt x="2" y="471"/>
                  </a:lnTo>
                  <a:lnTo>
                    <a:pt x="2" y="470"/>
                  </a:lnTo>
                  <a:lnTo>
                    <a:pt x="2" y="469"/>
                  </a:lnTo>
                  <a:lnTo>
                    <a:pt x="3" y="469"/>
                  </a:lnTo>
                  <a:lnTo>
                    <a:pt x="3" y="468"/>
                  </a:lnTo>
                  <a:lnTo>
                    <a:pt x="3" y="468"/>
                  </a:lnTo>
                  <a:lnTo>
                    <a:pt x="4" y="467"/>
                  </a:lnTo>
                  <a:lnTo>
                    <a:pt x="4" y="467"/>
                  </a:lnTo>
                  <a:lnTo>
                    <a:pt x="5" y="466"/>
                  </a:lnTo>
                  <a:lnTo>
                    <a:pt x="5" y="466"/>
                  </a:lnTo>
                  <a:lnTo>
                    <a:pt x="6" y="465"/>
                  </a:lnTo>
                  <a:lnTo>
                    <a:pt x="6" y="465"/>
                  </a:lnTo>
                  <a:lnTo>
                    <a:pt x="8" y="464"/>
                  </a:lnTo>
                  <a:lnTo>
                    <a:pt x="9" y="464"/>
                  </a:lnTo>
                  <a:lnTo>
                    <a:pt x="9" y="462"/>
                  </a:lnTo>
                  <a:lnTo>
                    <a:pt x="10" y="462"/>
                  </a:lnTo>
                  <a:lnTo>
                    <a:pt x="10" y="462"/>
                  </a:lnTo>
                  <a:lnTo>
                    <a:pt x="11" y="461"/>
                  </a:lnTo>
                  <a:lnTo>
                    <a:pt x="11" y="461"/>
                  </a:lnTo>
                  <a:lnTo>
                    <a:pt x="12" y="460"/>
                  </a:lnTo>
                  <a:lnTo>
                    <a:pt x="12" y="460"/>
                  </a:lnTo>
                  <a:lnTo>
                    <a:pt x="13" y="460"/>
                  </a:lnTo>
                  <a:lnTo>
                    <a:pt x="13" y="459"/>
                  </a:lnTo>
                  <a:lnTo>
                    <a:pt x="14" y="459"/>
                  </a:lnTo>
                  <a:lnTo>
                    <a:pt x="14" y="459"/>
                  </a:lnTo>
                  <a:lnTo>
                    <a:pt x="14" y="458"/>
                  </a:lnTo>
                  <a:lnTo>
                    <a:pt x="15" y="458"/>
                  </a:lnTo>
                  <a:lnTo>
                    <a:pt x="15" y="458"/>
                  </a:lnTo>
                  <a:lnTo>
                    <a:pt x="16" y="457"/>
                  </a:lnTo>
                  <a:lnTo>
                    <a:pt x="16" y="457"/>
                  </a:lnTo>
                  <a:lnTo>
                    <a:pt x="16" y="457"/>
                  </a:lnTo>
                  <a:lnTo>
                    <a:pt x="16" y="456"/>
                  </a:lnTo>
                  <a:lnTo>
                    <a:pt x="17" y="456"/>
                  </a:lnTo>
                  <a:lnTo>
                    <a:pt x="17" y="455"/>
                  </a:lnTo>
                  <a:lnTo>
                    <a:pt x="17" y="455"/>
                  </a:lnTo>
                  <a:lnTo>
                    <a:pt x="17" y="454"/>
                  </a:lnTo>
                  <a:lnTo>
                    <a:pt x="17" y="454"/>
                  </a:lnTo>
                  <a:lnTo>
                    <a:pt x="17" y="453"/>
                  </a:lnTo>
                  <a:lnTo>
                    <a:pt x="18" y="453"/>
                  </a:lnTo>
                  <a:lnTo>
                    <a:pt x="18" y="453"/>
                  </a:lnTo>
                  <a:lnTo>
                    <a:pt x="18" y="452"/>
                  </a:lnTo>
                  <a:lnTo>
                    <a:pt x="18" y="452"/>
                  </a:lnTo>
                  <a:lnTo>
                    <a:pt x="18" y="452"/>
                  </a:lnTo>
                  <a:lnTo>
                    <a:pt x="18" y="451"/>
                  </a:lnTo>
                  <a:lnTo>
                    <a:pt x="18" y="451"/>
                  </a:lnTo>
                  <a:lnTo>
                    <a:pt x="18" y="450"/>
                  </a:lnTo>
                  <a:lnTo>
                    <a:pt x="18" y="449"/>
                  </a:lnTo>
                  <a:lnTo>
                    <a:pt x="18" y="448"/>
                  </a:lnTo>
                  <a:lnTo>
                    <a:pt x="17" y="447"/>
                  </a:lnTo>
                  <a:lnTo>
                    <a:pt x="17" y="446"/>
                  </a:lnTo>
                  <a:lnTo>
                    <a:pt x="17" y="444"/>
                  </a:lnTo>
                  <a:lnTo>
                    <a:pt x="17" y="443"/>
                  </a:lnTo>
                  <a:lnTo>
                    <a:pt x="17" y="442"/>
                  </a:lnTo>
                  <a:lnTo>
                    <a:pt x="17" y="441"/>
                  </a:lnTo>
                  <a:lnTo>
                    <a:pt x="17" y="440"/>
                  </a:lnTo>
                  <a:lnTo>
                    <a:pt x="17" y="439"/>
                  </a:lnTo>
                  <a:lnTo>
                    <a:pt x="17" y="438"/>
                  </a:lnTo>
                  <a:lnTo>
                    <a:pt x="17" y="437"/>
                  </a:lnTo>
                  <a:lnTo>
                    <a:pt x="17" y="437"/>
                  </a:lnTo>
                  <a:lnTo>
                    <a:pt x="17" y="436"/>
                  </a:lnTo>
                  <a:lnTo>
                    <a:pt x="17" y="436"/>
                  </a:lnTo>
                  <a:lnTo>
                    <a:pt x="17" y="436"/>
                  </a:lnTo>
                  <a:lnTo>
                    <a:pt x="17" y="435"/>
                  </a:lnTo>
                  <a:lnTo>
                    <a:pt x="17" y="435"/>
                  </a:lnTo>
                  <a:lnTo>
                    <a:pt x="17" y="435"/>
                  </a:lnTo>
                  <a:lnTo>
                    <a:pt x="17" y="434"/>
                  </a:lnTo>
                  <a:lnTo>
                    <a:pt x="17" y="434"/>
                  </a:lnTo>
                  <a:lnTo>
                    <a:pt x="17" y="434"/>
                  </a:lnTo>
                  <a:lnTo>
                    <a:pt x="17" y="434"/>
                  </a:lnTo>
                  <a:lnTo>
                    <a:pt x="17" y="434"/>
                  </a:lnTo>
                  <a:lnTo>
                    <a:pt x="17" y="434"/>
                  </a:lnTo>
                  <a:lnTo>
                    <a:pt x="17" y="433"/>
                  </a:lnTo>
                  <a:lnTo>
                    <a:pt x="18" y="433"/>
                  </a:lnTo>
                  <a:lnTo>
                    <a:pt x="18" y="433"/>
                  </a:lnTo>
                  <a:lnTo>
                    <a:pt x="18" y="433"/>
                  </a:lnTo>
                  <a:lnTo>
                    <a:pt x="19" y="433"/>
                  </a:lnTo>
                  <a:lnTo>
                    <a:pt x="19" y="433"/>
                  </a:lnTo>
                  <a:lnTo>
                    <a:pt x="20" y="433"/>
                  </a:lnTo>
                  <a:lnTo>
                    <a:pt x="20" y="433"/>
                  </a:lnTo>
                  <a:lnTo>
                    <a:pt x="21" y="433"/>
                  </a:lnTo>
                  <a:lnTo>
                    <a:pt x="22" y="433"/>
                  </a:lnTo>
                  <a:lnTo>
                    <a:pt x="23" y="433"/>
                  </a:lnTo>
                  <a:lnTo>
                    <a:pt x="24" y="433"/>
                  </a:lnTo>
                  <a:lnTo>
                    <a:pt x="26" y="433"/>
                  </a:lnTo>
                  <a:lnTo>
                    <a:pt x="27" y="433"/>
                  </a:lnTo>
                  <a:lnTo>
                    <a:pt x="27" y="432"/>
                  </a:lnTo>
                  <a:lnTo>
                    <a:pt x="28" y="432"/>
                  </a:lnTo>
                  <a:lnTo>
                    <a:pt x="29" y="432"/>
                  </a:lnTo>
                  <a:lnTo>
                    <a:pt x="30" y="432"/>
                  </a:lnTo>
                  <a:lnTo>
                    <a:pt x="30" y="432"/>
                  </a:lnTo>
                  <a:lnTo>
                    <a:pt x="31" y="432"/>
                  </a:lnTo>
                  <a:lnTo>
                    <a:pt x="31" y="432"/>
                  </a:lnTo>
                  <a:lnTo>
                    <a:pt x="32" y="432"/>
                  </a:lnTo>
                  <a:lnTo>
                    <a:pt x="32" y="432"/>
                  </a:lnTo>
                  <a:lnTo>
                    <a:pt x="33" y="432"/>
                  </a:lnTo>
                  <a:lnTo>
                    <a:pt x="34" y="432"/>
                  </a:lnTo>
                  <a:lnTo>
                    <a:pt x="34" y="432"/>
                  </a:lnTo>
                  <a:lnTo>
                    <a:pt x="35" y="432"/>
                  </a:lnTo>
                  <a:lnTo>
                    <a:pt x="36" y="432"/>
                  </a:lnTo>
                  <a:lnTo>
                    <a:pt x="37" y="432"/>
                  </a:lnTo>
                  <a:lnTo>
                    <a:pt x="37" y="433"/>
                  </a:lnTo>
                  <a:lnTo>
                    <a:pt x="38" y="433"/>
                  </a:lnTo>
                  <a:lnTo>
                    <a:pt x="39" y="433"/>
                  </a:lnTo>
                  <a:lnTo>
                    <a:pt x="40" y="433"/>
                  </a:lnTo>
                  <a:lnTo>
                    <a:pt x="40" y="433"/>
                  </a:lnTo>
                  <a:lnTo>
                    <a:pt x="41" y="434"/>
                  </a:lnTo>
                  <a:lnTo>
                    <a:pt x="42" y="434"/>
                  </a:lnTo>
                  <a:lnTo>
                    <a:pt x="42" y="434"/>
                  </a:lnTo>
                  <a:lnTo>
                    <a:pt x="44" y="434"/>
                  </a:lnTo>
                  <a:lnTo>
                    <a:pt x="45" y="435"/>
                  </a:lnTo>
                  <a:lnTo>
                    <a:pt x="45" y="435"/>
                  </a:lnTo>
                  <a:lnTo>
                    <a:pt x="46" y="435"/>
                  </a:lnTo>
                  <a:lnTo>
                    <a:pt x="46" y="435"/>
                  </a:lnTo>
                  <a:lnTo>
                    <a:pt x="46" y="436"/>
                  </a:lnTo>
                  <a:lnTo>
                    <a:pt x="47" y="436"/>
                  </a:lnTo>
                  <a:lnTo>
                    <a:pt x="47" y="436"/>
                  </a:lnTo>
                  <a:lnTo>
                    <a:pt x="48" y="436"/>
                  </a:lnTo>
                  <a:lnTo>
                    <a:pt x="48" y="436"/>
                  </a:lnTo>
                  <a:lnTo>
                    <a:pt x="48" y="436"/>
                  </a:lnTo>
                  <a:lnTo>
                    <a:pt x="48" y="436"/>
                  </a:lnTo>
                  <a:lnTo>
                    <a:pt x="49" y="436"/>
                  </a:lnTo>
                  <a:lnTo>
                    <a:pt x="49" y="436"/>
                  </a:lnTo>
                  <a:lnTo>
                    <a:pt x="49" y="436"/>
                  </a:lnTo>
                  <a:lnTo>
                    <a:pt x="49" y="436"/>
                  </a:lnTo>
                  <a:lnTo>
                    <a:pt x="49" y="436"/>
                  </a:lnTo>
                  <a:lnTo>
                    <a:pt x="49" y="435"/>
                  </a:lnTo>
                  <a:lnTo>
                    <a:pt x="49" y="435"/>
                  </a:lnTo>
                  <a:lnTo>
                    <a:pt x="49" y="435"/>
                  </a:lnTo>
                  <a:lnTo>
                    <a:pt x="49" y="435"/>
                  </a:lnTo>
                  <a:lnTo>
                    <a:pt x="49" y="435"/>
                  </a:lnTo>
                  <a:lnTo>
                    <a:pt x="49" y="435"/>
                  </a:lnTo>
                  <a:lnTo>
                    <a:pt x="49" y="435"/>
                  </a:lnTo>
                  <a:lnTo>
                    <a:pt x="48" y="434"/>
                  </a:lnTo>
                  <a:lnTo>
                    <a:pt x="48" y="434"/>
                  </a:lnTo>
                  <a:lnTo>
                    <a:pt x="48" y="434"/>
                  </a:lnTo>
                  <a:lnTo>
                    <a:pt x="48" y="434"/>
                  </a:lnTo>
                  <a:lnTo>
                    <a:pt x="47" y="434"/>
                  </a:lnTo>
                  <a:lnTo>
                    <a:pt x="47" y="434"/>
                  </a:lnTo>
                  <a:lnTo>
                    <a:pt x="47" y="433"/>
                  </a:lnTo>
                  <a:lnTo>
                    <a:pt x="46" y="433"/>
                  </a:lnTo>
                  <a:lnTo>
                    <a:pt x="46" y="433"/>
                  </a:lnTo>
                  <a:lnTo>
                    <a:pt x="45" y="433"/>
                  </a:lnTo>
                  <a:lnTo>
                    <a:pt x="45" y="433"/>
                  </a:lnTo>
                  <a:lnTo>
                    <a:pt x="44" y="433"/>
                  </a:lnTo>
                  <a:lnTo>
                    <a:pt x="44" y="432"/>
                  </a:lnTo>
                  <a:lnTo>
                    <a:pt x="42" y="432"/>
                  </a:lnTo>
                  <a:lnTo>
                    <a:pt x="42" y="432"/>
                  </a:lnTo>
                  <a:lnTo>
                    <a:pt x="41" y="432"/>
                  </a:lnTo>
                  <a:lnTo>
                    <a:pt x="41" y="432"/>
                  </a:lnTo>
                  <a:lnTo>
                    <a:pt x="40" y="431"/>
                  </a:lnTo>
                  <a:lnTo>
                    <a:pt x="40" y="431"/>
                  </a:lnTo>
                  <a:lnTo>
                    <a:pt x="40" y="431"/>
                  </a:lnTo>
                  <a:lnTo>
                    <a:pt x="39" y="430"/>
                  </a:lnTo>
                  <a:lnTo>
                    <a:pt x="39" y="430"/>
                  </a:lnTo>
                  <a:lnTo>
                    <a:pt x="39" y="429"/>
                  </a:lnTo>
                  <a:lnTo>
                    <a:pt x="39" y="429"/>
                  </a:lnTo>
                  <a:lnTo>
                    <a:pt x="39" y="428"/>
                  </a:lnTo>
                  <a:lnTo>
                    <a:pt x="39" y="428"/>
                  </a:lnTo>
                  <a:lnTo>
                    <a:pt x="39" y="426"/>
                  </a:lnTo>
                  <a:lnTo>
                    <a:pt x="39" y="426"/>
                  </a:lnTo>
                  <a:lnTo>
                    <a:pt x="39" y="425"/>
                  </a:lnTo>
                  <a:lnTo>
                    <a:pt x="39" y="425"/>
                  </a:lnTo>
                  <a:lnTo>
                    <a:pt x="39" y="424"/>
                  </a:lnTo>
                  <a:lnTo>
                    <a:pt x="40" y="424"/>
                  </a:lnTo>
                  <a:lnTo>
                    <a:pt x="40" y="424"/>
                  </a:lnTo>
                  <a:lnTo>
                    <a:pt x="40" y="423"/>
                  </a:lnTo>
                  <a:lnTo>
                    <a:pt x="40" y="423"/>
                  </a:lnTo>
                  <a:lnTo>
                    <a:pt x="41" y="423"/>
                  </a:lnTo>
                  <a:lnTo>
                    <a:pt x="41" y="422"/>
                  </a:lnTo>
                  <a:lnTo>
                    <a:pt x="42" y="422"/>
                  </a:lnTo>
                  <a:lnTo>
                    <a:pt x="42" y="422"/>
                  </a:lnTo>
                  <a:lnTo>
                    <a:pt x="44" y="421"/>
                  </a:lnTo>
                  <a:lnTo>
                    <a:pt x="44" y="421"/>
                  </a:lnTo>
                  <a:lnTo>
                    <a:pt x="45" y="421"/>
                  </a:lnTo>
                  <a:lnTo>
                    <a:pt x="45" y="420"/>
                  </a:lnTo>
                  <a:lnTo>
                    <a:pt x="45" y="420"/>
                  </a:lnTo>
                  <a:lnTo>
                    <a:pt x="46" y="419"/>
                  </a:lnTo>
                  <a:lnTo>
                    <a:pt x="46" y="419"/>
                  </a:lnTo>
                  <a:lnTo>
                    <a:pt x="46" y="419"/>
                  </a:lnTo>
                  <a:lnTo>
                    <a:pt x="47" y="418"/>
                  </a:lnTo>
                  <a:lnTo>
                    <a:pt x="47" y="418"/>
                  </a:lnTo>
                  <a:lnTo>
                    <a:pt x="47" y="417"/>
                  </a:lnTo>
                  <a:lnTo>
                    <a:pt x="47" y="417"/>
                  </a:lnTo>
                  <a:lnTo>
                    <a:pt x="48" y="417"/>
                  </a:lnTo>
                  <a:lnTo>
                    <a:pt x="48" y="416"/>
                  </a:lnTo>
                  <a:lnTo>
                    <a:pt x="48" y="416"/>
                  </a:lnTo>
                  <a:lnTo>
                    <a:pt x="48" y="416"/>
                  </a:lnTo>
                  <a:lnTo>
                    <a:pt x="48" y="415"/>
                  </a:lnTo>
                  <a:lnTo>
                    <a:pt x="48" y="415"/>
                  </a:lnTo>
                  <a:lnTo>
                    <a:pt x="48" y="415"/>
                  </a:lnTo>
                  <a:lnTo>
                    <a:pt x="48" y="414"/>
                  </a:lnTo>
                  <a:lnTo>
                    <a:pt x="48" y="414"/>
                  </a:lnTo>
                  <a:lnTo>
                    <a:pt x="48" y="414"/>
                  </a:lnTo>
                  <a:lnTo>
                    <a:pt x="48" y="413"/>
                  </a:lnTo>
                  <a:lnTo>
                    <a:pt x="47" y="413"/>
                  </a:lnTo>
                  <a:lnTo>
                    <a:pt x="47" y="413"/>
                  </a:lnTo>
                  <a:lnTo>
                    <a:pt x="47" y="412"/>
                  </a:lnTo>
                  <a:lnTo>
                    <a:pt x="47" y="412"/>
                  </a:lnTo>
                  <a:lnTo>
                    <a:pt x="46" y="412"/>
                  </a:lnTo>
                  <a:lnTo>
                    <a:pt x="46" y="411"/>
                  </a:lnTo>
                  <a:lnTo>
                    <a:pt x="46" y="411"/>
                  </a:lnTo>
                  <a:lnTo>
                    <a:pt x="45" y="411"/>
                  </a:lnTo>
                  <a:lnTo>
                    <a:pt x="45" y="411"/>
                  </a:lnTo>
                  <a:lnTo>
                    <a:pt x="44" y="411"/>
                  </a:lnTo>
                  <a:lnTo>
                    <a:pt x="44" y="411"/>
                  </a:lnTo>
                  <a:lnTo>
                    <a:pt x="44" y="411"/>
                  </a:lnTo>
                  <a:lnTo>
                    <a:pt x="42" y="411"/>
                  </a:lnTo>
                  <a:lnTo>
                    <a:pt x="41" y="411"/>
                  </a:lnTo>
                  <a:lnTo>
                    <a:pt x="41" y="412"/>
                  </a:lnTo>
                  <a:lnTo>
                    <a:pt x="40" y="412"/>
                  </a:lnTo>
                  <a:lnTo>
                    <a:pt x="40" y="412"/>
                  </a:lnTo>
                  <a:lnTo>
                    <a:pt x="39" y="413"/>
                  </a:lnTo>
                  <a:lnTo>
                    <a:pt x="39" y="413"/>
                  </a:lnTo>
                  <a:lnTo>
                    <a:pt x="38" y="413"/>
                  </a:lnTo>
                  <a:lnTo>
                    <a:pt x="38" y="414"/>
                  </a:lnTo>
                  <a:lnTo>
                    <a:pt x="37" y="414"/>
                  </a:lnTo>
                  <a:lnTo>
                    <a:pt x="36" y="414"/>
                  </a:lnTo>
                  <a:lnTo>
                    <a:pt x="36" y="415"/>
                  </a:lnTo>
                  <a:lnTo>
                    <a:pt x="35" y="415"/>
                  </a:lnTo>
                  <a:lnTo>
                    <a:pt x="35" y="415"/>
                  </a:lnTo>
                  <a:lnTo>
                    <a:pt x="34" y="415"/>
                  </a:lnTo>
                  <a:lnTo>
                    <a:pt x="34" y="415"/>
                  </a:lnTo>
                  <a:lnTo>
                    <a:pt x="33" y="415"/>
                  </a:lnTo>
                  <a:lnTo>
                    <a:pt x="32" y="415"/>
                  </a:lnTo>
                  <a:lnTo>
                    <a:pt x="31" y="415"/>
                  </a:lnTo>
                  <a:lnTo>
                    <a:pt x="31" y="416"/>
                  </a:lnTo>
                  <a:lnTo>
                    <a:pt x="30" y="416"/>
                  </a:lnTo>
                  <a:lnTo>
                    <a:pt x="29" y="416"/>
                  </a:lnTo>
                  <a:lnTo>
                    <a:pt x="28" y="416"/>
                  </a:lnTo>
                  <a:lnTo>
                    <a:pt x="28" y="416"/>
                  </a:lnTo>
                  <a:lnTo>
                    <a:pt x="27" y="416"/>
                  </a:lnTo>
                  <a:lnTo>
                    <a:pt x="26" y="416"/>
                  </a:lnTo>
                  <a:lnTo>
                    <a:pt x="26" y="416"/>
                  </a:lnTo>
                  <a:lnTo>
                    <a:pt x="24" y="417"/>
                  </a:lnTo>
                  <a:lnTo>
                    <a:pt x="24" y="417"/>
                  </a:lnTo>
                  <a:lnTo>
                    <a:pt x="23" y="417"/>
                  </a:lnTo>
                  <a:lnTo>
                    <a:pt x="23" y="417"/>
                  </a:lnTo>
                  <a:lnTo>
                    <a:pt x="23" y="416"/>
                  </a:lnTo>
                  <a:lnTo>
                    <a:pt x="23" y="416"/>
                  </a:lnTo>
                  <a:lnTo>
                    <a:pt x="23" y="416"/>
                  </a:lnTo>
                  <a:lnTo>
                    <a:pt x="22" y="416"/>
                  </a:lnTo>
                  <a:lnTo>
                    <a:pt x="22" y="416"/>
                  </a:lnTo>
                  <a:lnTo>
                    <a:pt x="22" y="415"/>
                  </a:lnTo>
                  <a:lnTo>
                    <a:pt x="22" y="415"/>
                  </a:lnTo>
                  <a:lnTo>
                    <a:pt x="22" y="414"/>
                  </a:lnTo>
                  <a:lnTo>
                    <a:pt x="22" y="414"/>
                  </a:lnTo>
                  <a:lnTo>
                    <a:pt x="22" y="413"/>
                  </a:lnTo>
                  <a:lnTo>
                    <a:pt x="22" y="413"/>
                  </a:lnTo>
                  <a:lnTo>
                    <a:pt x="22" y="412"/>
                  </a:lnTo>
                  <a:lnTo>
                    <a:pt x="22" y="411"/>
                  </a:lnTo>
                  <a:lnTo>
                    <a:pt x="22" y="410"/>
                  </a:lnTo>
                  <a:lnTo>
                    <a:pt x="22" y="410"/>
                  </a:lnTo>
                  <a:lnTo>
                    <a:pt x="22" y="408"/>
                  </a:lnTo>
                  <a:lnTo>
                    <a:pt x="22" y="407"/>
                  </a:lnTo>
                  <a:lnTo>
                    <a:pt x="22" y="407"/>
                  </a:lnTo>
                  <a:lnTo>
                    <a:pt x="22" y="406"/>
                  </a:lnTo>
                  <a:lnTo>
                    <a:pt x="22" y="405"/>
                  </a:lnTo>
                  <a:lnTo>
                    <a:pt x="22" y="405"/>
                  </a:lnTo>
                  <a:lnTo>
                    <a:pt x="22" y="404"/>
                  </a:lnTo>
                  <a:lnTo>
                    <a:pt x="22" y="404"/>
                  </a:lnTo>
                  <a:lnTo>
                    <a:pt x="22" y="403"/>
                  </a:lnTo>
                  <a:lnTo>
                    <a:pt x="22" y="403"/>
                  </a:lnTo>
                  <a:lnTo>
                    <a:pt x="22" y="402"/>
                  </a:lnTo>
                  <a:lnTo>
                    <a:pt x="22" y="402"/>
                  </a:lnTo>
                  <a:lnTo>
                    <a:pt x="22" y="401"/>
                  </a:lnTo>
                  <a:lnTo>
                    <a:pt x="22" y="400"/>
                  </a:lnTo>
                  <a:lnTo>
                    <a:pt x="22" y="400"/>
                  </a:lnTo>
                  <a:lnTo>
                    <a:pt x="21" y="399"/>
                  </a:lnTo>
                  <a:lnTo>
                    <a:pt x="21" y="399"/>
                  </a:lnTo>
                  <a:lnTo>
                    <a:pt x="21" y="398"/>
                  </a:lnTo>
                  <a:lnTo>
                    <a:pt x="21" y="398"/>
                  </a:lnTo>
                  <a:lnTo>
                    <a:pt x="21" y="397"/>
                  </a:lnTo>
                  <a:lnTo>
                    <a:pt x="21" y="397"/>
                  </a:lnTo>
                  <a:lnTo>
                    <a:pt x="21" y="397"/>
                  </a:lnTo>
                  <a:lnTo>
                    <a:pt x="20" y="397"/>
                  </a:lnTo>
                  <a:lnTo>
                    <a:pt x="20" y="396"/>
                  </a:lnTo>
                  <a:lnTo>
                    <a:pt x="20" y="396"/>
                  </a:lnTo>
                  <a:lnTo>
                    <a:pt x="20" y="396"/>
                  </a:lnTo>
                  <a:lnTo>
                    <a:pt x="20" y="396"/>
                  </a:lnTo>
                  <a:lnTo>
                    <a:pt x="19" y="396"/>
                  </a:lnTo>
                  <a:lnTo>
                    <a:pt x="19" y="395"/>
                  </a:lnTo>
                  <a:lnTo>
                    <a:pt x="19" y="395"/>
                  </a:lnTo>
                  <a:lnTo>
                    <a:pt x="18" y="395"/>
                  </a:lnTo>
                  <a:lnTo>
                    <a:pt x="18" y="395"/>
                  </a:lnTo>
                  <a:lnTo>
                    <a:pt x="18" y="395"/>
                  </a:lnTo>
                  <a:lnTo>
                    <a:pt x="17" y="395"/>
                  </a:lnTo>
                  <a:lnTo>
                    <a:pt x="17" y="395"/>
                  </a:lnTo>
                  <a:lnTo>
                    <a:pt x="16" y="395"/>
                  </a:lnTo>
                  <a:lnTo>
                    <a:pt x="16" y="395"/>
                  </a:lnTo>
                  <a:lnTo>
                    <a:pt x="15" y="395"/>
                  </a:lnTo>
                  <a:lnTo>
                    <a:pt x="15" y="395"/>
                  </a:lnTo>
                  <a:lnTo>
                    <a:pt x="14" y="396"/>
                  </a:lnTo>
                  <a:lnTo>
                    <a:pt x="14" y="396"/>
                  </a:lnTo>
                  <a:lnTo>
                    <a:pt x="14" y="385"/>
                  </a:lnTo>
                  <a:lnTo>
                    <a:pt x="17" y="380"/>
                  </a:lnTo>
                  <a:lnTo>
                    <a:pt x="17" y="380"/>
                  </a:lnTo>
                  <a:lnTo>
                    <a:pt x="19" y="380"/>
                  </a:lnTo>
                  <a:lnTo>
                    <a:pt x="22" y="383"/>
                  </a:lnTo>
                  <a:lnTo>
                    <a:pt x="24" y="384"/>
                  </a:lnTo>
                  <a:lnTo>
                    <a:pt x="36" y="381"/>
                  </a:lnTo>
                  <a:lnTo>
                    <a:pt x="38" y="380"/>
                  </a:lnTo>
                  <a:lnTo>
                    <a:pt x="42" y="370"/>
                  </a:lnTo>
                  <a:lnTo>
                    <a:pt x="44" y="358"/>
                  </a:lnTo>
                  <a:lnTo>
                    <a:pt x="45" y="353"/>
                  </a:lnTo>
                  <a:lnTo>
                    <a:pt x="47" y="349"/>
                  </a:lnTo>
                  <a:lnTo>
                    <a:pt x="51" y="347"/>
                  </a:lnTo>
                  <a:lnTo>
                    <a:pt x="54" y="346"/>
                  </a:lnTo>
                  <a:lnTo>
                    <a:pt x="58" y="347"/>
                  </a:lnTo>
                  <a:lnTo>
                    <a:pt x="64" y="347"/>
                  </a:lnTo>
                  <a:lnTo>
                    <a:pt x="67" y="346"/>
                  </a:lnTo>
                  <a:lnTo>
                    <a:pt x="72" y="343"/>
                  </a:lnTo>
                  <a:lnTo>
                    <a:pt x="76" y="342"/>
                  </a:lnTo>
                  <a:lnTo>
                    <a:pt x="104" y="341"/>
                  </a:lnTo>
                  <a:lnTo>
                    <a:pt x="109" y="342"/>
                  </a:lnTo>
                  <a:lnTo>
                    <a:pt x="111" y="341"/>
                  </a:lnTo>
                  <a:lnTo>
                    <a:pt x="116" y="337"/>
                  </a:lnTo>
                  <a:lnTo>
                    <a:pt x="117" y="336"/>
                  </a:lnTo>
                  <a:lnTo>
                    <a:pt x="116" y="335"/>
                  </a:lnTo>
                  <a:lnTo>
                    <a:pt x="112" y="328"/>
                  </a:lnTo>
                  <a:lnTo>
                    <a:pt x="110" y="322"/>
                  </a:lnTo>
                  <a:lnTo>
                    <a:pt x="110" y="309"/>
                  </a:lnTo>
                  <a:lnTo>
                    <a:pt x="109" y="306"/>
                  </a:lnTo>
                  <a:lnTo>
                    <a:pt x="107" y="299"/>
                  </a:lnTo>
                  <a:lnTo>
                    <a:pt x="107" y="296"/>
                  </a:lnTo>
                  <a:lnTo>
                    <a:pt x="108" y="295"/>
                  </a:lnTo>
                  <a:lnTo>
                    <a:pt x="109" y="295"/>
                  </a:lnTo>
                  <a:lnTo>
                    <a:pt x="112" y="296"/>
                  </a:lnTo>
                  <a:lnTo>
                    <a:pt x="114" y="296"/>
                  </a:lnTo>
                  <a:lnTo>
                    <a:pt x="119" y="293"/>
                  </a:lnTo>
                  <a:lnTo>
                    <a:pt x="121" y="293"/>
                  </a:lnTo>
                  <a:lnTo>
                    <a:pt x="130" y="299"/>
                  </a:lnTo>
                  <a:lnTo>
                    <a:pt x="132" y="300"/>
                  </a:lnTo>
                  <a:lnTo>
                    <a:pt x="135" y="300"/>
                  </a:lnTo>
                  <a:lnTo>
                    <a:pt x="137" y="299"/>
                  </a:lnTo>
                  <a:lnTo>
                    <a:pt x="139" y="293"/>
                  </a:lnTo>
                  <a:lnTo>
                    <a:pt x="140" y="292"/>
                  </a:lnTo>
                  <a:lnTo>
                    <a:pt x="141" y="292"/>
                  </a:lnTo>
                  <a:lnTo>
                    <a:pt x="145" y="293"/>
                  </a:lnTo>
                  <a:lnTo>
                    <a:pt x="147" y="296"/>
                  </a:lnTo>
                  <a:lnTo>
                    <a:pt x="149" y="297"/>
                  </a:lnTo>
                  <a:lnTo>
                    <a:pt x="150" y="297"/>
                  </a:lnTo>
                  <a:lnTo>
                    <a:pt x="153" y="296"/>
                  </a:lnTo>
                  <a:lnTo>
                    <a:pt x="156" y="293"/>
                  </a:lnTo>
                  <a:lnTo>
                    <a:pt x="157" y="287"/>
                  </a:lnTo>
                  <a:lnTo>
                    <a:pt x="158" y="283"/>
                  </a:lnTo>
                  <a:lnTo>
                    <a:pt x="165" y="280"/>
                  </a:lnTo>
                  <a:lnTo>
                    <a:pt x="173" y="278"/>
                  </a:lnTo>
                  <a:lnTo>
                    <a:pt x="175" y="277"/>
                  </a:lnTo>
                  <a:lnTo>
                    <a:pt x="175" y="276"/>
                  </a:lnTo>
                  <a:lnTo>
                    <a:pt x="174" y="273"/>
                  </a:lnTo>
                  <a:lnTo>
                    <a:pt x="171" y="270"/>
                  </a:lnTo>
                  <a:lnTo>
                    <a:pt x="166" y="265"/>
                  </a:lnTo>
                  <a:lnTo>
                    <a:pt x="164" y="258"/>
                  </a:lnTo>
                  <a:lnTo>
                    <a:pt x="165" y="258"/>
                  </a:lnTo>
                  <a:lnTo>
                    <a:pt x="165" y="254"/>
                  </a:lnTo>
                  <a:lnTo>
                    <a:pt x="163" y="250"/>
                  </a:lnTo>
                  <a:lnTo>
                    <a:pt x="163" y="246"/>
                  </a:lnTo>
                  <a:lnTo>
                    <a:pt x="165" y="241"/>
                  </a:lnTo>
                  <a:lnTo>
                    <a:pt x="172" y="233"/>
                  </a:lnTo>
                  <a:lnTo>
                    <a:pt x="173" y="231"/>
                  </a:lnTo>
                  <a:lnTo>
                    <a:pt x="175" y="231"/>
                  </a:lnTo>
                  <a:lnTo>
                    <a:pt x="177" y="232"/>
                  </a:lnTo>
                  <a:lnTo>
                    <a:pt x="178" y="233"/>
                  </a:lnTo>
                  <a:lnTo>
                    <a:pt x="179" y="232"/>
                  </a:lnTo>
                  <a:lnTo>
                    <a:pt x="180" y="229"/>
                  </a:lnTo>
                  <a:lnTo>
                    <a:pt x="182" y="228"/>
                  </a:lnTo>
                  <a:lnTo>
                    <a:pt x="193" y="227"/>
                  </a:lnTo>
                  <a:lnTo>
                    <a:pt x="215" y="218"/>
                  </a:lnTo>
                  <a:lnTo>
                    <a:pt x="217" y="217"/>
                  </a:lnTo>
                  <a:lnTo>
                    <a:pt x="219" y="216"/>
                  </a:lnTo>
                  <a:lnTo>
                    <a:pt x="220" y="215"/>
                  </a:lnTo>
                  <a:lnTo>
                    <a:pt x="219" y="209"/>
                  </a:lnTo>
                  <a:lnTo>
                    <a:pt x="218" y="206"/>
                  </a:lnTo>
                  <a:lnTo>
                    <a:pt x="218" y="204"/>
                  </a:lnTo>
                  <a:lnTo>
                    <a:pt x="220" y="204"/>
                  </a:lnTo>
                  <a:lnTo>
                    <a:pt x="228" y="203"/>
                  </a:lnTo>
                  <a:lnTo>
                    <a:pt x="238" y="199"/>
                  </a:lnTo>
                  <a:lnTo>
                    <a:pt x="244" y="197"/>
                  </a:lnTo>
                  <a:lnTo>
                    <a:pt x="253" y="185"/>
                  </a:lnTo>
                  <a:lnTo>
                    <a:pt x="262" y="178"/>
                  </a:lnTo>
                  <a:lnTo>
                    <a:pt x="266" y="172"/>
                  </a:lnTo>
                  <a:lnTo>
                    <a:pt x="273" y="154"/>
                  </a:lnTo>
                  <a:lnTo>
                    <a:pt x="274" y="151"/>
                  </a:lnTo>
                  <a:lnTo>
                    <a:pt x="273" y="149"/>
                  </a:lnTo>
                  <a:lnTo>
                    <a:pt x="269" y="148"/>
                  </a:lnTo>
                  <a:lnTo>
                    <a:pt x="267" y="146"/>
                  </a:lnTo>
                  <a:lnTo>
                    <a:pt x="266" y="138"/>
                  </a:lnTo>
                  <a:lnTo>
                    <a:pt x="264" y="117"/>
                  </a:lnTo>
                  <a:lnTo>
                    <a:pt x="263" y="109"/>
                  </a:lnTo>
                  <a:lnTo>
                    <a:pt x="269" y="84"/>
                  </a:lnTo>
                  <a:lnTo>
                    <a:pt x="270" y="82"/>
                  </a:lnTo>
                  <a:lnTo>
                    <a:pt x="275" y="78"/>
                  </a:lnTo>
                  <a:lnTo>
                    <a:pt x="281" y="71"/>
                  </a:lnTo>
                  <a:lnTo>
                    <a:pt x="284" y="64"/>
                  </a:lnTo>
                  <a:lnTo>
                    <a:pt x="284" y="61"/>
                  </a:lnTo>
                  <a:lnTo>
                    <a:pt x="285" y="57"/>
                  </a:lnTo>
                  <a:lnTo>
                    <a:pt x="286" y="55"/>
                  </a:lnTo>
                  <a:lnTo>
                    <a:pt x="297" y="54"/>
                  </a:lnTo>
                  <a:lnTo>
                    <a:pt x="299" y="52"/>
                  </a:lnTo>
                  <a:lnTo>
                    <a:pt x="302" y="51"/>
                  </a:lnTo>
                  <a:lnTo>
                    <a:pt x="304" y="49"/>
                  </a:lnTo>
                  <a:lnTo>
                    <a:pt x="304" y="35"/>
                  </a:lnTo>
                  <a:lnTo>
                    <a:pt x="307" y="24"/>
                  </a:lnTo>
                  <a:lnTo>
                    <a:pt x="308" y="22"/>
                  </a:lnTo>
                  <a:lnTo>
                    <a:pt x="310" y="22"/>
                  </a:lnTo>
                  <a:lnTo>
                    <a:pt x="315" y="23"/>
                  </a:lnTo>
                  <a:lnTo>
                    <a:pt x="322" y="22"/>
                  </a:lnTo>
                  <a:lnTo>
                    <a:pt x="328" y="23"/>
                  </a:lnTo>
                  <a:lnTo>
                    <a:pt x="330" y="23"/>
                  </a:lnTo>
                  <a:lnTo>
                    <a:pt x="332" y="21"/>
                  </a:lnTo>
                  <a:lnTo>
                    <a:pt x="334" y="18"/>
                  </a:lnTo>
                  <a:lnTo>
                    <a:pt x="336" y="6"/>
                  </a:lnTo>
                  <a:lnTo>
                    <a:pt x="338" y="3"/>
                  </a:lnTo>
                  <a:lnTo>
                    <a:pt x="338" y="2"/>
                  </a:lnTo>
                  <a:lnTo>
                    <a:pt x="345" y="2"/>
                  </a:lnTo>
                  <a:lnTo>
                    <a:pt x="350" y="0"/>
                  </a:lnTo>
                  <a:lnTo>
                    <a:pt x="350" y="0"/>
                  </a:lnTo>
                  <a:lnTo>
                    <a:pt x="350" y="0"/>
                  </a:lnTo>
                  <a:lnTo>
                    <a:pt x="1132" y="0"/>
                  </a:lnTo>
                  <a:lnTo>
                    <a:pt x="1132" y="0"/>
                  </a:lnTo>
                  <a:lnTo>
                    <a:pt x="1132" y="0"/>
                  </a:lnTo>
                  <a:lnTo>
                    <a:pt x="113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55" name="Freeform 679"/>
            <p:cNvSpPr>
              <a:spLocks noEditPoints="1"/>
            </p:cNvSpPr>
            <p:nvPr/>
          </p:nvSpPr>
          <p:spPr bwMode="auto">
            <a:xfrm>
              <a:off x="8694738" y="4700588"/>
              <a:ext cx="39688" cy="12700"/>
            </a:xfrm>
            <a:custGeom>
              <a:avLst/>
              <a:gdLst>
                <a:gd name="T0" fmla="*/ 71 w 73"/>
                <a:gd name="T1" fmla="*/ 1 h 24"/>
                <a:gd name="T2" fmla="*/ 70 w 73"/>
                <a:gd name="T3" fmla="*/ 3 h 24"/>
                <a:gd name="T4" fmla="*/ 70 w 73"/>
                <a:gd name="T5" fmla="*/ 5 h 24"/>
                <a:gd name="T6" fmla="*/ 71 w 73"/>
                <a:gd name="T7" fmla="*/ 7 h 24"/>
                <a:gd name="T8" fmla="*/ 72 w 73"/>
                <a:gd name="T9" fmla="*/ 8 h 24"/>
                <a:gd name="T10" fmla="*/ 72 w 73"/>
                <a:gd name="T11" fmla="*/ 8 h 24"/>
                <a:gd name="T12" fmla="*/ 71 w 73"/>
                <a:gd name="T13" fmla="*/ 9 h 24"/>
                <a:gd name="T14" fmla="*/ 70 w 73"/>
                <a:gd name="T15" fmla="*/ 9 h 24"/>
                <a:gd name="T16" fmla="*/ 68 w 73"/>
                <a:gd name="T17" fmla="*/ 8 h 24"/>
                <a:gd name="T18" fmla="*/ 65 w 73"/>
                <a:gd name="T19" fmla="*/ 8 h 24"/>
                <a:gd name="T20" fmla="*/ 63 w 73"/>
                <a:gd name="T21" fmla="*/ 10 h 24"/>
                <a:gd name="T22" fmla="*/ 61 w 73"/>
                <a:gd name="T23" fmla="*/ 12 h 24"/>
                <a:gd name="T24" fmla="*/ 61 w 73"/>
                <a:gd name="T25" fmla="*/ 17 h 24"/>
                <a:gd name="T26" fmla="*/ 62 w 73"/>
                <a:gd name="T27" fmla="*/ 19 h 24"/>
                <a:gd name="T28" fmla="*/ 65 w 73"/>
                <a:gd name="T29" fmla="*/ 20 h 24"/>
                <a:gd name="T30" fmla="*/ 67 w 73"/>
                <a:gd name="T31" fmla="*/ 21 h 24"/>
                <a:gd name="T32" fmla="*/ 67 w 73"/>
                <a:gd name="T33" fmla="*/ 22 h 24"/>
                <a:gd name="T34" fmla="*/ 65 w 73"/>
                <a:gd name="T35" fmla="*/ 23 h 24"/>
                <a:gd name="T36" fmla="*/ 61 w 73"/>
                <a:gd name="T37" fmla="*/ 24 h 24"/>
                <a:gd name="T38" fmla="*/ 56 w 73"/>
                <a:gd name="T39" fmla="*/ 24 h 24"/>
                <a:gd name="T40" fmla="*/ 53 w 73"/>
                <a:gd name="T41" fmla="*/ 24 h 24"/>
                <a:gd name="T42" fmla="*/ 49 w 73"/>
                <a:gd name="T43" fmla="*/ 24 h 24"/>
                <a:gd name="T44" fmla="*/ 47 w 73"/>
                <a:gd name="T45" fmla="*/ 24 h 24"/>
                <a:gd name="T46" fmla="*/ 49 w 73"/>
                <a:gd name="T47" fmla="*/ 21 h 24"/>
                <a:gd name="T48" fmla="*/ 53 w 73"/>
                <a:gd name="T49" fmla="*/ 18 h 24"/>
                <a:gd name="T50" fmla="*/ 56 w 73"/>
                <a:gd name="T51" fmla="*/ 13 h 24"/>
                <a:gd name="T52" fmla="*/ 59 w 73"/>
                <a:gd name="T53" fmla="*/ 10 h 24"/>
                <a:gd name="T54" fmla="*/ 60 w 73"/>
                <a:gd name="T55" fmla="*/ 8 h 24"/>
                <a:gd name="T56" fmla="*/ 59 w 73"/>
                <a:gd name="T57" fmla="*/ 7 h 24"/>
                <a:gd name="T58" fmla="*/ 57 w 73"/>
                <a:gd name="T59" fmla="*/ 6 h 24"/>
                <a:gd name="T60" fmla="*/ 54 w 73"/>
                <a:gd name="T61" fmla="*/ 7 h 24"/>
                <a:gd name="T62" fmla="*/ 52 w 73"/>
                <a:gd name="T63" fmla="*/ 8 h 24"/>
                <a:gd name="T64" fmla="*/ 50 w 73"/>
                <a:gd name="T65" fmla="*/ 8 h 24"/>
                <a:gd name="T66" fmla="*/ 49 w 73"/>
                <a:gd name="T67" fmla="*/ 6 h 24"/>
                <a:gd name="T68" fmla="*/ 49 w 73"/>
                <a:gd name="T69" fmla="*/ 2 h 24"/>
                <a:gd name="T70" fmla="*/ 71 w 73"/>
                <a:gd name="T71" fmla="*/ 0 h 24"/>
                <a:gd name="T72" fmla="*/ 37 w 73"/>
                <a:gd name="T73" fmla="*/ 1 h 24"/>
                <a:gd name="T74" fmla="*/ 38 w 73"/>
                <a:gd name="T75" fmla="*/ 4 h 24"/>
                <a:gd name="T76" fmla="*/ 39 w 73"/>
                <a:gd name="T77" fmla="*/ 7 h 24"/>
                <a:gd name="T78" fmla="*/ 38 w 73"/>
                <a:gd name="T79" fmla="*/ 9 h 24"/>
                <a:gd name="T80" fmla="*/ 39 w 73"/>
                <a:gd name="T81" fmla="*/ 11 h 24"/>
                <a:gd name="T82" fmla="*/ 39 w 73"/>
                <a:gd name="T83" fmla="*/ 13 h 24"/>
                <a:gd name="T84" fmla="*/ 40 w 73"/>
                <a:gd name="T85" fmla="*/ 15 h 24"/>
                <a:gd name="T86" fmla="*/ 40 w 73"/>
                <a:gd name="T87" fmla="*/ 15 h 24"/>
                <a:gd name="T88" fmla="*/ 40 w 73"/>
                <a:gd name="T89" fmla="*/ 16 h 24"/>
                <a:gd name="T90" fmla="*/ 39 w 73"/>
                <a:gd name="T91" fmla="*/ 18 h 24"/>
                <a:gd name="T92" fmla="*/ 37 w 73"/>
                <a:gd name="T93" fmla="*/ 20 h 24"/>
                <a:gd name="T94" fmla="*/ 35 w 73"/>
                <a:gd name="T95" fmla="*/ 21 h 24"/>
                <a:gd name="T96" fmla="*/ 34 w 73"/>
                <a:gd name="T97" fmla="*/ 20 h 24"/>
                <a:gd name="T98" fmla="*/ 34 w 73"/>
                <a:gd name="T99" fmla="*/ 18 h 24"/>
                <a:gd name="T100" fmla="*/ 34 w 73"/>
                <a:gd name="T101" fmla="*/ 15 h 24"/>
                <a:gd name="T102" fmla="*/ 34 w 73"/>
                <a:gd name="T103" fmla="*/ 11 h 24"/>
                <a:gd name="T104" fmla="*/ 35 w 73"/>
                <a:gd name="T105" fmla="*/ 10 h 24"/>
                <a:gd name="T106" fmla="*/ 34 w 73"/>
                <a:gd name="T107" fmla="*/ 8 h 24"/>
                <a:gd name="T108" fmla="*/ 34 w 73"/>
                <a:gd name="T109" fmla="*/ 7 h 24"/>
                <a:gd name="T110" fmla="*/ 32 w 73"/>
                <a:gd name="T111" fmla="*/ 7 h 24"/>
                <a:gd name="T112" fmla="*/ 32 w 73"/>
                <a:gd name="T113" fmla="*/ 7 h 24"/>
                <a:gd name="T114" fmla="*/ 31 w 73"/>
                <a:gd name="T115" fmla="*/ 8 h 24"/>
                <a:gd name="T116" fmla="*/ 30 w 73"/>
                <a:gd name="T117" fmla="*/ 10 h 24"/>
                <a:gd name="T118" fmla="*/ 27 w 73"/>
                <a:gd name="T119" fmla="*/ 13 h 24"/>
                <a:gd name="T120" fmla="*/ 24 w 73"/>
                <a:gd name="T121" fmla="*/ 18 h 24"/>
                <a:gd name="T122" fmla="*/ 11 w 73"/>
                <a:gd name="T123" fmla="*/ 15 h 24"/>
                <a:gd name="T124" fmla="*/ 0 w 73"/>
                <a:gd name="T125"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3" h="24">
                  <a:moveTo>
                    <a:pt x="71" y="0"/>
                  </a:moveTo>
                  <a:lnTo>
                    <a:pt x="71" y="0"/>
                  </a:lnTo>
                  <a:lnTo>
                    <a:pt x="71" y="1"/>
                  </a:lnTo>
                  <a:lnTo>
                    <a:pt x="71" y="1"/>
                  </a:lnTo>
                  <a:lnTo>
                    <a:pt x="71" y="1"/>
                  </a:lnTo>
                  <a:lnTo>
                    <a:pt x="70" y="2"/>
                  </a:lnTo>
                  <a:lnTo>
                    <a:pt x="70" y="2"/>
                  </a:lnTo>
                  <a:lnTo>
                    <a:pt x="70" y="2"/>
                  </a:lnTo>
                  <a:lnTo>
                    <a:pt x="70" y="3"/>
                  </a:lnTo>
                  <a:lnTo>
                    <a:pt x="70" y="3"/>
                  </a:lnTo>
                  <a:lnTo>
                    <a:pt x="70" y="4"/>
                  </a:lnTo>
                  <a:lnTo>
                    <a:pt x="70" y="4"/>
                  </a:lnTo>
                  <a:lnTo>
                    <a:pt x="70" y="4"/>
                  </a:lnTo>
                  <a:lnTo>
                    <a:pt x="70" y="5"/>
                  </a:lnTo>
                  <a:lnTo>
                    <a:pt x="70" y="5"/>
                  </a:lnTo>
                  <a:lnTo>
                    <a:pt x="70" y="5"/>
                  </a:lnTo>
                  <a:lnTo>
                    <a:pt x="70" y="6"/>
                  </a:lnTo>
                  <a:lnTo>
                    <a:pt x="70" y="6"/>
                  </a:lnTo>
                  <a:lnTo>
                    <a:pt x="70" y="6"/>
                  </a:lnTo>
                  <a:lnTo>
                    <a:pt x="71" y="7"/>
                  </a:lnTo>
                  <a:lnTo>
                    <a:pt x="71" y="7"/>
                  </a:lnTo>
                  <a:lnTo>
                    <a:pt x="71" y="7"/>
                  </a:lnTo>
                  <a:lnTo>
                    <a:pt x="72" y="7"/>
                  </a:lnTo>
                  <a:lnTo>
                    <a:pt x="72" y="7"/>
                  </a:lnTo>
                  <a:lnTo>
                    <a:pt x="72" y="8"/>
                  </a:lnTo>
                  <a:lnTo>
                    <a:pt x="72" y="8"/>
                  </a:lnTo>
                  <a:lnTo>
                    <a:pt x="72" y="8"/>
                  </a:lnTo>
                  <a:lnTo>
                    <a:pt x="73" y="8"/>
                  </a:lnTo>
                  <a:lnTo>
                    <a:pt x="72" y="8"/>
                  </a:lnTo>
                  <a:lnTo>
                    <a:pt x="72" y="8"/>
                  </a:lnTo>
                  <a:lnTo>
                    <a:pt x="72" y="8"/>
                  </a:lnTo>
                  <a:lnTo>
                    <a:pt x="72" y="9"/>
                  </a:lnTo>
                  <a:lnTo>
                    <a:pt x="72" y="9"/>
                  </a:lnTo>
                  <a:lnTo>
                    <a:pt x="72" y="9"/>
                  </a:lnTo>
                  <a:lnTo>
                    <a:pt x="71" y="9"/>
                  </a:lnTo>
                  <a:lnTo>
                    <a:pt x="71" y="9"/>
                  </a:lnTo>
                  <a:lnTo>
                    <a:pt x="71" y="9"/>
                  </a:lnTo>
                  <a:lnTo>
                    <a:pt x="70" y="9"/>
                  </a:lnTo>
                  <a:lnTo>
                    <a:pt x="70" y="9"/>
                  </a:lnTo>
                  <a:lnTo>
                    <a:pt x="70" y="9"/>
                  </a:lnTo>
                  <a:lnTo>
                    <a:pt x="69" y="9"/>
                  </a:lnTo>
                  <a:lnTo>
                    <a:pt x="69" y="9"/>
                  </a:lnTo>
                  <a:lnTo>
                    <a:pt x="68" y="9"/>
                  </a:lnTo>
                  <a:lnTo>
                    <a:pt x="68" y="9"/>
                  </a:lnTo>
                  <a:lnTo>
                    <a:pt x="68" y="8"/>
                  </a:lnTo>
                  <a:lnTo>
                    <a:pt x="67" y="8"/>
                  </a:lnTo>
                  <a:lnTo>
                    <a:pt x="67" y="8"/>
                  </a:lnTo>
                  <a:lnTo>
                    <a:pt x="66" y="8"/>
                  </a:lnTo>
                  <a:lnTo>
                    <a:pt x="66" y="8"/>
                  </a:lnTo>
                  <a:lnTo>
                    <a:pt x="65" y="8"/>
                  </a:lnTo>
                  <a:lnTo>
                    <a:pt x="65" y="9"/>
                  </a:lnTo>
                  <a:lnTo>
                    <a:pt x="65" y="9"/>
                  </a:lnTo>
                  <a:lnTo>
                    <a:pt x="63" y="9"/>
                  </a:lnTo>
                  <a:lnTo>
                    <a:pt x="63" y="9"/>
                  </a:lnTo>
                  <a:lnTo>
                    <a:pt x="63" y="10"/>
                  </a:lnTo>
                  <a:lnTo>
                    <a:pt x="62" y="10"/>
                  </a:lnTo>
                  <a:lnTo>
                    <a:pt x="62" y="10"/>
                  </a:lnTo>
                  <a:lnTo>
                    <a:pt x="62" y="11"/>
                  </a:lnTo>
                  <a:lnTo>
                    <a:pt x="61" y="12"/>
                  </a:lnTo>
                  <a:lnTo>
                    <a:pt x="61" y="12"/>
                  </a:lnTo>
                  <a:lnTo>
                    <a:pt x="61" y="13"/>
                  </a:lnTo>
                  <a:lnTo>
                    <a:pt x="61" y="15"/>
                  </a:lnTo>
                  <a:lnTo>
                    <a:pt x="61" y="15"/>
                  </a:lnTo>
                  <a:lnTo>
                    <a:pt x="61" y="16"/>
                  </a:lnTo>
                  <a:lnTo>
                    <a:pt x="61" y="17"/>
                  </a:lnTo>
                  <a:lnTo>
                    <a:pt x="61" y="17"/>
                  </a:lnTo>
                  <a:lnTo>
                    <a:pt x="61" y="18"/>
                  </a:lnTo>
                  <a:lnTo>
                    <a:pt x="61" y="18"/>
                  </a:lnTo>
                  <a:lnTo>
                    <a:pt x="61" y="19"/>
                  </a:lnTo>
                  <a:lnTo>
                    <a:pt x="62" y="19"/>
                  </a:lnTo>
                  <a:lnTo>
                    <a:pt x="62" y="20"/>
                  </a:lnTo>
                  <a:lnTo>
                    <a:pt x="63" y="20"/>
                  </a:lnTo>
                  <a:lnTo>
                    <a:pt x="63" y="20"/>
                  </a:lnTo>
                  <a:lnTo>
                    <a:pt x="65" y="20"/>
                  </a:lnTo>
                  <a:lnTo>
                    <a:pt x="65" y="20"/>
                  </a:lnTo>
                  <a:lnTo>
                    <a:pt x="66" y="20"/>
                  </a:lnTo>
                  <a:lnTo>
                    <a:pt x="66" y="21"/>
                  </a:lnTo>
                  <a:lnTo>
                    <a:pt x="66" y="21"/>
                  </a:lnTo>
                  <a:lnTo>
                    <a:pt x="67" y="21"/>
                  </a:lnTo>
                  <a:lnTo>
                    <a:pt x="67" y="21"/>
                  </a:lnTo>
                  <a:lnTo>
                    <a:pt x="67" y="21"/>
                  </a:lnTo>
                  <a:lnTo>
                    <a:pt x="67" y="21"/>
                  </a:lnTo>
                  <a:lnTo>
                    <a:pt x="67" y="22"/>
                  </a:lnTo>
                  <a:lnTo>
                    <a:pt x="67" y="22"/>
                  </a:lnTo>
                  <a:lnTo>
                    <a:pt x="67" y="22"/>
                  </a:lnTo>
                  <a:lnTo>
                    <a:pt x="67" y="22"/>
                  </a:lnTo>
                  <a:lnTo>
                    <a:pt x="67" y="23"/>
                  </a:lnTo>
                  <a:lnTo>
                    <a:pt x="66" y="23"/>
                  </a:lnTo>
                  <a:lnTo>
                    <a:pt x="66" y="23"/>
                  </a:lnTo>
                  <a:lnTo>
                    <a:pt x="65" y="23"/>
                  </a:lnTo>
                  <a:lnTo>
                    <a:pt x="63" y="24"/>
                  </a:lnTo>
                  <a:lnTo>
                    <a:pt x="63" y="24"/>
                  </a:lnTo>
                  <a:lnTo>
                    <a:pt x="62" y="24"/>
                  </a:lnTo>
                  <a:lnTo>
                    <a:pt x="61" y="24"/>
                  </a:lnTo>
                  <a:lnTo>
                    <a:pt x="61" y="24"/>
                  </a:lnTo>
                  <a:lnTo>
                    <a:pt x="60" y="24"/>
                  </a:lnTo>
                  <a:lnTo>
                    <a:pt x="59" y="24"/>
                  </a:lnTo>
                  <a:lnTo>
                    <a:pt x="58" y="24"/>
                  </a:lnTo>
                  <a:lnTo>
                    <a:pt x="57" y="24"/>
                  </a:lnTo>
                  <a:lnTo>
                    <a:pt x="56" y="24"/>
                  </a:lnTo>
                  <a:lnTo>
                    <a:pt x="56" y="24"/>
                  </a:lnTo>
                  <a:lnTo>
                    <a:pt x="55" y="24"/>
                  </a:lnTo>
                  <a:lnTo>
                    <a:pt x="54" y="24"/>
                  </a:lnTo>
                  <a:lnTo>
                    <a:pt x="53" y="24"/>
                  </a:lnTo>
                  <a:lnTo>
                    <a:pt x="53" y="24"/>
                  </a:lnTo>
                  <a:lnTo>
                    <a:pt x="52" y="24"/>
                  </a:lnTo>
                  <a:lnTo>
                    <a:pt x="51" y="24"/>
                  </a:lnTo>
                  <a:lnTo>
                    <a:pt x="50" y="24"/>
                  </a:lnTo>
                  <a:lnTo>
                    <a:pt x="50" y="24"/>
                  </a:lnTo>
                  <a:lnTo>
                    <a:pt x="49" y="24"/>
                  </a:lnTo>
                  <a:lnTo>
                    <a:pt x="48" y="24"/>
                  </a:lnTo>
                  <a:lnTo>
                    <a:pt x="48" y="24"/>
                  </a:lnTo>
                  <a:lnTo>
                    <a:pt x="47" y="24"/>
                  </a:lnTo>
                  <a:lnTo>
                    <a:pt x="47" y="24"/>
                  </a:lnTo>
                  <a:lnTo>
                    <a:pt x="47" y="24"/>
                  </a:lnTo>
                  <a:lnTo>
                    <a:pt x="47" y="23"/>
                  </a:lnTo>
                  <a:lnTo>
                    <a:pt x="47" y="23"/>
                  </a:lnTo>
                  <a:lnTo>
                    <a:pt x="48" y="22"/>
                  </a:lnTo>
                  <a:lnTo>
                    <a:pt x="48" y="22"/>
                  </a:lnTo>
                  <a:lnTo>
                    <a:pt x="49" y="21"/>
                  </a:lnTo>
                  <a:lnTo>
                    <a:pt x="50" y="20"/>
                  </a:lnTo>
                  <a:lnTo>
                    <a:pt x="51" y="20"/>
                  </a:lnTo>
                  <a:lnTo>
                    <a:pt x="51" y="19"/>
                  </a:lnTo>
                  <a:lnTo>
                    <a:pt x="52" y="18"/>
                  </a:lnTo>
                  <a:lnTo>
                    <a:pt x="53" y="18"/>
                  </a:lnTo>
                  <a:lnTo>
                    <a:pt x="54" y="17"/>
                  </a:lnTo>
                  <a:lnTo>
                    <a:pt x="54" y="16"/>
                  </a:lnTo>
                  <a:lnTo>
                    <a:pt x="55" y="16"/>
                  </a:lnTo>
                  <a:lnTo>
                    <a:pt x="56" y="15"/>
                  </a:lnTo>
                  <a:lnTo>
                    <a:pt x="56" y="13"/>
                  </a:lnTo>
                  <a:lnTo>
                    <a:pt x="57" y="13"/>
                  </a:lnTo>
                  <a:lnTo>
                    <a:pt x="57" y="12"/>
                  </a:lnTo>
                  <a:lnTo>
                    <a:pt x="58" y="11"/>
                  </a:lnTo>
                  <a:lnTo>
                    <a:pt x="58" y="11"/>
                  </a:lnTo>
                  <a:lnTo>
                    <a:pt x="59" y="10"/>
                  </a:lnTo>
                  <a:lnTo>
                    <a:pt x="59" y="10"/>
                  </a:lnTo>
                  <a:lnTo>
                    <a:pt x="59" y="9"/>
                  </a:lnTo>
                  <a:lnTo>
                    <a:pt x="59" y="9"/>
                  </a:lnTo>
                  <a:lnTo>
                    <a:pt x="60" y="8"/>
                  </a:lnTo>
                  <a:lnTo>
                    <a:pt x="60" y="8"/>
                  </a:lnTo>
                  <a:lnTo>
                    <a:pt x="60" y="8"/>
                  </a:lnTo>
                  <a:lnTo>
                    <a:pt x="60" y="7"/>
                  </a:lnTo>
                  <a:lnTo>
                    <a:pt x="60" y="7"/>
                  </a:lnTo>
                  <a:lnTo>
                    <a:pt x="60" y="7"/>
                  </a:lnTo>
                  <a:lnTo>
                    <a:pt x="59" y="7"/>
                  </a:lnTo>
                  <a:lnTo>
                    <a:pt x="59" y="6"/>
                  </a:lnTo>
                  <a:lnTo>
                    <a:pt x="59" y="6"/>
                  </a:lnTo>
                  <a:lnTo>
                    <a:pt x="59" y="6"/>
                  </a:lnTo>
                  <a:lnTo>
                    <a:pt x="58" y="6"/>
                  </a:lnTo>
                  <a:lnTo>
                    <a:pt x="57" y="6"/>
                  </a:lnTo>
                  <a:lnTo>
                    <a:pt x="57" y="6"/>
                  </a:lnTo>
                  <a:lnTo>
                    <a:pt x="56" y="7"/>
                  </a:lnTo>
                  <a:lnTo>
                    <a:pt x="55" y="7"/>
                  </a:lnTo>
                  <a:lnTo>
                    <a:pt x="55" y="7"/>
                  </a:lnTo>
                  <a:lnTo>
                    <a:pt x="54" y="7"/>
                  </a:lnTo>
                  <a:lnTo>
                    <a:pt x="54" y="7"/>
                  </a:lnTo>
                  <a:lnTo>
                    <a:pt x="53" y="7"/>
                  </a:lnTo>
                  <a:lnTo>
                    <a:pt x="53" y="7"/>
                  </a:lnTo>
                  <a:lnTo>
                    <a:pt x="52" y="7"/>
                  </a:lnTo>
                  <a:lnTo>
                    <a:pt x="52" y="8"/>
                  </a:lnTo>
                  <a:lnTo>
                    <a:pt x="52" y="8"/>
                  </a:lnTo>
                  <a:lnTo>
                    <a:pt x="51" y="8"/>
                  </a:lnTo>
                  <a:lnTo>
                    <a:pt x="51" y="8"/>
                  </a:lnTo>
                  <a:lnTo>
                    <a:pt x="51" y="8"/>
                  </a:lnTo>
                  <a:lnTo>
                    <a:pt x="50" y="8"/>
                  </a:lnTo>
                  <a:lnTo>
                    <a:pt x="50" y="8"/>
                  </a:lnTo>
                  <a:lnTo>
                    <a:pt x="50" y="7"/>
                  </a:lnTo>
                  <a:lnTo>
                    <a:pt x="50" y="7"/>
                  </a:lnTo>
                  <a:lnTo>
                    <a:pt x="49" y="7"/>
                  </a:lnTo>
                  <a:lnTo>
                    <a:pt x="49" y="6"/>
                  </a:lnTo>
                  <a:lnTo>
                    <a:pt x="49" y="6"/>
                  </a:lnTo>
                  <a:lnTo>
                    <a:pt x="49" y="5"/>
                  </a:lnTo>
                  <a:lnTo>
                    <a:pt x="49" y="4"/>
                  </a:lnTo>
                  <a:lnTo>
                    <a:pt x="49" y="3"/>
                  </a:lnTo>
                  <a:lnTo>
                    <a:pt x="49" y="2"/>
                  </a:lnTo>
                  <a:lnTo>
                    <a:pt x="49" y="1"/>
                  </a:lnTo>
                  <a:lnTo>
                    <a:pt x="49" y="1"/>
                  </a:lnTo>
                  <a:lnTo>
                    <a:pt x="49" y="0"/>
                  </a:lnTo>
                  <a:lnTo>
                    <a:pt x="49" y="0"/>
                  </a:lnTo>
                  <a:lnTo>
                    <a:pt x="71" y="0"/>
                  </a:lnTo>
                  <a:lnTo>
                    <a:pt x="71" y="0"/>
                  </a:lnTo>
                  <a:lnTo>
                    <a:pt x="71" y="0"/>
                  </a:lnTo>
                  <a:close/>
                  <a:moveTo>
                    <a:pt x="37" y="0"/>
                  </a:moveTo>
                  <a:lnTo>
                    <a:pt x="37" y="0"/>
                  </a:lnTo>
                  <a:lnTo>
                    <a:pt x="37" y="1"/>
                  </a:lnTo>
                  <a:lnTo>
                    <a:pt x="38" y="1"/>
                  </a:lnTo>
                  <a:lnTo>
                    <a:pt x="38" y="2"/>
                  </a:lnTo>
                  <a:lnTo>
                    <a:pt x="38" y="3"/>
                  </a:lnTo>
                  <a:lnTo>
                    <a:pt x="38" y="3"/>
                  </a:lnTo>
                  <a:lnTo>
                    <a:pt x="38" y="4"/>
                  </a:lnTo>
                  <a:lnTo>
                    <a:pt x="38" y="4"/>
                  </a:lnTo>
                  <a:lnTo>
                    <a:pt x="38" y="5"/>
                  </a:lnTo>
                  <a:lnTo>
                    <a:pt x="39" y="6"/>
                  </a:lnTo>
                  <a:lnTo>
                    <a:pt x="39" y="6"/>
                  </a:lnTo>
                  <a:lnTo>
                    <a:pt x="39" y="7"/>
                  </a:lnTo>
                  <a:lnTo>
                    <a:pt x="39" y="7"/>
                  </a:lnTo>
                  <a:lnTo>
                    <a:pt x="39" y="8"/>
                  </a:lnTo>
                  <a:lnTo>
                    <a:pt x="39" y="8"/>
                  </a:lnTo>
                  <a:lnTo>
                    <a:pt x="38" y="9"/>
                  </a:lnTo>
                  <a:lnTo>
                    <a:pt x="38" y="9"/>
                  </a:lnTo>
                  <a:lnTo>
                    <a:pt x="38" y="10"/>
                  </a:lnTo>
                  <a:lnTo>
                    <a:pt x="38" y="10"/>
                  </a:lnTo>
                  <a:lnTo>
                    <a:pt x="38" y="10"/>
                  </a:lnTo>
                  <a:lnTo>
                    <a:pt x="38" y="11"/>
                  </a:lnTo>
                  <a:lnTo>
                    <a:pt x="39" y="11"/>
                  </a:lnTo>
                  <a:lnTo>
                    <a:pt x="39" y="12"/>
                  </a:lnTo>
                  <a:lnTo>
                    <a:pt x="39" y="12"/>
                  </a:lnTo>
                  <a:lnTo>
                    <a:pt x="39" y="12"/>
                  </a:lnTo>
                  <a:lnTo>
                    <a:pt x="39" y="13"/>
                  </a:lnTo>
                  <a:lnTo>
                    <a:pt x="39" y="13"/>
                  </a:lnTo>
                  <a:lnTo>
                    <a:pt x="39" y="13"/>
                  </a:lnTo>
                  <a:lnTo>
                    <a:pt x="40" y="13"/>
                  </a:lnTo>
                  <a:lnTo>
                    <a:pt x="40" y="13"/>
                  </a:lnTo>
                  <a:lnTo>
                    <a:pt x="40" y="15"/>
                  </a:lnTo>
                  <a:lnTo>
                    <a:pt x="40" y="15"/>
                  </a:lnTo>
                  <a:lnTo>
                    <a:pt x="40" y="15"/>
                  </a:lnTo>
                  <a:lnTo>
                    <a:pt x="40" y="15"/>
                  </a:lnTo>
                  <a:lnTo>
                    <a:pt x="40" y="15"/>
                  </a:lnTo>
                  <a:lnTo>
                    <a:pt x="40" y="15"/>
                  </a:lnTo>
                  <a:lnTo>
                    <a:pt x="40" y="15"/>
                  </a:lnTo>
                  <a:lnTo>
                    <a:pt x="40" y="15"/>
                  </a:lnTo>
                  <a:lnTo>
                    <a:pt x="40" y="16"/>
                  </a:lnTo>
                  <a:lnTo>
                    <a:pt x="40" y="16"/>
                  </a:lnTo>
                  <a:lnTo>
                    <a:pt x="40" y="16"/>
                  </a:lnTo>
                  <a:lnTo>
                    <a:pt x="40" y="16"/>
                  </a:lnTo>
                  <a:lnTo>
                    <a:pt x="40" y="16"/>
                  </a:lnTo>
                  <a:lnTo>
                    <a:pt x="40" y="17"/>
                  </a:lnTo>
                  <a:lnTo>
                    <a:pt x="39" y="17"/>
                  </a:lnTo>
                  <a:lnTo>
                    <a:pt x="39" y="17"/>
                  </a:lnTo>
                  <a:lnTo>
                    <a:pt x="39" y="18"/>
                  </a:lnTo>
                  <a:lnTo>
                    <a:pt x="39" y="18"/>
                  </a:lnTo>
                  <a:lnTo>
                    <a:pt x="38" y="19"/>
                  </a:lnTo>
                  <a:lnTo>
                    <a:pt x="38" y="19"/>
                  </a:lnTo>
                  <a:lnTo>
                    <a:pt x="37" y="19"/>
                  </a:lnTo>
                  <a:lnTo>
                    <a:pt x="37" y="20"/>
                  </a:lnTo>
                  <a:lnTo>
                    <a:pt x="37" y="20"/>
                  </a:lnTo>
                  <a:lnTo>
                    <a:pt x="36" y="20"/>
                  </a:lnTo>
                  <a:lnTo>
                    <a:pt x="36" y="20"/>
                  </a:lnTo>
                  <a:lnTo>
                    <a:pt x="36" y="21"/>
                  </a:lnTo>
                  <a:lnTo>
                    <a:pt x="35" y="21"/>
                  </a:lnTo>
                  <a:lnTo>
                    <a:pt x="35" y="21"/>
                  </a:lnTo>
                  <a:lnTo>
                    <a:pt x="35" y="21"/>
                  </a:lnTo>
                  <a:lnTo>
                    <a:pt x="34" y="21"/>
                  </a:lnTo>
                  <a:lnTo>
                    <a:pt x="34" y="20"/>
                  </a:lnTo>
                  <a:lnTo>
                    <a:pt x="34" y="20"/>
                  </a:lnTo>
                  <a:lnTo>
                    <a:pt x="34" y="20"/>
                  </a:lnTo>
                  <a:lnTo>
                    <a:pt x="34" y="19"/>
                  </a:lnTo>
                  <a:lnTo>
                    <a:pt x="34" y="19"/>
                  </a:lnTo>
                  <a:lnTo>
                    <a:pt x="34" y="18"/>
                  </a:lnTo>
                  <a:lnTo>
                    <a:pt x="34" y="18"/>
                  </a:lnTo>
                  <a:lnTo>
                    <a:pt x="34" y="17"/>
                  </a:lnTo>
                  <a:lnTo>
                    <a:pt x="34" y="16"/>
                  </a:lnTo>
                  <a:lnTo>
                    <a:pt x="34" y="16"/>
                  </a:lnTo>
                  <a:lnTo>
                    <a:pt x="34" y="15"/>
                  </a:lnTo>
                  <a:lnTo>
                    <a:pt x="34" y="15"/>
                  </a:lnTo>
                  <a:lnTo>
                    <a:pt x="34" y="13"/>
                  </a:lnTo>
                  <a:lnTo>
                    <a:pt x="34" y="13"/>
                  </a:lnTo>
                  <a:lnTo>
                    <a:pt x="34" y="12"/>
                  </a:lnTo>
                  <a:lnTo>
                    <a:pt x="34" y="12"/>
                  </a:lnTo>
                  <a:lnTo>
                    <a:pt x="34" y="11"/>
                  </a:lnTo>
                  <a:lnTo>
                    <a:pt x="34" y="11"/>
                  </a:lnTo>
                  <a:lnTo>
                    <a:pt x="35" y="11"/>
                  </a:lnTo>
                  <a:lnTo>
                    <a:pt x="35" y="10"/>
                  </a:lnTo>
                  <a:lnTo>
                    <a:pt x="35" y="10"/>
                  </a:lnTo>
                  <a:lnTo>
                    <a:pt x="35" y="10"/>
                  </a:lnTo>
                  <a:lnTo>
                    <a:pt x="35" y="9"/>
                  </a:lnTo>
                  <a:lnTo>
                    <a:pt x="35" y="9"/>
                  </a:lnTo>
                  <a:lnTo>
                    <a:pt x="34" y="9"/>
                  </a:lnTo>
                  <a:lnTo>
                    <a:pt x="34" y="9"/>
                  </a:lnTo>
                  <a:lnTo>
                    <a:pt x="34" y="8"/>
                  </a:lnTo>
                  <a:lnTo>
                    <a:pt x="34" y="8"/>
                  </a:lnTo>
                  <a:lnTo>
                    <a:pt x="34" y="8"/>
                  </a:lnTo>
                  <a:lnTo>
                    <a:pt x="34" y="8"/>
                  </a:lnTo>
                  <a:lnTo>
                    <a:pt x="34" y="7"/>
                  </a:lnTo>
                  <a:lnTo>
                    <a:pt x="34" y="7"/>
                  </a:lnTo>
                  <a:lnTo>
                    <a:pt x="33" y="7"/>
                  </a:lnTo>
                  <a:lnTo>
                    <a:pt x="33" y="7"/>
                  </a:lnTo>
                  <a:lnTo>
                    <a:pt x="33" y="7"/>
                  </a:lnTo>
                  <a:lnTo>
                    <a:pt x="33" y="7"/>
                  </a:lnTo>
                  <a:lnTo>
                    <a:pt x="32" y="7"/>
                  </a:lnTo>
                  <a:lnTo>
                    <a:pt x="32" y="7"/>
                  </a:lnTo>
                  <a:lnTo>
                    <a:pt x="32" y="7"/>
                  </a:lnTo>
                  <a:lnTo>
                    <a:pt x="32" y="7"/>
                  </a:lnTo>
                  <a:lnTo>
                    <a:pt x="32" y="7"/>
                  </a:lnTo>
                  <a:lnTo>
                    <a:pt x="32" y="7"/>
                  </a:lnTo>
                  <a:lnTo>
                    <a:pt x="32" y="7"/>
                  </a:lnTo>
                  <a:lnTo>
                    <a:pt x="31" y="7"/>
                  </a:lnTo>
                  <a:lnTo>
                    <a:pt x="31" y="8"/>
                  </a:lnTo>
                  <a:lnTo>
                    <a:pt x="31" y="8"/>
                  </a:lnTo>
                  <a:lnTo>
                    <a:pt x="31" y="8"/>
                  </a:lnTo>
                  <a:lnTo>
                    <a:pt x="31" y="8"/>
                  </a:lnTo>
                  <a:lnTo>
                    <a:pt x="31" y="9"/>
                  </a:lnTo>
                  <a:lnTo>
                    <a:pt x="30" y="9"/>
                  </a:lnTo>
                  <a:lnTo>
                    <a:pt x="30" y="10"/>
                  </a:lnTo>
                  <a:lnTo>
                    <a:pt x="30" y="10"/>
                  </a:lnTo>
                  <a:lnTo>
                    <a:pt x="30" y="11"/>
                  </a:lnTo>
                  <a:lnTo>
                    <a:pt x="29" y="11"/>
                  </a:lnTo>
                  <a:lnTo>
                    <a:pt x="29" y="12"/>
                  </a:lnTo>
                  <a:lnTo>
                    <a:pt x="27" y="12"/>
                  </a:lnTo>
                  <a:lnTo>
                    <a:pt x="27" y="13"/>
                  </a:lnTo>
                  <a:lnTo>
                    <a:pt x="26" y="15"/>
                  </a:lnTo>
                  <a:lnTo>
                    <a:pt x="26" y="16"/>
                  </a:lnTo>
                  <a:lnTo>
                    <a:pt x="25" y="16"/>
                  </a:lnTo>
                  <a:lnTo>
                    <a:pt x="25" y="17"/>
                  </a:lnTo>
                  <a:lnTo>
                    <a:pt x="24" y="18"/>
                  </a:lnTo>
                  <a:lnTo>
                    <a:pt x="24" y="19"/>
                  </a:lnTo>
                  <a:lnTo>
                    <a:pt x="23" y="19"/>
                  </a:lnTo>
                  <a:lnTo>
                    <a:pt x="23" y="19"/>
                  </a:lnTo>
                  <a:lnTo>
                    <a:pt x="15" y="17"/>
                  </a:lnTo>
                  <a:lnTo>
                    <a:pt x="11" y="15"/>
                  </a:lnTo>
                  <a:lnTo>
                    <a:pt x="6" y="11"/>
                  </a:lnTo>
                  <a:lnTo>
                    <a:pt x="3" y="7"/>
                  </a:lnTo>
                  <a:lnTo>
                    <a:pt x="1" y="3"/>
                  </a:lnTo>
                  <a:lnTo>
                    <a:pt x="0" y="0"/>
                  </a:lnTo>
                  <a:lnTo>
                    <a:pt x="0" y="0"/>
                  </a:lnTo>
                  <a:lnTo>
                    <a:pt x="37" y="0"/>
                  </a:lnTo>
                  <a:lnTo>
                    <a:pt x="37" y="0"/>
                  </a:lnTo>
                  <a:lnTo>
                    <a:pt x="37" y="0"/>
                  </a:lnTo>
                  <a:lnTo>
                    <a:pt x="3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56" name="Freeform 680"/>
            <p:cNvSpPr/>
            <p:nvPr/>
          </p:nvSpPr>
          <p:spPr bwMode="auto">
            <a:xfrm>
              <a:off x="8720138" y="4700588"/>
              <a:ext cx="14288" cy="12700"/>
            </a:xfrm>
            <a:custGeom>
              <a:avLst/>
              <a:gdLst>
                <a:gd name="T0" fmla="*/ 24 w 26"/>
                <a:gd name="T1" fmla="*/ 1 h 24"/>
                <a:gd name="T2" fmla="*/ 23 w 26"/>
                <a:gd name="T3" fmla="*/ 2 h 24"/>
                <a:gd name="T4" fmla="*/ 23 w 26"/>
                <a:gd name="T5" fmla="*/ 3 h 24"/>
                <a:gd name="T6" fmla="*/ 23 w 26"/>
                <a:gd name="T7" fmla="*/ 4 h 24"/>
                <a:gd name="T8" fmla="*/ 23 w 26"/>
                <a:gd name="T9" fmla="*/ 5 h 24"/>
                <a:gd name="T10" fmla="*/ 23 w 26"/>
                <a:gd name="T11" fmla="*/ 6 h 24"/>
                <a:gd name="T12" fmla="*/ 24 w 26"/>
                <a:gd name="T13" fmla="*/ 7 h 24"/>
                <a:gd name="T14" fmla="*/ 25 w 26"/>
                <a:gd name="T15" fmla="*/ 7 h 24"/>
                <a:gd name="T16" fmla="*/ 25 w 26"/>
                <a:gd name="T17" fmla="*/ 8 h 24"/>
                <a:gd name="T18" fmla="*/ 25 w 26"/>
                <a:gd name="T19" fmla="*/ 8 h 24"/>
                <a:gd name="T20" fmla="*/ 25 w 26"/>
                <a:gd name="T21" fmla="*/ 9 h 24"/>
                <a:gd name="T22" fmla="*/ 24 w 26"/>
                <a:gd name="T23" fmla="*/ 9 h 24"/>
                <a:gd name="T24" fmla="*/ 23 w 26"/>
                <a:gd name="T25" fmla="*/ 9 h 24"/>
                <a:gd name="T26" fmla="*/ 22 w 26"/>
                <a:gd name="T27" fmla="*/ 9 h 24"/>
                <a:gd name="T28" fmla="*/ 21 w 26"/>
                <a:gd name="T29" fmla="*/ 8 h 24"/>
                <a:gd name="T30" fmla="*/ 19 w 26"/>
                <a:gd name="T31" fmla="*/ 8 h 24"/>
                <a:gd name="T32" fmla="*/ 18 w 26"/>
                <a:gd name="T33" fmla="*/ 9 h 24"/>
                <a:gd name="T34" fmla="*/ 16 w 26"/>
                <a:gd name="T35" fmla="*/ 9 h 24"/>
                <a:gd name="T36" fmla="*/ 15 w 26"/>
                <a:gd name="T37" fmla="*/ 10 h 24"/>
                <a:gd name="T38" fmla="*/ 14 w 26"/>
                <a:gd name="T39" fmla="*/ 12 h 24"/>
                <a:gd name="T40" fmla="*/ 14 w 26"/>
                <a:gd name="T41" fmla="*/ 15 h 24"/>
                <a:gd name="T42" fmla="*/ 14 w 26"/>
                <a:gd name="T43" fmla="*/ 17 h 24"/>
                <a:gd name="T44" fmla="*/ 14 w 26"/>
                <a:gd name="T45" fmla="*/ 19 h 24"/>
                <a:gd name="T46" fmla="*/ 16 w 26"/>
                <a:gd name="T47" fmla="*/ 20 h 24"/>
                <a:gd name="T48" fmla="*/ 18 w 26"/>
                <a:gd name="T49" fmla="*/ 20 h 24"/>
                <a:gd name="T50" fmla="*/ 19 w 26"/>
                <a:gd name="T51" fmla="*/ 21 h 24"/>
                <a:gd name="T52" fmla="*/ 20 w 26"/>
                <a:gd name="T53" fmla="*/ 21 h 24"/>
                <a:gd name="T54" fmla="*/ 20 w 26"/>
                <a:gd name="T55" fmla="*/ 22 h 24"/>
                <a:gd name="T56" fmla="*/ 20 w 26"/>
                <a:gd name="T57" fmla="*/ 23 h 24"/>
                <a:gd name="T58" fmla="*/ 18 w 26"/>
                <a:gd name="T59" fmla="*/ 23 h 24"/>
                <a:gd name="T60" fmla="*/ 15 w 26"/>
                <a:gd name="T61" fmla="*/ 24 h 24"/>
                <a:gd name="T62" fmla="*/ 13 w 26"/>
                <a:gd name="T63" fmla="*/ 24 h 24"/>
                <a:gd name="T64" fmla="*/ 10 w 26"/>
                <a:gd name="T65" fmla="*/ 24 h 24"/>
                <a:gd name="T66" fmla="*/ 8 w 26"/>
                <a:gd name="T67" fmla="*/ 24 h 24"/>
                <a:gd name="T68" fmla="*/ 6 w 26"/>
                <a:gd name="T69" fmla="*/ 24 h 24"/>
                <a:gd name="T70" fmla="*/ 3 w 26"/>
                <a:gd name="T71" fmla="*/ 24 h 24"/>
                <a:gd name="T72" fmla="*/ 1 w 26"/>
                <a:gd name="T73" fmla="*/ 24 h 24"/>
                <a:gd name="T74" fmla="*/ 0 w 26"/>
                <a:gd name="T75" fmla="*/ 24 h 24"/>
                <a:gd name="T76" fmla="*/ 0 w 26"/>
                <a:gd name="T77" fmla="*/ 23 h 24"/>
                <a:gd name="T78" fmla="*/ 2 w 26"/>
                <a:gd name="T79" fmla="*/ 21 h 24"/>
                <a:gd name="T80" fmla="*/ 4 w 26"/>
                <a:gd name="T81" fmla="*/ 19 h 24"/>
                <a:gd name="T82" fmla="*/ 7 w 26"/>
                <a:gd name="T83" fmla="*/ 17 h 24"/>
                <a:gd name="T84" fmla="*/ 9 w 26"/>
                <a:gd name="T85" fmla="*/ 15 h 24"/>
                <a:gd name="T86" fmla="*/ 10 w 26"/>
                <a:gd name="T87" fmla="*/ 12 h 24"/>
                <a:gd name="T88" fmla="*/ 12 w 26"/>
                <a:gd name="T89" fmla="*/ 10 h 24"/>
                <a:gd name="T90" fmla="*/ 12 w 26"/>
                <a:gd name="T91" fmla="*/ 9 h 24"/>
                <a:gd name="T92" fmla="*/ 13 w 26"/>
                <a:gd name="T93" fmla="*/ 8 h 24"/>
                <a:gd name="T94" fmla="*/ 13 w 26"/>
                <a:gd name="T95" fmla="*/ 7 h 24"/>
                <a:gd name="T96" fmla="*/ 12 w 26"/>
                <a:gd name="T97" fmla="*/ 6 h 24"/>
                <a:gd name="T98" fmla="*/ 10 w 26"/>
                <a:gd name="T99" fmla="*/ 6 h 24"/>
                <a:gd name="T100" fmla="*/ 8 w 26"/>
                <a:gd name="T101" fmla="*/ 7 h 24"/>
                <a:gd name="T102" fmla="*/ 7 w 26"/>
                <a:gd name="T103" fmla="*/ 7 h 24"/>
                <a:gd name="T104" fmla="*/ 5 w 26"/>
                <a:gd name="T105" fmla="*/ 7 h 24"/>
                <a:gd name="T106" fmla="*/ 4 w 26"/>
                <a:gd name="T107" fmla="*/ 8 h 24"/>
                <a:gd name="T108" fmla="*/ 3 w 26"/>
                <a:gd name="T109" fmla="*/ 8 h 24"/>
                <a:gd name="T110" fmla="*/ 3 w 26"/>
                <a:gd name="T111" fmla="*/ 7 h 24"/>
                <a:gd name="T112" fmla="*/ 2 w 26"/>
                <a:gd name="T113" fmla="*/ 6 h 24"/>
                <a:gd name="T114" fmla="*/ 2 w 26"/>
                <a:gd name="T115" fmla="*/ 3 h 24"/>
                <a:gd name="T116" fmla="*/ 2 w 26"/>
                <a:gd name="T117" fmla="*/ 1 h 24"/>
                <a:gd name="T118" fmla="*/ 24 w 26"/>
                <a:gd name="T1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6" h="24">
                  <a:moveTo>
                    <a:pt x="24" y="0"/>
                  </a:moveTo>
                  <a:lnTo>
                    <a:pt x="24" y="0"/>
                  </a:lnTo>
                  <a:lnTo>
                    <a:pt x="24" y="1"/>
                  </a:lnTo>
                  <a:lnTo>
                    <a:pt x="24" y="1"/>
                  </a:lnTo>
                  <a:lnTo>
                    <a:pt x="24" y="1"/>
                  </a:lnTo>
                  <a:lnTo>
                    <a:pt x="23" y="2"/>
                  </a:lnTo>
                  <a:lnTo>
                    <a:pt x="23" y="2"/>
                  </a:lnTo>
                  <a:lnTo>
                    <a:pt x="23" y="2"/>
                  </a:lnTo>
                  <a:lnTo>
                    <a:pt x="23" y="3"/>
                  </a:lnTo>
                  <a:lnTo>
                    <a:pt x="23" y="3"/>
                  </a:lnTo>
                  <a:lnTo>
                    <a:pt x="23" y="4"/>
                  </a:lnTo>
                  <a:lnTo>
                    <a:pt x="23" y="4"/>
                  </a:lnTo>
                  <a:lnTo>
                    <a:pt x="23" y="4"/>
                  </a:lnTo>
                  <a:lnTo>
                    <a:pt x="23" y="5"/>
                  </a:lnTo>
                  <a:lnTo>
                    <a:pt x="23" y="5"/>
                  </a:lnTo>
                  <a:lnTo>
                    <a:pt x="23" y="5"/>
                  </a:lnTo>
                  <a:lnTo>
                    <a:pt x="23" y="6"/>
                  </a:lnTo>
                  <a:lnTo>
                    <a:pt x="23" y="6"/>
                  </a:lnTo>
                  <a:lnTo>
                    <a:pt x="23" y="6"/>
                  </a:lnTo>
                  <a:lnTo>
                    <a:pt x="24" y="7"/>
                  </a:lnTo>
                  <a:lnTo>
                    <a:pt x="24" y="7"/>
                  </a:lnTo>
                  <a:lnTo>
                    <a:pt x="24" y="7"/>
                  </a:lnTo>
                  <a:lnTo>
                    <a:pt x="25" y="7"/>
                  </a:lnTo>
                  <a:lnTo>
                    <a:pt x="25" y="7"/>
                  </a:lnTo>
                  <a:lnTo>
                    <a:pt x="25" y="8"/>
                  </a:lnTo>
                  <a:lnTo>
                    <a:pt x="25" y="8"/>
                  </a:lnTo>
                  <a:lnTo>
                    <a:pt x="25" y="8"/>
                  </a:lnTo>
                  <a:lnTo>
                    <a:pt x="26" y="8"/>
                  </a:lnTo>
                  <a:lnTo>
                    <a:pt x="25" y="8"/>
                  </a:lnTo>
                  <a:lnTo>
                    <a:pt x="25" y="8"/>
                  </a:lnTo>
                  <a:lnTo>
                    <a:pt x="25" y="8"/>
                  </a:lnTo>
                  <a:lnTo>
                    <a:pt x="25" y="9"/>
                  </a:lnTo>
                  <a:lnTo>
                    <a:pt x="25" y="9"/>
                  </a:lnTo>
                  <a:lnTo>
                    <a:pt x="25" y="9"/>
                  </a:lnTo>
                  <a:lnTo>
                    <a:pt x="24" y="9"/>
                  </a:lnTo>
                  <a:lnTo>
                    <a:pt x="24" y="9"/>
                  </a:lnTo>
                  <a:lnTo>
                    <a:pt x="24" y="9"/>
                  </a:lnTo>
                  <a:lnTo>
                    <a:pt x="23" y="9"/>
                  </a:lnTo>
                  <a:lnTo>
                    <a:pt x="23" y="9"/>
                  </a:lnTo>
                  <a:lnTo>
                    <a:pt x="23" y="9"/>
                  </a:lnTo>
                  <a:lnTo>
                    <a:pt x="22" y="9"/>
                  </a:lnTo>
                  <a:lnTo>
                    <a:pt x="22" y="9"/>
                  </a:lnTo>
                  <a:lnTo>
                    <a:pt x="21" y="9"/>
                  </a:lnTo>
                  <a:lnTo>
                    <a:pt x="21" y="9"/>
                  </a:lnTo>
                  <a:lnTo>
                    <a:pt x="21" y="8"/>
                  </a:lnTo>
                  <a:lnTo>
                    <a:pt x="20" y="8"/>
                  </a:lnTo>
                  <a:lnTo>
                    <a:pt x="20" y="8"/>
                  </a:lnTo>
                  <a:lnTo>
                    <a:pt x="19" y="8"/>
                  </a:lnTo>
                  <a:lnTo>
                    <a:pt x="19" y="8"/>
                  </a:lnTo>
                  <a:lnTo>
                    <a:pt x="18" y="8"/>
                  </a:lnTo>
                  <a:lnTo>
                    <a:pt x="18" y="9"/>
                  </a:lnTo>
                  <a:lnTo>
                    <a:pt x="18" y="9"/>
                  </a:lnTo>
                  <a:lnTo>
                    <a:pt x="16" y="9"/>
                  </a:lnTo>
                  <a:lnTo>
                    <a:pt x="16" y="9"/>
                  </a:lnTo>
                  <a:lnTo>
                    <a:pt x="16" y="10"/>
                  </a:lnTo>
                  <a:lnTo>
                    <a:pt x="15" y="10"/>
                  </a:lnTo>
                  <a:lnTo>
                    <a:pt x="15" y="10"/>
                  </a:lnTo>
                  <a:lnTo>
                    <a:pt x="15" y="11"/>
                  </a:lnTo>
                  <a:lnTo>
                    <a:pt x="14" y="12"/>
                  </a:lnTo>
                  <a:lnTo>
                    <a:pt x="14" y="12"/>
                  </a:lnTo>
                  <a:lnTo>
                    <a:pt x="14" y="13"/>
                  </a:lnTo>
                  <a:lnTo>
                    <a:pt x="14" y="15"/>
                  </a:lnTo>
                  <a:lnTo>
                    <a:pt x="14" y="15"/>
                  </a:lnTo>
                  <a:lnTo>
                    <a:pt x="14" y="16"/>
                  </a:lnTo>
                  <a:lnTo>
                    <a:pt x="14" y="17"/>
                  </a:lnTo>
                  <a:lnTo>
                    <a:pt x="14" y="17"/>
                  </a:lnTo>
                  <a:lnTo>
                    <a:pt x="14" y="18"/>
                  </a:lnTo>
                  <a:lnTo>
                    <a:pt x="14" y="18"/>
                  </a:lnTo>
                  <a:lnTo>
                    <a:pt x="14" y="19"/>
                  </a:lnTo>
                  <a:lnTo>
                    <a:pt x="15" y="19"/>
                  </a:lnTo>
                  <a:lnTo>
                    <a:pt x="15" y="20"/>
                  </a:lnTo>
                  <a:lnTo>
                    <a:pt x="16" y="20"/>
                  </a:lnTo>
                  <a:lnTo>
                    <a:pt x="16" y="20"/>
                  </a:lnTo>
                  <a:lnTo>
                    <a:pt x="18" y="20"/>
                  </a:lnTo>
                  <a:lnTo>
                    <a:pt x="18" y="20"/>
                  </a:lnTo>
                  <a:lnTo>
                    <a:pt x="19" y="20"/>
                  </a:lnTo>
                  <a:lnTo>
                    <a:pt x="19" y="21"/>
                  </a:lnTo>
                  <a:lnTo>
                    <a:pt x="19" y="21"/>
                  </a:lnTo>
                  <a:lnTo>
                    <a:pt x="20" y="21"/>
                  </a:lnTo>
                  <a:lnTo>
                    <a:pt x="20" y="21"/>
                  </a:lnTo>
                  <a:lnTo>
                    <a:pt x="20" y="21"/>
                  </a:lnTo>
                  <a:lnTo>
                    <a:pt x="20" y="21"/>
                  </a:lnTo>
                  <a:lnTo>
                    <a:pt x="20" y="22"/>
                  </a:lnTo>
                  <a:lnTo>
                    <a:pt x="20" y="22"/>
                  </a:lnTo>
                  <a:lnTo>
                    <a:pt x="20" y="22"/>
                  </a:lnTo>
                  <a:lnTo>
                    <a:pt x="20" y="22"/>
                  </a:lnTo>
                  <a:lnTo>
                    <a:pt x="20" y="23"/>
                  </a:lnTo>
                  <a:lnTo>
                    <a:pt x="19" y="23"/>
                  </a:lnTo>
                  <a:lnTo>
                    <a:pt x="19" y="23"/>
                  </a:lnTo>
                  <a:lnTo>
                    <a:pt x="18" y="23"/>
                  </a:lnTo>
                  <a:lnTo>
                    <a:pt x="16" y="24"/>
                  </a:lnTo>
                  <a:lnTo>
                    <a:pt x="16" y="24"/>
                  </a:lnTo>
                  <a:lnTo>
                    <a:pt x="15" y="24"/>
                  </a:lnTo>
                  <a:lnTo>
                    <a:pt x="14" y="24"/>
                  </a:lnTo>
                  <a:lnTo>
                    <a:pt x="14" y="24"/>
                  </a:lnTo>
                  <a:lnTo>
                    <a:pt x="13" y="24"/>
                  </a:lnTo>
                  <a:lnTo>
                    <a:pt x="12" y="24"/>
                  </a:lnTo>
                  <a:lnTo>
                    <a:pt x="11" y="24"/>
                  </a:lnTo>
                  <a:lnTo>
                    <a:pt x="10" y="24"/>
                  </a:lnTo>
                  <a:lnTo>
                    <a:pt x="9" y="24"/>
                  </a:lnTo>
                  <a:lnTo>
                    <a:pt x="9" y="24"/>
                  </a:lnTo>
                  <a:lnTo>
                    <a:pt x="8" y="24"/>
                  </a:lnTo>
                  <a:lnTo>
                    <a:pt x="7" y="24"/>
                  </a:lnTo>
                  <a:lnTo>
                    <a:pt x="6" y="24"/>
                  </a:lnTo>
                  <a:lnTo>
                    <a:pt x="6" y="24"/>
                  </a:lnTo>
                  <a:lnTo>
                    <a:pt x="5" y="24"/>
                  </a:lnTo>
                  <a:lnTo>
                    <a:pt x="4" y="24"/>
                  </a:lnTo>
                  <a:lnTo>
                    <a:pt x="3" y="24"/>
                  </a:lnTo>
                  <a:lnTo>
                    <a:pt x="3" y="24"/>
                  </a:lnTo>
                  <a:lnTo>
                    <a:pt x="2" y="24"/>
                  </a:lnTo>
                  <a:lnTo>
                    <a:pt x="1" y="24"/>
                  </a:lnTo>
                  <a:lnTo>
                    <a:pt x="1" y="24"/>
                  </a:lnTo>
                  <a:lnTo>
                    <a:pt x="0" y="24"/>
                  </a:lnTo>
                  <a:lnTo>
                    <a:pt x="0" y="24"/>
                  </a:lnTo>
                  <a:lnTo>
                    <a:pt x="0" y="24"/>
                  </a:lnTo>
                  <a:lnTo>
                    <a:pt x="0" y="23"/>
                  </a:lnTo>
                  <a:lnTo>
                    <a:pt x="0" y="23"/>
                  </a:lnTo>
                  <a:lnTo>
                    <a:pt x="1" y="22"/>
                  </a:lnTo>
                  <a:lnTo>
                    <a:pt x="1" y="22"/>
                  </a:lnTo>
                  <a:lnTo>
                    <a:pt x="2" y="21"/>
                  </a:lnTo>
                  <a:lnTo>
                    <a:pt x="3" y="20"/>
                  </a:lnTo>
                  <a:lnTo>
                    <a:pt x="4" y="20"/>
                  </a:lnTo>
                  <a:lnTo>
                    <a:pt x="4" y="19"/>
                  </a:lnTo>
                  <a:lnTo>
                    <a:pt x="5" y="18"/>
                  </a:lnTo>
                  <a:lnTo>
                    <a:pt x="6" y="18"/>
                  </a:lnTo>
                  <a:lnTo>
                    <a:pt x="7" y="17"/>
                  </a:lnTo>
                  <a:lnTo>
                    <a:pt x="7" y="16"/>
                  </a:lnTo>
                  <a:lnTo>
                    <a:pt x="8" y="16"/>
                  </a:lnTo>
                  <a:lnTo>
                    <a:pt x="9" y="15"/>
                  </a:lnTo>
                  <a:lnTo>
                    <a:pt x="9" y="13"/>
                  </a:lnTo>
                  <a:lnTo>
                    <a:pt x="10" y="13"/>
                  </a:lnTo>
                  <a:lnTo>
                    <a:pt x="10" y="12"/>
                  </a:lnTo>
                  <a:lnTo>
                    <a:pt x="11" y="11"/>
                  </a:lnTo>
                  <a:lnTo>
                    <a:pt x="11" y="11"/>
                  </a:lnTo>
                  <a:lnTo>
                    <a:pt x="12" y="10"/>
                  </a:lnTo>
                  <a:lnTo>
                    <a:pt x="12" y="10"/>
                  </a:lnTo>
                  <a:lnTo>
                    <a:pt x="12" y="9"/>
                  </a:lnTo>
                  <a:lnTo>
                    <a:pt x="12" y="9"/>
                  </a:lnTo>
                  <a:lnTo>
                    <a:pt x="13" y="8"/>
                  </a:lnTo>
                  <a:lnTo>
                    <a:pt x="13" y="8"/>
                  </a:lnTo>
                  <a:lnTo>
                    <a:pt x="13" y="8"/>
                  </a:lnTo>
                  <a:lnTo>
                    <a:pt x="13" y="7"/>
                  </a:lnTo>
                  <a:lnTo>
                    <a:pt x="13" y="7"/>
                  </a:lnTo>
                  <a:lnTo>
                    <a:pt x="13" y="7"/>
                  </a:lnTo>
                  <a:lnTo>
                    <a:pt x="12" y="7"/>
                  </a:lnTo>
                  <a:lnTo>
                    <a:pt x="12" y="6"/>
                  </a:lnTo>
                  <a:lnTo>
                    <a:pt x="12" y="6"/>
                  </a:lnTo>
                  <a:lnTo>
                    <a:pt x="12" y="6"/>
                  </a:lnTo>
                  <a:lnTo>
                    <a:pt x="11" y="6"/>
                  </a:lnTo>
                  <a:lnTo>
                    <a:pt x="10" y="6"/>
                  </a:lnTo>
                  <a:lnTo>
                    <a:pt x="10" y="6"/>
                  </a:lnTo>
                  <a:lnTo>
                    <a:pt x="9" y="7"/>
                  </a:lnTo>
                  <a:lnTo>
                    <a:pt x="8" y="7"/>
                  </a:lnTo>
                  <a:lnTo>
                    <a:pt x="8" y="7"/>
                  </a:lnTo>
                  <a:lnTo>
                    <a:pt x="7" y="7"/>
                  </a:lnTo>
                  <a:lnTo>
                    <a:pt x="7" y="7"/>
                  </a:lnTo>
                  <a:lnTo>
                    <a:pt x="6" y="7"/>
                  </a:lnTo>
                  <a:lnTo>
                    <a:pt x="6" y="7"/>
                  </a:lnTo>
                  <a:lnTo>
                    <a:pt x="5" y="7"/>
                  </a:lnTo>
                  <a:lnTo>
                    <a:pt x="5" y="8"/>
                  </a:lnTo>
                  <a:lnTo>
                    <a:pt x="5" y="8"/>
                  </a:lnTo>
                  <a:lnTo>
                    <a:pt x="4" y="8"/>
                  </a:lnTo>
                  <a:lnTo>
                    <a:pt x="4" y="8"/>
                  </a:lnTo>
                  <a:lnTo>
                    <a:pt x="4" y="8"/>
                  </a:lnTo>
                  <a:lnTo>
                    <a:pt x="3" y="8"/>
                  </a:lnTo>
                  <a:lnTo>
                    <a:pt x="3" y="8"/>
                  </a:lnTo>
                  <a:lnTo>
                    <a:pt x="3" y="7"/>
                  </a:lnTo>
                  <a:lnTo>
                    <a:pt x="3" y="7"/>
                  </a:lnTo>
                  <a:lnTo>
                    <a:pt x="2" y="7"/>
                  </a:lnTo>
                  <a:lnTo>
                    <a:pt x="2" y="6"/>
                  </a:lnTo>
                  <a:lnTo>
                    <a:pt x="2" y="6"/>
                  </a:lnTo>
                  <a:lnTo>
                    <a:pt x="2" y="5"/>
                  </a:lnTo>
                  <a:lnTo>
                    <a:pt x="2" y="4"/>
                  </a:lnTo>
                  <a:lnTo>
                    <a:pt x="2" y="3"/>
                  </a:lnTo>
                  <a:lnTo>
                    <a:pt x="2" y="2"/>
                  </a:lnTo>
                  <a:lnTo>
                    <a:pt x="2" y="1"/>
                  </a:lnTo>
                  <a:lnTo>
                    <a:pt x="2" y="1"/>
                  </a:lnTo>
                  <a:lnTo>
                    <a:pt x="2" y="0"/>
                  </a:lnTo>
                  <a:lnTo>
                    <a:pt x="2" y="0"/>
                  </a:lnTo>
                  <a:lnTo>
                    <a:pt x="24" y="0"/>
                  </a:lnTo>
                  <a:lnTo>
                    <a:pt x="24" y="0"/>
                  </a:lnTo>
                  <a:lnTo>
                    <a:pt x="2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57" name="Freeform 681"/>
            <p:cNvSpPr/>
            <p:nvPr/>
          </p:nvSpPr>
          <p:spPr bwMode="auto">
            <a:xfrm>
              <a:off x="8694738" y="4700588"/>
              <a:ext cx="22225" cy="11113"/>
            </a:xfrm>
            <a:custGeom>
              <a:avLst/>
              <a:gdLst>
                <a:gd name="T0" fmla="*/ 37 w 40"/>
                <a:gd name="T1" fmla="*/ 1 h 21"/>
                <a:gd name="T2" fmla="*/ 38 w 40"/>
                <a:gd name="T3" fmla="*/ 3 h 21"/>
                <a:gd name="T4" fmla="*/ 38 w 40"/>
                <a:gd name="T5" fmla="*/ 4 h 21"/>
                <a:gd name="T6" fmla="*/ 39 w 40"/>
                <a:gd name="T7" fmla="*/ 6 h 21"/>
                <a:gd name="T8" fmla="*/ 39 w 40"/>
                <a:gd name="T9" fmla="*/ 8 h 21"/>
                <a:gd name="T10" fmla="*/ 38 w 40"/>
                <a:gd name="T11" fmla="*/ 9 h 21"/>
                <a:gd name="T12" fmla="*/ 38 w 40"/>
                <a:gd name="T13" fmla="*/ 10 h 21"/>
                <a:gd name="T14" fmla="*/ 39 w 40"/>
                <a:gd name="T15" fmla="*/ 12 h 21"/>
                <a:gd name="T16" fmla="*/ 39 w 40"/>
                <a:gd name="T17" fmla="*/ 13 h 21"/>
                <a:gd name="T18" fmla="*/ 40 w 40"/>
                <a:gd name="T19" fmla="*/ 13 h 21"/>
                <a:gd name="T20" fmla="*/ 40 w 40"/>
                <a:gd name="T21" fmla="*/ 15 h 21"/>
                <a:gd name="T22" fmla="*/ 40 w 40"/>
                <a:gd name="T23" fmla="*/ 15 h 21"/>
                <a:gd name="T24" fmla="*/ 40 w 40"/>
                <a:gd name="T25" fmla="*/ 15 h 21"/>
                <a:gd name="T26" fmla="*/ 40 w 40"/>
                <a:gd name="T27" fmla="*/ 16 h 21"/>
                <a:gd name="T28" fmla="*/ 40 w 40"/>
                <a:gd name="T29" fmla="*/ 17 h 21"/>
                <a:gd name="T30" fmla="*/ 39 w 40"/>
                <a:gd name="T31" fmla="*/ 18 h 21"/>
                <a:gd name="T32" fmla="*/ 38 w 40"/>
                <a:gd name="T33" fmla="*/ 19 h 21"/>
                <a:gd name="T34" fmla="*/ 37 w 40"/>
                <a:gd name="T35" fmla="*/ 20 h 21"/>
                <a:gd name="T36" fmla="*/ 36 w 40"/>
                <a:gd name="T37" fmla="*/ 21 h 21"/>
                <a:gd name="T38" fmla="*/ 35 w 40"/>
                <a:gd name="T39" fmla="*/ 21 h 21"/>
                <a:gd name="T40" fmla="*/ 34 w 40"/>
                <a:gd name="T41" fmla="*/ 20 h 21"/>
                <a:gd name="T42" fmla="*/ 34 w 40"/>
                <a:gd name="T43" fmla="*/ 19 h 21"/>
                <a:gd name="T44" fmla="*/ 34 w 40"/>
                <a:gd name="T45" fmla="*/ 17 h 21"/>
                <a:gd name="T46" fmla="*/ 34 w 40"/>
                <a:gd name="T47" fmla="*/ 15 h 21"/>
                <a:gd name="T48" fmla="*/ 34 w 40"/>
                <a:gd name="T49" fmla="*/ 13 h 21"/>
                <a:gd name="T50" fmla="*/ 34 w 40"/>
                <a:gd name="T51" fmla="*/ 11 h 21"/>
                <a:gd name="T52" fmla="*/ 35 w 40"/>
                <a:gd name="T53" fmla="*/ 10 h 21"/>
                <a:gd name="T54" fmla="*/ 35 w 40"/>
                <a:gd name="T55" fmla="*/ 9 h 21"/>
                <a:gd name="T56" fmla="*/ 34 w 40"/>
                <a:gd name="T57" fmla="*/ 9 h 21"/>
                <a:gd name="T58" fmla="*/ 34 w 40"/>
                <a:gd name="T59" fmla="*/ 8 h 21"/>
                <a:gd name="T60" fmla="*/ 34 w 40"/>
                <a:gd name="T61" fmla="*/ 7 h 21"/>
                <a:gd name="T62" fmla="*/ 33 w 40"/>
                <a:gd name="T63" fmla="*/ 7 h 21"/>
                <a:gd name="T64" fmla="*/ 32 w 40"/>
                <a:gd name="T65" fmla="*/ 7 h 21"/>
                <a:gd name="T66" fmla="*/ 32 w 40"/>
                <a:gd name="T67" fmla="*/ 7 h 21"/>
                <a:gd name="T68" fmla="*/ 31 w 40"/>
                <a:gd name="T69" fmla="*/ 7 h 21"/>
                <a:gd name="T70" fmla="*/ 31 w 40"/>
                <a:gd name="T71" fmla="*/ 8 h 21"/>
                <a:gd name="T72" fmla="*/ 30 w 40"/>
                <a:gd name="T73" fmla="*/ 9 h 21"/>
                <a:gd name="T74" fmla="*/ 30 w 40"/>
                <a:gd name="T75" fmla="*/ 11 h 21"/>
                <a:gd name="T76" fmla="*/ 27 w 40"/>
                <a:gd name="T77" fmla="*/ 12 h 21"/>
                <a:gd name="T78" fmla="*/ 26 w 40"/>
                <a:gd name="T79" fmla="*/ 16 h 21"/>
                <a:gd name="T80" fmla="*/ 24 w 40"/>
                <a:gd name="T81" fmla="*/ 18 h 21"/>
                <a:gd name="T82" fmla="*/ 23 w 40"/>
                <a:gd name="T83" fmla="*/ 19 h 21"/>
                <a:gd name="T84" fmla="*/ 6 w 40"/>
                <a:gd name="T85" fmla="*/ 11 h 21"/>
                <a:gd name="T86" fmla="*/ 0 w 40"/>
                <a:gd name="T87" fmla="*/ 0 h 21"/>
                <a:gd name="T88" fmla="*/ 37 w 40"/>
                <a:gd name="T8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 h="21">
                  <a:moveTo>
                    <a:pt x="37" y="0"/>
                  </a:moveTo>
                  <a:lnTo>
                    <a:pt x="37" y="0"/>
                  </a:lnTo>
                  <a:lnTo>
                    <a:pt x="37" y="1"/>
                  </a:lnTo>
                  <a:lnTo>
                    <a:pt x="38" y="1"/>
                  </a:lnTo>
                  <a:lnTo>
                    <a:pt x="38" y="2"/>
                  </a:lnTo>
                  <a:lnTo>
                    <a:pt x="38" y="3"/>
                  </a:lnTo>
                  <a:lnTo>
                    <a:pt x="38" y="3"/>
                  </a:lnTo>
                  <a:lnTo>
                    <a:pt x="38" y="4"/>
                  </a:lnTo>
                  <a:lnTo>
                    <a:pt x="38" y="4"/>
                  </a:lnTo>
                  <a:lnTo>
                    <a:pt x="38" y="5"/>
                  </a:lnTo>
                  <a:lnTo>
                    <a:pt x="39" y="6"/>
                  </a:lnTo>
                  <a:lnTo>
                    <a:pt x="39" y="6"/>
                  </a:lnTo>
                  <a:lnTo>
                    <a:pt x="39" y="7"/>
                  </a:lnTo>
                  <a:lnTo>
                    <a:pt x="39" y="7"/>
                  </a:lnTo>
                  <a:lnTo>
                    <a:pt x="39" y="8"/>
                  </a:lnTo>
                  <a:lnTo>
                    <a:pt x="39" y="8"/>
                  </a:lnTo>
                  <a:lnTo>
                    <a:pt x="38" y="9"/>
                  </a:lnTo>
                  <a:lnTo>
                    <a:pt x="38" y="9"/>
                  </a:lnTo>
                  <a:lnTo>
                    <a:pt x="38" y="10"/>
                  </a:lnTo>
                  <a:lnTo>
                    <a:pt x="38" y="10"/>
                  </a:lnTo>
                  <a:lnTo>
                    <a:pt x="38" y="10"/>
                  </a:lnTo>
                  <a:lnTo>
                    <a:pt x="38" y="11"/>
                  </a:lnTo>
                  <a:lnTo>
                    <a:pt x="39" y="11"/>
                  </a:lnTo>
                  <a:lnTo>
                    <a:pt x="39" y="12"/>
                  </a:lnTo>
                  <a:lnTo>
                    <a:pt x="39" y="12"/>
                  </a:lnTo>
                  <a:lnTo>
                    <a:pt x="39" y="12"/>
                  </a:lnTo>
                  <a:lnTo>
                    <a:pt x="39" y="13"/>
                  </a:lnTo>
                  <a:lnTo>
                    <a:pt x="39" y="13"/>
                  </a:lnTo>
                  <a:lnTo>
                    <a:pt x="39" y="13"/>
                  </a:lnTo>
                  <a:lnTo>
                    <a:pt x="40" y="13"/>
                  </a:lnTo>
                  <a:lnTo>
                    <a:pt x="40" y="13"/>
                  </a:lnTo>
                  <a:lnTo>
                    <a:pt x="40" y="15"/>
                  </a:lnTo>
                  <a:lnTo>
                    <a:pt x="40" y="15"/>
                  </a:lnTo>
                  <a:lnTo>
                    <a:pt x="40" y="15"/>
                  </a:lnTo>
                  <a:lnTo>
                    <a:pt x="40" y="15"/>
                  </a:lnTo>
                  <a:lnTo>
                    <a:pt x="40" y="15"/>
                  </a:lnTo>
                  <a:lnTo>
                    <a:pt x="40" y="15"/>
                  </a:lnTo>
                  <a:lnTo>
                    <a:pt x="40" y="15"/>
                  </a:lnTo>
                  <a:lnTo>
                    <a:pt x="40" y="15"/>
                  </a:lnTo>
                  <a:lnTo>
                    <a:pt x="40" y="16"/>
                  </a:lnTo>
                  <a:lnTo>
                    <a:pt x="40" y="16"/>
                  </a:lnTo>
                  <a:lnTo>
                    <a:pt x="40" y="16"/>
                  </a:lnTo>
                  <a:lnTo>
                    <a:pt x="40" y="16"/>
                  </a:lnTo>
                  <a:lnTo>
                    <a:pt x="40" y="16"/>
                  </a:lnTo>
                  <a:lnTo>
                    <a:pt x="40" y="17"/>
                  </a:lnTo>
                  <a:lnTo>
                    <a:pt x="39" y="17"/>
                  </a:lnTo>
                  <a:lnTo>
                    <a:pt x="39" y="17"/>
                  </a:lnTo>
                  <a:lnTo>
                    <a:pt x="39" y="18"/>
                  </a:lnTo>
                  <a:lnTo>
                    <a:pt x="39" y="18"/>
                  </a:lnTo>
                  <a:lnTo>
                    <a:pt x="38" y="19"/>
                  </a:lnTo>
                  <a:lnTo>
                    <a:pt x="38" y="19"/>
                  </a:lnTo>
                  <a:lnTo>
                    <a:pt x="37" y="19"/>
                  </a:lnTo>
                  <a:lnTo>
                    <a:pt x="37" y="20"/>
                  </a:lnTo>
                  <a:lnTo>
                    <a:pt x="37" y="20"/>
                  </a:lnTo>
                  <a:lnTo>
                    <a:pt x="36" y="20"/>
                  </a:lnTo>
                  <a:lnTo>
                    <a:pt x="36" y="20"/>
                  </a:lnTo>
                  <a:lnTo>
                    <a:pt x="36" y="21"/>
                  </a:lnTo>
                  <a:lnTo>
                    <a:pt x="35" y="21"/>
                  </a:lnTo>
                  <a:lnTo>
                    <a:pt x="35" y="21"/>
                  </a:lnTo>
                  <a:lnTo>
                    <a:pt x="35" y="21"/>
                  </a:lnTo>
                  <a:lnTo>
                    <a:pt x="34" y="21"/>
                  </a:lnTo>
                  <a:lnTo>
                    <a:pt x="34" y="20"/>
                  </a:lnTo>
                  <a:lnTo>
                    <a:pt x="34" y="20"/>
                  </a:lnTo>
                  <a:lnTo>
                    <a:pt x="34" y="20"/>
                  </a:lnTo>
                  <a:lnTo>
                    <a:pt x="34" y="19"/>
                  </a:lnTo>
                  <a:lnTo>
                    <a:pt x="34" y="19"/>
                  </a:lnTo>
                  <a:lnTo>
                    <a:pt x="34" y="18"/>
                  </a:lnTo>
                  <a:lnTo>
                    <a:pt x="34" y="18"/>
                  </a:lnTo>
                  <a:lnTo>
                    <a:pt x="34" y="17"/>
                  </a:lnTo>
                  <a:lnTo>
                    <a:pt x="34" y="16"/>
                  </a:lnTo>
                  <a:lnTo>
                    <a:pt x="34" y="16"/>
                  </a:lnTo>
                  <a:lnTo>
                    <a:pt x="34" y="15"/>
                  </a:lnTo>
                  <a:lnTo>
                    <a:pt x="34" y="15"/>
                  </a:lnTo>
                  <a:lnTo>
                    <a:pt x="34" y="13"/>
                  </a:lnTo>
                  <a:lnTo>
                    <a:pt x="34" y="13"/>
                  </a:lnTo>
                  <a:lnTo>
                    <a:pt x="34" y="12"/>
                  </a:lnTo>
                  <a:lnTo>
                    <a:pt x="34" y="12"/>
                  </a:lnTo>
                  <a:lnTo>
                    <a:pt x="34" y="11"/>
                  </a:lnTo>
                  <a:lnTo>
                    <a:pt x="34" y="11"/>
                  </a:lnTo>
                  <a:lnTo>
                    <a:pt x="35" y="11"/>
                  </a:lnTo>
                  <a:lnTo>
                    <a:pt x="35" y="10"/>
                  </a:lnTo>
                  <a:lnTo>
                    <a:pt x="35" y="10"/>
                  </a:lnTo>
                  <a:lnTo>
                    <a:pt x="35" y="10"/>
                  </a:lnTo>
                  <a:lnTo>
                    <a:pt x="35" y="9"/>
                  </a:lnTo>
                  <a:lnTo>
                    <a:pt x="35" y="9"/>
                  </a:lnTo>
                  <a:lnTo>
                    <a:pt x="34" y="9"/>
                  </a:lnTo>
                  <a:lnTo>
                    <a:pt x="34" y="9"/>
                  </a:lnTo>
                  <a:lnTo>
                    <a:pt x="34" y="8"/>
                  </a:lnTo>
                  <a:lnTo>
                    <a:pt x="34" y="8"/>
                  </a:lnTo>
                  <a:lnTo>
                    <a:pt x="34" y="8"/>
                  </a:lnTo>
                  <a:lnTo>
                    <a:pt x="34" y="8"/>
                  </a:lnTo>
                  <a:lnTo>
                    <a:pt x="34" y="7"/>
                  </a:lnTo>
                  <a:lnTo>
                    <a:pt x="34" y="7"/>
                  </a:lnTo>
                  <a:lnTo>
                    <a:pt x="33" y="7"/>
                  </a:lnTo>
                  <a:lnTo>
                    <a:pt x="33" y="7"/>
                  </a:lnTo>
                  <a:lnTo>
                    <a:pt x="33" y="7"/>
                  </a:lnTo>
                  <a:lnTo>
                    <a:pt x="33" y="7"/>
                  </a:lnTo>
                  <a:lnTo>
                    <a:pt x="32" y="7"/>
                  </a:lnTo>
                  <a:lnTo>
                    <a:pt x="32" y="7"/>
                  </a:lnTo>
                  <a:lnTo>
                    <a:pt x="32" y="7"/>
                  </a:lnTo>
                  <a:lnTo>
                    <a:pt x="32" y="7"/>
                  </a:lnTo>
                  <a:lnTo>
                    <a:pt x="32" y="7"/>
                  </a:lnTo>
                  <a:lnTo>
                    <a:pt x="32" y="7"/>
                  </a:lnTo>
                  <a:lnTo>
                    <a:pt x="32" y="7"/>
                  </a:lnTo>
                  <a:lnTo>
                    <a:pt x="31" y="7"/>
                  </a:lnTo>
                  <a:lnTo>
                    <a:pt x="31" y="8"/>
                  </a:lnTo>
                  <a:lnTo>
                    <a:pt x="31" y="8"/>
                  </a:lnTo>
                  <a:lnTo>
                    <a:pt x="31" y="8"/>
                  </a:lnTo>
                  <a:lnTo>
                    <a:pt x="31" y="8"/>
                  </a:lnTo>
                  <a:lnTo>
                    <a:pt x="31" y="9"/>
                  </a:lnTo>
                  <a:lnTo>
                    <a:pt x="30" y="9"/>
                  </a:lnTo>
                  <a:lnTo>
                    <a:pt x="30" y="10"/>
                  </a:lnTo>
                  <a:lnTo>
                    <a:pt x="30" y="10"/>
                  </a:lnTo>
                  <a:lnTo>
                    <a:pt x="30" y="11"/>
                  </a:lnTo>
                  <a:lnTo>
                    <a:pt x="29" y="11"/>
                  </a:lnTo>
                  <a:lnTo>
                    <a:pt x="29" y="12"/>
                  </a:lnTo>
                  <a:lnTo>
                    <a:pt x="27" y="12"/>
                  </a:lnTo>
                  <a:lnTo>
                    <a:pt x="27" y="13"/>
                  </a:lnTo>
                  <a:lnTo>
                    <a:pt x="26" y="15"/>
                  </a:lnTo>
                  <a:lnTo>
                    <a:pt x="26" y="16"/>
                  </a:lnTo>
                  <a:lnTo>
                    <a:pt x="25" y="16"/>
                  </a:lnTo>
                  <a:lnTo>
                    <a:pt x="25" y="17"/>
                  </a:lnTo>
                  <a:lnTo>
                    <a:pt x="24" y="18"/>
                  </a:lnTo>
                  <a:lnTo>
                    <a:pt x="24" y="19"/>
                  </a:lnTo>
                  <a:lnTo>
                    <a:pt x="23" y="19"/>
                  </a:lnTo>
                  <a:lnTo>
                    <a:pt x="23" y="19"/>
                  </a:lnTo>
                  <a:lnTo>
                    <a:pt x="15" y="17"/>
                  </a:lnTo>
                  <a:lnTo>
                    <a:pt x="11" y="15"/>
                  </a:lnTo>
                  <a:lnTo>
                    <a:pt x="6" y="11"/>
                  </a:lnTo>
                  <a:lnTo>
                    <a:pt x="3" y="7"/>
                  </a:lnTo>
                  <a:lnTo>
                    <a:pt x="1" y="3"/>
                  </a:lnTo>
                  <a:lnTo>
                    <a:pt x="0" y="0"/>
                  </a:lnTo>
                  <a:lnTo>
                    <a:pt x="0" y="0"/>
                  </a:lnTo>
                  <a:lnTo>
                    <a:pt x="37" y="0"/>
                  </a:lnTo>
                  <a:lnTo>
                    <a:pt x="37" y="0"/>
                  </a:lnTo>
                  <a:lnTo>
                    <a:pt x="37" y="0"/>
                  </a:lnTo>
                  <a:lnTo>
                    <a:pt x="37" y="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58" name="Freeform 682"/>
            <p:cNvSpPr/>
            <p:nvPr/>
          </p:nvSpPr>
          <p:spPr bwMode="auto">
            <a:xfrm>
              <a:off x="8689975" y="4722813"/>
              <a:ext cx="17463" cy="7938"/>
            </a:xfrm>
            <a:custGeom>
              <a:avLst/>
              <a:gdLst>
                <a:gd name="T0" fmla="*/ 27 w 32"/>
                <a:gd name="T1" fmla="*/ 0 h 16"/>
                <a:gd name="T2" fmla="*/ 28 w 32"/>
                <a:gd name="T3" fmla="*/ 0 h 16"/>
                <a:gd name="T4" fmla="*/ 28 w 32"/>
                <a:gd name="T5" fmla="*/ 0 h 16"/>
                <a:gd name="T6" fmla="*/ 29 w 32"/>
                <a:gd name="T7" fmla="*/ 0 h 16"/>
                <a:gd name="T8" fmla="*/ 29 w 32"/>
                <a:gd name="T9" fmla="*/ 1 h 16"/>
                <a:gd name="T10" fmla="*/ 30 w 32"/>
                <a:gd name="T11" fmla="*/ 2 h 16"/>
                <a:gd name="T12" fmla="*/ 31 w 32"/>
                <a:gd name="T13" fmla="*/ 3 h 16"/>
                <a:gd name="T14" fmla="*/ 32 w 32"/>
                <a:gd name="T15" fmla="*/ 5 h 16"/>
                <a:gd name="T16" fmla="*/ 32 w 32"/>
                <a:gd name="T17" fmla="*/ 9 h 16"/>
                <a:gd name="T18" fmla="*/ 31 w 32"/>
                <a:gd name="T19" fmla="*/ 12 h 16"/>
                <a:gd name="T20" fmla="*/ 30 w 32"/>
                <a:gd name="T21" fmla="*/ 14 h 16"/>
                <a:gd name="T22" fmla="*/ 28 w 32"/>
                <a:gd name="T23" fmla="*/ 15 h 16"/>
                <a:gd name="T24" fmla="*/ 25 w 32"/>
                <a:gd name="T25" fmla="*/ 16 h 16"/>
                <a:gd name="T26" fmla="*/ 19 w 32"/>
                <a:gd name="T27" fmla="*/ 15 h 16"/>
                <a:gd name="T28" fmla="*/ 14 w 32"/>
                <a:gd name="T29" fmla="*/ 14 h 16"/>
                <a:gd name="T30" fmla="*/ 11 w 32"/>
                <a:gd name="T31" fmla="*/ 13 h 16"/>
                <a:gd name="T32" fmla="*/ 8 w 32"/>
                <a:gd name="T33" fmla="*/ 13 h 16"/>
                <a:gd name="T34" fmla="*/ 4 w 32"/>
                <a:gd name="T35" fmla="*/ 13 h 16"/>
                <a:gd name="T36" fmla="*/ 1 w 32"/>
                <a:gd name="T37" fmla="*/ 12 h 16"/>
                <a:gd name="T38" fmla="*/ 0 w 32"/>
                <a:gd name="T39" fmla="*/ 11 h 16"/>
                <a:gd name="T40" fmla="*/ 0 w 32"/>
                <a:gd name="T41" fmla="*/ 10 h 16"/>
                <a:gd name="T42" fmla="*/ 1 w 32"/>
                <a:gd name="T43" fmla="*/ 9 h 16"/>
                <a:gd name="T44" fmla="*/ 4 w 32"/>
                <a:gd name="T45" fmla="*/ 6 h 16"/>
                <a:gd name="T46" fmla="*/ 6 w 32"/>
                <a:gd name="T47" fmla="*/ 5 h 16"/>
                <a:gd name="T48" fmla="*/ 7 w 32"/>
                <a:gd name="T49" fmla="*/ 5 h 16"/>
                <a:gd name="T50" fmla="*/ 8 w 32"/>
                <a:gd name="T51" fmla="*/ 6 h 16"/>
                <a:gd name="T52" fmla="*/ 10 w 32"/>
                <a:gd name="T53" fmla="*/ 7 h 16"/>
                <a:gd name="T54" fmla="*/ 11 w 32"/>
                <a:gd name="T55" fmla="*/ 9 h 16"/>
                <a:gd name="T56" fmla="*/ 12 w 32"/>
                <a:gd name="T57" fmla="*/ 9 h 16"/>
                <a:gd name="T58" fmla="*/ 13 w 32"/>
                <a:gd name="T59" fmla="*/ 9 h 16"/>
                <a:gd name="T60" fmla="*/ 13 w 32"/>
                <a:gd name="T61" fmla="*/ 9 h 16"/>
                <a:gd name="T62" fmla="*/ 14 w 32"/>
                <a:gd name="T63" fmla="*/ 7 h 16"/>
                <a:gd name="T64" fmla="*/ 15 w 32"/>
                <a:gd name="T65" fmla="*/ 7 h 16"/>
                <a:gd name="T66" fmla="*/ 15 w 32"/>
                <a:gd name="T67" fmla="*/ 6 h 16"/>
                <a:gd name="T68" fmla="*/ 16 w 32"/>
                <a:gd name="T69" fmla="*/ 5 h 16"/>
                <a:gd name="T70" fmla="*/ 16 w 32"/>
                <a:gd name="T71" fmla="*/ 4 h 16"/>
                <a:gd name="T72" fmla="*/ 16 w 32"/>
                <a:gd name="T73" fmla="*/ 3 h 16"/>
                <a:gd name="T74" fmla="*/ 16 w 32"/>
                <a:gd name="T75" fmla="*/ 3 h 16"/>
                <a:gd name="T76" fmla="*/ 17 w 32"/>
                <a:gd name="T77" fmla="*/ 2 h 16"/>
                <a:gd name="T78" fmla="*/ 19 w 32"/>
                <a:gd name="T79" fmla="*/ 2 h 16"/>
                <a:gd name="T80" fmla="*/ 21 w 32"/>
                <a:gd name="T81" fmla="*/ 2 h 16"/>
                <a:gd name="T82" fmla="*/ 22 w 32"/>
                <a:gd name="T83" fmla="*/ 3 h 16"/>
                <a:gd name="T84" fmla="*/ 23 w 32"/>
                <a:gd name="T85" fmla="*/ 3 h 16"/>
                <a:gd name="T86" fmla="*/ 23 w 32"/>
                <a:gd name="T87" fmla="*/ 4 h 16"/>
                <a:gd name="T88" fmla="*/ 24 w 32"/>
                <a:gd name="T89" fmla="*/ 3 h 16"/>
                <a:gd name="T90" fmla="*/ 25 w 32"/>
                <a:gd name="T91" fmla="*/ 2 h 16"/>
                <a:gd name="T92" fmla="*/ 26 w 32"/>
                <a:gd name="T93" fmla="*/ 1 h 16"/>
                <a:gd name="T94" fmla="*/ 26 w 32"/>
                <a:gd name="T95" fmla="*/ 1 h 16"/>
                <a:gd name="T96" fmla="*/ 27 w 32"/>
                <a:gd name="T97" fmla="*/ 0 h 16"/>
                <a:gd name="T98" fmla="*/ 27 w 32"/>
                <a:gd name="T99" fmla="*/ 0 h 16"/>
                <a:gd name="T100" fmla="*/ 27 w 32"/>
                <a:gd name="T10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 h="16">
                  <a:moveTo>
                    <a:pt x="27" y="0"/>
                  </a:moveTo>
                  <a:lnTo>
                    <a:pt x="27" y="0"/>
                  </a:lnTo>
                  <a:lnTo>
                    <a:pt x="27" y="0"/>
                  </a:lnTo>
                  <a:lnTo>
                    <a:pt x="27" y="0"/>
                  </a:lnTo>
                  <a:lnTo>
                    <a:pt x="27" y="0"/>
                  </a:lnTo>
                  <a:lnTo>
                    <a:pt x="28" y="0"/>
                  </a:lnTo>
                  <a:lnTo>
                    <a:pt x="28" y="0"/>
                  </a:lnTo>
                  <a:lnTo>
                    <a:pt x="28" y="0"/>
                  </a:lnTo>
                  <a:lnTo>
                    <a:pt x="28" y="0"/>
                  </a:lnTo>
                  <a:lnTo>
                    <a:pt x="28" y="0"/>
                  </a:lnTo>
                  <a:lnTo>
                    <a:pt x="28" y="0"/>
                  </a:lnTo>
                  <a:lnTo>
                    <a:pt x="28" y="0"/>
                  </a:lnTo>
                  <a:lnTo>
                    <a:pt x="28" y="0"/>
                  </a:lnTo>
                  <a:lnTo>
                    <a:pt x="28" y="0"/>
                  </a:lnTo>
                  <a:lnTo>
                    <a:pt x="29" y="0"/>
                  </a:lnTo>
                  <a:lnTo>
                    <a:pt x="29" y="0"/>
                  </a:lnTo>
                  <a:lnTo>
                    <a:pt x="29" y="0"/>
                  </a:lnTo>
                  <a:lnTo>
                    <a:pt x="29" y="1"/>
                  </a:lnTo>
                  <a:lnTo>
                    <a:pt x="29" y="1"/>
                  </a:lnTo>
                  <a:lnTo>
                    <a:pt x="29" y="1"/>
                  </a:lnTo>
                  <a:lnTo>
                    <a:pt x="30" y="1"/>
                  </a:lnTo>
                  <a:lnTo>
                    <a:pt x="30" y="2"/>
                  </a:lnTo>
                  <a:lnTo>
                    <a:pt x="30" y="2"/>
                  </a:lnTo>
                  <a:lnTo>
                    <a:pt x="30" y="2"/>
                  </a:lnTo>
                  <a:lnTo>
                    <a:pt x="30" y="3"/>
                  </a:lnTo>
                  <a:lnTo>
                    <a:pt x="30" y="3"/>
                  </a:lnTo>
                  <a:lnTo>
                    <a:pt x="31" y="3"/>
                  </a:lnTo>
                  <a:lnTo>
                    <a:pt x="31" y="3"/>
                  </a:lnTo>
                  <a:lnTo>
                    <a:pt x="31" y="3"/>
                  </a:lnTo>
                  <a:lnTo>
                    <a:pt x="31" y="4"/>
                  </a:lnTo>
                  <a:lnTo>
                    <a:pt x="31" y="4"/>
                  </a:lnTo>
                  <a:lnTo>
                    <a:pt x="32" y="5"/>
                  </a:lnTo>
                  <a:lnTo>
                    <a:pt x="32" y="5"/>
                  </a:lnTo>
                  <a:lnTo>
                    <a:pt x="32" y="6"/>
                  </a:lnTo>
                  <a:lnTo>
                    <a:pt x="32" y="7"/>
                  </a:lnTo>
                  <a:lnTo>
                    <a:pt x="32" y="9"/>
                  </a:lnTo>
                  <a:lnTo>
                    <a:pt x="32" y="10"/>
                  </a:lnTo>
                  <a:lnTo>
                    <a:pt x="31" y="10"/>
                  </a:lnTo>
                  <a:lnTo>
                    <a:pt x="31" y="11"/>
                  </a:lnTo>
                  <a:lnTo>
                    <a:pt x="31" y="12"/>
                  </a:lnTo>
                  <a:lnTo>
                    <a:pt x="31" y="13"/>
                  </a:lnTo>
                  <a:lnTo>
                    <a:pt x="31" y="13"/>
                  </a:lnTo>
                  <a:lnTo>
                    <a:pt x="31" y="14"/>
                  </a:lnTo>
                  <a:lnTo>
                    <a:pt x="30" y="14"/>
                  </a:lnTo>
                  <a:lnTo>
                    <a:pt x="30" y="15"/>
                  </a:lnTo>
                  <a:lnTo>
                    <a:pt x="30" y="15"/>
                  </a:lnTo>
                  <a:lnTo>
                    <a:pt x="29" y="15"/>
                  </a:lnTo>
                  <a:lnTo>
                    <a:pt x="28" y="15"/>
                  </a:lnTo>
                  <a:lnTo>
                    <a:pt x="28" y="16"/>
                  </a:lnTo>
                  <a:lnTo>
                    <a:pt x="27" y="16"/>
                  </a:lnTo>
                  <a:lnTo>
                    <a:pt x="26" y="16"/>
                  </a:lnTo>
                  <a:lnTo>
                    <a:pt x="25" y="16"/>
                  </a:lnTo>
                  <a:lnTo>
                    <a:pt x="24" y="16"/>
                  </a:lnTo>
                  <a:lnTo>
                    <a:pt x="22" y="16"/>
                  </a:lnTo>
                  <a:lnTo>
                    <a:pt x="21" y="16"/>
                  </a:lnTo>
                  <a:lnTo>
                    <a:pt x="19" y="15"/>
                  </a:lnTo>
                  <a:lnTo>
                    <a:pt x="18" y="15"/>
                  </a:lnTo>
                  <a:lnTo>
                    <a:pt x="16" y="15"/>
                  </a:lnTo>
                  <a:lnTo>
                    <a:pt x="15" y="15"/>
                  </a:lnTo>
                  <a:lnTo>
                    <a:pt x="14" y="14"/>
                  </a:lnTo>
                  <a:lnTo>
                    <a:pt x="13" y="14"/>
                  </a:lnTo>
                  <a:lnTo>
                    <a:pt x="12" y="14"/>
                  </a:lnTo>
                  <a:lnTo>
                    <a:pt x="12" y="13"/>
                  </a:lnTo>
                  <a:lnTo>
                    <a:pt x="11" y="13"/>
                  </a:lnTo>
                  <a:lnTo>
                    <a:pt x="10" y="13"/>
                  </a:lnTo>
                  <a:lnTo>
                    <a:pt x="9" y="13"/>
                  </a:lnTo>
                  <a:lnTo>
                    <a:pt x="9" y="13"/>
                  </a:lnTo>
                  <a:lnTo>
                    <a:pt x="8" y="13"/>
                  </a:lnTo>
                  <a:lnTo>
                    <a:pt x="7" y="13"/>
                  </a:lnTo>
                  <a:lnTo>
                    <a:pt x="6" y="13"/>
                  </a:lnTo>
                  <a:lnTo>
                    <a:pt x="5" y="13"/>
                  </a:lnTo>
                  <a:lnTo>
                    <a:pt x="4" y="13"/>
                  </a:lnTo>
                  <a:lnTo>
                    <a:pt x="4" y="13"/>
                  </a:lnTo>
                  <a:lnTo>
                    <a:pt x="3" y="13"/>
                  </a:lnTo>
                  <a:lnTo>
                    <a:pt x="1" y="12"/>
                  </a:lnTo>
                  <a:lnTo>
                    <a:pt x="1" y="12"/>
                  </a:lnTo>
                  <a:lnTo>
                    <a:pt x="0" y="12"/>
                  </a:lnTo>
                  <a:lnTo>
                    <a:pt x="0" y="12"/>
                  </a:lnTo>
                  <a:lnTo>
                    <a:pt x="0" y="11"/>
                  </a:lnTo>
                  <a:lnTo>
                    <a:pt x="0" y="11"/>
                  </a:lnTo>
                  <a:lnTo>
                    <a:pt x="0" y="11"/>
                  </a:lnTo>
                  <a:lnTo>
                    <a:pt x="0" y="11"/>
                  </a:lnTo>
                  <a:lnTo>
                    <a:pt x="0" y="10"/>
                  </a:lnTo>
                  <a:lnTo>
                    <a:pt x="0" y="10"/>
                  </a:lnTo>
                  <a:lnTo>
                    <a:pt x="0" y="10"/>
                  </a:lnTo>
                  <a:lnTo>
                    <a:pt x="1" y="9"/>
                  </a:lnTo>
                  <a:lnTo>
                    <a:pt x="1" y="9"/>
                  </a:lnTo>
                  <a:lnTo>
                    <a:pt x="1" y="9"/>
                  </a:lnTo>
                  <a:lnTo>
                    <a:pt x="3" y="7"/>
                  </a:lnTo>
                  <a:lnTo>
                    <a:pt x="3" y="7"/>
                  </a:lnTo>
                  <a:lnTo>
                    <a:pt x="4" y="7"/>
                  </a:lnTo>
                  <a:lnTo>
                    <a:pt x="4" y="6"/>
                  </a:lnTo>
                  <a:lnTo>
                    <a:pt x="5" y="6"/>
                  </a:lnTo>
                  <a:lnTo>
                    <a:pt x="5" y="6"/>
                  </a:lnTo>
                  <a:lnTo>
                    <a:pt x="6" y="6"/>
                  </a:lnTo>
                  <a:lnTo>
                    <a:pt x="6" y="5"/>
                  </a:lnTo>
                  <a:lnTo>
                    <a:pt x="6" y="5"/>
                  </a:lnTo>
                  <a:lnTo>
                    <a:pt x="7" y="5"/>
                  </a:lnTo>
                  <a:lnTo>
                    <a:pt x="7" y="5"/>
                  </a:lnTo>
                  <a:lnTo>
                    <a:pt x="7" y="5"/>
                  </a:lnTo>
                  <a:lnTo>
                    <a:pt x="8" y="5"/>
                  </a:lnTo>
                  <a:lnTo>
                    <a:pt x="8" y="6"/>
                  </a:lnTo>
                  <a:lnTo>
                    <a:pt x="8" y="6"/>
                  </a:lnTo>
                  <a:lnTo>
                    <a:pt x="8" y="6"/>
                  </a:lnTo>
                  <a:lnTo>
                    <a:pt x="9" y="6"/>
                  </a:lnTo>
                  <a:lnTo>
                    <a:pt x="9" y="6"/>
                  </a:lnTo>
                  <a:lnTo>
                    <a:pt x="9" y="7"/>
                  </a:lnTo>
                  <a:lnTo>
                    <a:pt x="10" y="7"/>
                  </a:lnTo>
                  <a:lnTo>
                    <a:pt x="10" y="7"/>
                  </a:lnTo>
                  <a:lnTo>
                    <a:pt x="10" y="7"/>
                  </a:lnTo>
                  <a:lnTo>
                    <a:pt x="11" y="7"/>
                  </a:lnTo>
                  <a:lnTo>
                    <a:pt x="11" y="9"/>
                  </a:lnTo>
                  <a:lnTo>
                    <a:pt x="11" y="9"/>
                  </a:lnTo>
                  <a:lnTo>
                    <a:pt x="12" y="9"/>
                  </a:lnTo>
                  <a:lnTo>
                    <a:pt x="12" y="9"/>
                  </a:lnTo>
                  <a:lnTo>
                    <a:pt x="12" y="9"/>
                  </a:lnTo>
                  <a:lnTo>
                    <a:pt x="12" y="9"/>
                  </a:lnTo>
                  <a:lnTo>
                    <a:pt x="12" y="9"/>
                  </a:lnTo>
                  <a:lnTo>
                    <a:pt x="12" y="9"/>
                  </a:lnTo>
                  <a:lnTo>
                    <a:pt x="13" y="9"/>
                  </a:lnTo>
                  <a:lnTo>
                    <a:pt x="13" y="9"/>
                  </a:lnTo>
                  <a:lnTo>
                    <a:pt x="13" y="9"/>
                  </a:lnTo>
                  <a:lnTo>
                    <a:pt x="13" y="9"/>
                  </a:lnTo>
                  <a:lnTo>
                    <a:pt x="13" y="9"/>
                  </a:lnTo>
                  <a:lnTo>
                    <a:pt x="14" y="7"/>
                  </a:lnTo>
                  <a:lnTo>
                    <a:pt x="14" y="7"/>
                  </a:lnTo>
                  <a:lnTo>
                    <a:pt x="14" y="7"/>
                  </a:lnTo>
                  <a:lnTo>
                    <a:pt x="14" y="7"/>
                  </a:lnTo>
                  <a:lnTo>
                    <a:pt x="14" y="7"/>
                  </a:lnTo>
                  <a:lnTo>
                    <a:pt x="15" y="7"/>
                  </a:lnTo>
                  <a:lnTo>
                    <a:pt x="15" y="7"/>
                  </a:lnTo>
                  <a:lnTo>
                    <a:pt x="15" y="7"/>
                  </a:lnTo>
                  <a:lnTo>
                    <a:pt x="15" y="6"/>
                  </a:lnTo>
                  <a:lnTo>
                    <a:pt x="15" y="6"/>
                  </a:lnTo>
                  <a:lnTo>
                    <a:pt x="15" y="6"/>
                  </a:lnTo>
                  <a:lnTo>
                    <a:pt x="15" y="6"/>
                  </a:lnTo>
                  <a:lnTo>
                    <a:pt x="15" y="6"/>
                  </a:lnTo>
                  <a:lnTo>
                    <a:pt x="15" y="6"/>
                  </a:lnTo>
                  <a:lnTo>
                    <a:pt x="15" y="5"/>
                  </a:lnTo>
                  <a:lnTo>
                    <a:pt x="16" y="5"/>
                  </a:lnTo>
                  <a:lnTo>
                    <a:pt x="16" y="5"/>
                  </a:lnTo>
                  <a:lnTo>
                    <a:pt x="16" y="5"/>
                  </a:lnTo>
                  <a:lnTo>
                    <a:pt x="16" y="4"/>
                  </a:lnTo>
                  <a:lnTo>
                    <a:pt x="16" y="4"/>
                  </a:lnTo>
                  <a:lnTo>
                    <a:pt x="16" y="4"/>
                  </a:lnTo>
                  <a:lnTo>
                    <a:pt x="16" y="4"/>
                  </a:lnTo>
                  <a:lnTo>
                    <a:pt x="16" y="4"/>
                  </a:lnTo>
                  <a:lnTo>
                    <a:pt x="16" y="3"/>
                  </a:lnTo>
                  <a:lnTo>
                    <a:pt x="16" y="3"/>
                  </a:lnTo>
                  <a:lnTo>
                    <a:pt x="16" y="3"/>
                  </a:lnTo>
                  <a:lnTo>
                    <a:pt x="16" y="3"/>
                  </a:lnTo>
                  <a:lnTo>
                    <a:pt x="16" y="3"/>
                  </a:lnTo>
                  <a:lnTo>
                    <a:pt x="17" y="3"/>
                  </a:lnTo>
                  <a:lnTo>
                    <a:pt x="17" y="2"/>
                  </a:lnTo>
                  <a:lnTo>
                    <a:pt x="17" y="2"/>
                  </a:lnTo>
                  <a:lnTo>
                    <a:pt x="17" y="2"/>
                  </a:lnTo>
                  <a:lnTo>
                    <a:pt x="18" y="2"/>
                  </a:lnTo>
                  <a:lnTo>
                    <a:pt x="18" y="2"/>
                  </a:lnTo>
                  <a:lnTo>
                    <a:pt x="18" y="2"/>
                  </a:lnTo>
                  <a:lnTo>
                    <a:pt x="19" y="2"/>
                  </a:lnTo>
                  <a:lnTo>
                    <a:pt x="19" y="2"/>
                  </a:lnTo>
                  <a:lnTo>
                    <a:pt x="19" y="2"/>
                  </a:lnTo>
                  <a:lnTo>
                    <a:pt x="19" y="2"/>
                  </a:lnTo>
                  <a:lnTo>
                    <a:pt x="21" y="2"/>
                  </a:lnTo>
                  <a:lnTo>
                    <a:pt x="21" y="2"/>
                  </a:lnTo>
                  <a:lnTo>
                    <a:pt x="21" y="2"/>
                  </a:lnTo>
                  <a:lnTo>
                    <a:pt x="21" y="3"/>
                  </a:lnTo>
                  <a:lnTo>
                    <a:pt x="22" y="3"/>
                  </a:lnTo>
                  <a:lnTo>
                    <a:pt x="22" y="3"/>
                  </a:lnTo>
                  <a:lnTo>
                    <a:pt x="22" y="3"/>
                  </a:lnTo>
                  <a:lnTo>
                    <a:pt x="22" y="3"/>
                  </a:lnTo>
                  <a:lnTo>
                    <a:pt x="23" y="3"/>
                  </a:lnTo>
                  <a:lnTo>
                    <a:pt x="23" y="3"/>
                  </a:lnTo>
                  <a:lnTo>
                    <a:pt x="23" y="4"/>
                  </a:lnTo>
                  <a:lnTo>
                    <a:pt x="23" y="4"/>
                  </a:lnTo>
                  <a:lnTo>
                    <a:pt x="23" y="4"/>
                  </a:lnTo>
                  <a:lnTo>
                    <a:pt x="24" y="3"/>
                  </a:lnTo>
                  <a:lnTo>
                    <a:pt x="24" y="3"/>
                  </a:lnTo>
                  <a:lnTo>
                    <a:pt x="24" y="3"/>
                  </a:lnTo>
                  <a:lnTo>
                    <a:pt x="24" y="3"/>
                  </a:lnTo>
                  <a:lnTo>
                    <a:pt x="25" y="3"/>
                  </a:lnTo>
                  <a:lnTo>
                    <a:pt x="25" y="3"/>
                  </a:lnTo>
                  <a:lnTo>
                    <a:pt x="25" y="3"/>
                  </a:lnTo>
                  <a:lnTo>
                    <a:pt x="25" y="2"/>
                  </a:lnTo>
                  <a:lnTo>
                    <a:pt x="25" y="2"/>
                  </a:lnTo>
                  <a:lnTo>
                    <a:pt x="26" y="2"/>
                  </a:lnTo>
                  <a:lnTo>
                    <a:pt x="26" y="2"/>
                  </a:lnTo>
                  <a:lnTo>
                    <a:pt x="26" y="1"/>
                  </a:lnTo>
                  <a:lnTo>
                    <a:pt x="26" y="1"/>
                  </a:lnTo>
                  <a:lnTo>
                    <a:pt x="26" y="1"/>
                  </a:lnTo>
                  <a:lnTo>
                    <a:pt x="26" y="1"/>
                  </a:lnTo>
                  <a:lnTo>
                    <a:pt x="26" y="1"/>
                  </a:lnTo>
                  <a:lnTo>
                    <a:pt x="26" y="1"/>
                  </a:lnTo>
                  <a:lnTo>
                    <a:pt x="26" y="0"/>
                  </a:lnTo>
                  <a:lnTo>
                    <a:pt x="27" y="0"/>
                  </a:lnTo>
                  <a:lnTo>
                    <a:pt x="27" y="0"/>
                  </a:lnTo>
                  <a:lnTo>
                    <a:pt x="27" y="0"/>
                  </a:lnTo>
                  <a:lnTo>
                    <a:pt x="27" y="0"/>
                  </a:lnTo>
                  <a:lnTo>
                    <a:pt x="27" y="0"/>
                  </a:lnTo>
                  <a:lnTo>
                    <a:pt x="27" y="0"/>
                  </a:lnTo>
                  <a:lnTo>
                    <a:pt x="27" y="0"/>
                  </a:lnTo>
                  <a:lnTo>
                    <a:pt x="27" y="0"/>
                  </a:lnTo>
                  <a:lnTo>
                    <a:pt x="27" y="0"/>
                  </a:lnTo>
                  <a:lnTo>
                    <a:pt x="27" y="0"/>
                  </a:lnTo>
                  <a:lnTo>
                    <a:pt x="27" y="0"/>
                  </a:lnTo>
                  <a:lnTo>
                    <a:pt x="27" y="0"/>
                  </a:lnTo>
                  <a:lnTo>
                    <a:pt x="2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59" name="Freeform 687"/>
            <p:cNvSpPr/>
            <p:nvPr/>
          </p:nvSpPr>
          <p:spPr bwMode="auto">
            <a:xfrm>
              <a:off x="8408988" y="4800600"/>
              <a:ext cx="4763" cy="3175"/>
            </a:xfrm>
            <a:custGeom>
              <a:avLst/>
              <a:gdLst>
                <a:gd name="T0" fmla="*/ 4 w 11"/>
                <a:gd name="T1" fmla="*/ 0 h 5"/>
                <a:gd name="T2" fmla="*/ 4 w 11"/>
                <a:gd name="T3" fmla="*/ 0 h 5"/>
                <a:gd name="T4" fmla="*/ 4 w 11"/>
                <a:gd name="T5" fmla="*/ 0 h 5"/>
                <a:gd name="T6" fmla="*/ 4 w 11"/>
                <a:gd name="T7" fmla="*/ 0 h 5"/>
                <a:gd name="T8" fmla="*/ 4 w 11"/>
                <a:gd name="T9" fmla="*/ 0 h 5"/>
                <a:gd name="T10" fmla="*/ 4 w 11"/>
                <a:gd name="T11" fmla="*/ 0 h 5"/>
                <a:gd name="T12" fmla="*/ 4 w 11"/>
                <a:gd name="T13" fmla="*/ 0 h 5"/>
                <a:gd name="T14" fmla="*/ 4 w 11"/>
                <a:gd name="T15" fmla="*/ 0 h 5"/>
                <a:gd name="T16" fmla="*/ 4 w 11"/>
                <a:gd name="T17" fmla="*/ 0 h 5"/>
                <a:gd name="T18" fmla="*/ 5 w 11"/>
                <a:gd name="T19" fmla="*/ 0 h 5"/>
                <a:gd name="T20" fmla="*/ 5 w 11"/>
                <a:gd name="T21" fmla="*/ 0 h 5"/>
                <a:gd name="T22" fmla="*/ 6 w 11"/>
                <a:gd name="T23" fmla="*/ 0 h 5"/>
                <a:gd name="T24" fmla="*/ 6 w 11"/>
                <a:gd name="T25" fmla="*/ 0 h 5"/>
                <a:gd name="T26" fmla="*/ 7 w 11"/>
                <a:gd name="T27" fmla="*/ 0 h 5"/>
                <a:gd name="T28" fmla="*/ 7 w 11"/>
                <a:gd name="T29" fmla="*/ 0 h 5"/>
                <a:gd name="T30" fmla="*/ 8 w 11"/>
                <a:gd name="T31" fmla="*/ 0 h 5"/>
                <a:gd name="T32" fmla="*/ 8 w 11"/>
                <a:gd name="T33" fmla="*/ 0 h 5"/>
                <a:gd name="T34" fmla="*/ 8 w 11"/>
                <a:gd name="T35" fmla="*/ 0 h 5"/>
                <a:gd name="T36" fmla="*/ 9 w 11"/>
                <a:gd name="T37" fmla="*/ 0 h 5"/>
                <a:gd name="T38" fmla="*/ 9 w 11"/>
                <a:gd name="T39" fmla="*/ 0 h 5"/>
                <a:gd name="T40" fmla="*/ 10 w 11"/>
                <a:gd name="T41" fmla="*/ 0 h 5"/>
                <a:gd name="T42" fmla="*/ 10 w 11"/>
                <a:gd name="T43" fmla="*/ 0 h 5"/>
                <a:gd name="T44" fmla="*/ 11 w 11"/>
                <a:gd name="T45" fmla="*/ 0 h 5"/>
                <a:gd name="T46" fmla="*/ 11 w 11"/>
                <a:gd name="T47" fmla="*/ 0 h 5"/>
                <a:gd name="T48" fmla="*/ 11 w 11"/>
                <a:gd name="T49" fmla="*/ 0 h 5"/>
                <a:gd name="T50" fmla="*/ 11 w 11"/>
                <a:gd name="T51" fmla="*/ 1 h 5"/>
                <a:gd name="T52" fmla="*/ 11 w 11"/>
                <a:gd name="T53" fmla="*/ 1 h 5"/>
                <a:gd name="T54" fmla="*/ 11 w 11"/>
                <a:gd name="T55" fmla="*/ 1 h 5"/>
                <a:gd name="T56" fmla="*/ 11 w 11"/>
                <a:gd name="T57" fmla="*/ 1 h 5"/>
                <a:gd name="T58" fmla="*/ 11 w 11"/>
                <a:gd name="T59" fmla="*/ 1 h 5"/>
                <a:gd name="T60" fmla="*/ 10 w 11"/>
                <a:gd name="T61" fmla="*/ 1 h 5"/>
                <a:gd name="T62" fmla="*/ 10 w 11"/>
                <a:gd name="T63" fmla="*/ 1 h 5"/>
                <a:gd name="T64" fmla="*/ 9 w 11"/>
                <a:gd name="T65" fmla="*/ 2 h 5"/>
                <a:gd name="T66" fmla="*/ 9 w 11"/>
                <a:gd name="T67" fmla="*/ 2 h 5"/>
                <a:gd name="T68" fmla="*/ 8 w 11"/>
                <a:gd name="T69" fmla="*/ 2 h 5"/>
                <a:gd name="T70" fmla="*/ 8 w 11"/>
                <a:gd name="T71" fmla="*/ 2 h 5"/>
                <a:gd name="T72" fmla="*/ 8 w 11"/>
                <a:gd name="T73" fmla="*/ 2 h 5"/>
                <a:gd name="T74" fmla="*/ 7 w 11"/>
                <a:gd name="T75" fmla="*/ 4 h 5"/>
                <a:gd name="T76" fmla="*/ 7 w 11"/>
                <a:gd name="T77" fmla="*/ 4 h 5"/>
                <a:gd name="T78" fmla="*/ 6 w 11"/>
                <a:gd name="T79" fmla="*/ 4 h 5"/>
                <a:gd name="T80" fmla="*/ 6 w 11"/>
                <a:gd name="T81" fmla="*/ 5 h 5"/>
                <a:gd name="T82" fmla="*/ 5 w 11"/>
                <a:gd name="T83" fmla="*/ 5 h 5"/>
                <a:gd name="T84" fmla="*/ 4 w 11"/>
                <a:gd name="T85" fmla="*/ 5 h 5"/>
                <a:gd name="T86" fmla="*/ 3 w 11"/>
                <a:gd name="T87" fmla="*/ 5 h 5"/>
                <a:gd name="T88" fmla="*/ 3 w 11"/>
                <a:gd name="T89" fmla="*/ 5 h 5"/>
                <a:gd name="T90" fmla="*/ 2 w 11"/>
                <a:gd name="T91" fmla="*/ 5 h 5"/>
                <a:gd name="T92" fmla="*/ 1 w 11"/>
                <a:gd name="T93" fmla="*/ 5 h 5"/>
                <a:gd name="T94" fmla="*/ 1 w 11"/>
                <a:gd name="T95" fmla="*/ 5 h 5"/>
                <a:gd name="T96" fmla="*/ 0 w 11"/>
                <a:gd name="T97" fmla="*/ 5 h 5"/>
                <a:gd name="T98" fmla="*/ 0 w 11"/>
                <a:gd name="T99" fmla="*/ 4 h 5"/>
                <a:gd name="T100" fmla="*/ 1 w 11"/>
                <a:gd name="T101" fmla="*/ 4 h 5"/>
                <a:gd name="T102" fmla="*/ 1 w 11"/>
                <a:gd name="T103" fmla="*/ 2 h 5"/>
                <a:gd name="T104" fmla="*/ 2 w 11"/>
                <a:gd name="T105" fmla="*/ 2 h 5"/>
                <a:gd name="T106" fmla="*/ 3 w 11"/>
                <a:gd name="T107" fmla="*/ 1 h 5"/>
                <a:gd name="T108" fmla="*/ 4 w 11"/>
                <a:gd name="T109" fmla="*/ 1 h 5"/>
                <a:gd name="T110" fmla="*/ 4 w 11"/>
                <a:gd name="T111" fmla="*/ 0 h 5"/>
                <a:gd name="T112" fmla="*/ 3 w 11"/>
                <a:gd name="T113" fmla="*/ 0 h 5"/>
                <a:gd name="T114" fmla="*/ 3 w 11"/>
                <a:gd name="T11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 h="5">
                  <a:moveTo>
                    <a:pt x="3" y="0"/>
                  </a:move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5" y="0"/>
                  </a:lnTo>
                  <a:lnTo>
                    <a:pt x="5" y="0"/>
                  </a:lnTo>
                  <a:lnTo>
                    <a:pt x="5" y="0"/>
                  </a:lnTo>
                  <a:lnTo>
                    <a:pt x="5" y="0"/>
                  </a:lnTo>
                  <a:lnTo>
                    <a:pt x="6" y="0"/>
                  </a:lnTo>
                  <a:lnTo>
                    <a:pt x="6" y="0"/>
                  </a:lnTo>
                  <a:lnTo>
                    <a:pt x="6" y="0"/>
                  </a:lnTo>
                  <a:lnTo>
                    <a:pt x="7" y="0"/>
                  </a:lnTo>
                  <a:lnTo>
                    <a:pt x="7" y="0"/>
                  </a:lnTo>
                  <a:lnTo>
                    <a:pt x="7" y="0"/>
                  </a:lnTo>
                  <a:lnTo>
                    <a:pt x="7" y="0"/>
                  </a:lnTo>
                  <a:lnTo>
                    <a:pt x="8" y="0"/>
                  </a:lnTo>
                  <a:lnTo>
                    <a:pt x="8" y="0"/>
                  </a:lnTo>
                  <a:lnTo>
                    <a:pt x="8" y="0"/>
                  </a:lnTo>
                  <a:lnTo>
                    <a:pt x="8" y="0"/>
                  </a:lnTo>
                  <a:lnTo>
                    <a:pt x="8" y="0"/>
                  </a:lnTo>
                  <a:lnTo>
                    <a:pt x="8" y="0"/>
                  </a:lnTo>
                  <a:lnTo>
                    <a:pt x="8" y="0"/>
                  </a:lnTo>
                  <a:lnTo>
                    <a:pt x="9" y="0"/>
                  </a:lnTo>
                  <a:lnTo>
                    <a:pt x="9" y="0"/>
                  </a:lnTo>
                  <a:lnTo>
                    <a:pt x="9" y="0"/>
                  </a:lnTo>
                  <a:lnTo>
                    <a:pt x="9" y="0"/>
                  </a:lnTo>
                  <a:lnTo>
                    <a:pt x="10" y="0"/>
                  </a:lnTo>
                  <a:lnTo>
                    <a:pt x="10" y="0"/>
                  </a:lnTo>
                  <a:lnTo>
                    <a:pt x="10" y="0"/>
                  </a:lnTo>
                  <a:lnTo>
                    <a:pt x="10" y="0"/>
                  </a:lnTo>
                  <a:lnTo>
                    <a:pt x="11" y="0"/>
                  </a:lnTo>
                  <a:lnTo>
                    <a:pt x="11" y="0"/>
                  </a:lnTo>
                  <a:lnTo>
                    <a:pt x="11" y="0"/>
                  </a:lnTo>
                  <a:lnTo>
                    <a:pt x="11" y="0"/>
                  </a:lnTo>
                  <a:lnTo>
                    <a:pt x="11" y="0"/>
                  </a:lnTo>
                  <a:lnTo>
                    <a:pt x="11" y="1"/>
                  </a:lnTo>
                  <a:lnTo>
                    <a:pt x="11" y="1"/>
                  </a:lnTo>
                  <a:lnTo>
                    <a:pt x="11" y="1"/>
                  </a:lnTo>
                  <a:lnTo>
                    <a:pt x="11" y="1"/>
                  </a:lnTo>
                  <a:lnTo>
                    <a:pt x="11" y="1"/>
                  </a:lnTo>
                  <a:lnTo>
                    <a:pt x="11" y="1"/>
                  </a:lnTo>
                  <a:lnTo>
                    <a:pt x="11" y="1"/>
                  </a:lnTo>
                  <a:lnTo>
                    <a:pt x="11" y="1"/>
                  </a:lnTo>
                  <a:lnTo>
                    <a:pt x="11" y="1"/>
                  </a:lnTo>
                  <a:lnTo>
                    <a:pt x="11" y="1"/>
                  </a:lnTo>
                  <a:lnTo>
                    <a:pt x="10" y="1"/>
                  </a:lnTo>
                  <a:lnTo>
                    <a:pt x="10" y="1"/>
                  </a:lnTo>
                  <a:lnTo>
                    <a:pt x="10" y="1"/>
                  </a:lnTo>
                  <a:lnTo>
                    <a:pt x="10" y="1"/>
                  </a:lnTo>
                  <a:lnTo>
                    <a:pt x="10" y="1"/>
                  </a:lnTo>
                  <a:lnTo>
                    <a:pt x="9" y="2"/>
                  </a:lnTo>
                  <a:lnTo>
                    <a:pt x="9" y="2"/>
                  </a:lnTo>
                  <a:lnTo>
                    <a:pt x="9" y="2"/>
                  </a:lnTo>
                  <a:lnTo>
                    <a:pt x="9" y="2"/>
                  </a:lnTo>
                  <a:lnTo>
                    <a:pt x="8" y="2"/>
                  </a:lnTo>
                  <a:lnTo>
                    <a:pt x="8" y="2"/>
                  </a:lnTo>
                  <a:lnTo>
                    <a:pt x="8" y="2"/>
                  </a:lnTo>
                  <a:lnTo>
                    <a:pt x="8" y="2"/>
                  </a:lnTo>
                  <a:lnTo>
                    <a:pt x="8" y="2"/>
                  </a:lnTo>
                  <a:lnTo>
                    <a:pt x="7" y="4"/>
                  </a:lnTo>
                  <a:lnTo>
                    <a:pt x="7" y="4"/>
                  </a:lnTo>
                  <a:lnTo>
                    <a:pt x="7" y="4"/>
                  </a:lnTo>
                  <a:lnTo>
                    <a:pt x="7" y="4"/>
                  </a:lnTo>
                  <a:lnTo>
                    <a:pt x="6" y="4"/>
                  </a:lnTo>
                  <a:lnTo>
                    <a:pt x="6" y="4"/>
                  </a:lnTo>
                  <a:lnTo>
                    <a:pt x="6" y="5"/>
                  </a:lnTo>
                  <a:lnTo>
                    <a:pt x="6" y="5"/>
                  </a:lnTo>
                  <a:lnTo>
                    <a:pt x="5" y="5"/>
                  </a:lnTo>
                  <a:lnTo>
                    <a:pt x="5" y="5"/>
                  </a:lnTo>
                  <a:lnTo>
                    <a:pt x="5" y="5"/>
                  </a:lnTo>
                  <a:lnTo>
                    <a:pt x="4" y="5"/>
                  </a:lnTo>
                  <a:lnTo>
                    <a:pt x="4" y="5"/>
                  </a:lnTo>
                  <a:lnTo>
                    <a:pt x="3" y="5"/>
                  </a:lnTo>
                  <a:lnTo>
                    <a:pt x="3" y="5"/>
                  </a:lnTo>
                  <a:lnTo>
                    <a:pt x="3" y="5"/>
                  </a:lnTo>
                  <a:lnTo>
                    <a:pt x="2" y="5"/>
                  </a:lnTo>
                  <a:lnTo>
                    <a:pt x="2" y="5"/>
                  </a:lnTo>
                  <a:lnTo>
                    <a:pt x="2" y="5"/>
                  </a:lnTo>
                  <a:lnTo>
                    <a:pt x="1" y="5"/>
                  </a:lnTo>
                  <a:lnTo>
                    <a:pt x="1" y="5"/>
                  </a:lnTo>
                  <a:lnTo>
                    <a:pt x="1" y="5"/>
                  </a:lnTo>
                  <a:lnTo>
                    <a:pt x="0" y="5"/>
                  </a:lnTo>
                  <a:lnTo>
                    <a:pt x="0" y="5"/>
                  </a:lnTo>
                  <a:lnTo>
                    <a:pt x="0" y="5"/>
                  </a:lnTo>
                  <a:lnTo>
                    <a:pt x="0" y="4"/>
                  </a:lnTo>
                  <a:lnTo>
                    <a:pt x="0" y="4"/>
                  </a:lnTo>
                  <a:lnTo>
                    <a:pt x="1" y="4"/>
                  </a:lnTo>
                  <a:lnTo>
                    <a:pt x="1" y="4"/>
                  </a:lnTo>
                  <a:lnTo>
                    <a:pt x="1" y="2"/>
                  </a:lnTo>
                  <a:lnTo>
                    <a:pt x="2" y="2"/>
                  </a:lnTo>
                  <a:lnTo>
                    <a:pt x="2" y="2"/>
                  </a:lnTo>
                  <a:lnTo>
                    <a:pt x="3" y="1"/>
                  </a:lnTo>
                  <a:lnTo>
                    <a:pt x="3" y="1"/>
                  </a:lnTo>
                  <a:lnTo>
                    <a:pt x="3" y="1"/>
                  </a:lnTo>
                  <a:lnTo>
                    <a:pt x="4" y="1"/>
                  </a:lnTo>
                  <a:lnTo>
                    <a:pt x="4" y="1"/>
                  </a:lnTo>
                  <a:lnTo>
                    <a:pt x="4" y="0"/>
                  </a:lnTo>
                  <a:lnTo>
                    <a:pt x="3" y="0"/>
                  </a:lnTo>
                  <a:lnTo>
                    <a:pt x="3" y="0"/>
                  </a:lnTo>
                  <a:lnTo>
                    <a:pt x="3"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0" name="Freeform 688"/>
            <p:cNvSpPr/>
            <p:nvPr/>
          </p:nvSpPr>
          <p:spPr bwMode="auto">
            <a:xfrm>
              <a:off x="8408988" y="4802188"/>
              <a:ext cx="12700" cy="9525"/>
            </a:xfrm>
            <a:custGeom>
              <a:avLst/>
              <a:gdLst>
                <a:gd name="T0" fmla="*/ 2 w 24"/>
                <a:gd name="T1" fmla="*/ 5 h 18"/>
                <a:gd name="T2" fmla="*/ 1 w 24"/>
                <a:gd name="T3" fmla="*/ 5 h 18"/>
                <a:gd name="T4" fmla="*/ 1 w 24"/>
                <a:gd name="T5" fmla="*/ 5 h 18"/>
                <a:gd name="T6" fmla="*/ 0 w 24"/>
                <a:gd name="T7" fmla="*/ 5 h 18"/>
                <a:gd name="T8" fmla="*/ 0 w 24"/>
                <a:gd name="T9" fmla="*/ 4 h 18"/>
                <a:gd name="T10" fmla="*/ 0 w 24"/>
                <a:gd name="T11" fmla="*/ 4 h 18"/>
                <a:gd name="T12" fmla="*/ 1 w 24"/>
                <a:gd name="T13" fmla="*/ 4 h 18"/>
                <a:gd name="T14" fmla="*/ 1 w 24"/>
                <a:gd name="T15" fmla="*/ 4 h 18"/>
                <a:gd name="T16" fmla="*/ 2 w 24"/>
                <a:gd name="T17" fmla="*/ 4 h 18"/>
                <a:gd name="T18" fmla="*/ 2 w 24"/>
                <a:gd name="T19" fmla="*/ 4 h 18"/>
                <a:gd name="T20" fmla="*/ 3 w 24"/>
                <a:gd name="T21" fmla="*/ 4 h 18"/>
                <a:gd name="T22" fmla="*/ 4 w 24"/>
                <a:gd name="T23" fmla="*/ 4 h 18"/>
                <a:gd name="T24" fmla="*/ 6 w 24"/>
                <a:gd name="T25" fmla="*/ 4 h 18"/>
                <a:gd name="T26" fmla="*/ 7 w 24"/>
                <a:gd name="T27" fmla="*/ 3 h 18"/>
                <a:gd name="T28" fmla="*/ 8 w 24"/>
                <a:gd name="T29" fmla="*/ 2 h 18"/>
                <a:gd name="T30" fmla="*/ 9 w 24"/>
                <a:gd name="T31" fmla="*/ 2 h 18"/>
                <a:gd name="T32" fmla="*/ 10 w 24"/>
                <a:gd name="T33" fmla="*/ 0 h 18"/>
                <a:gd name="T34" fmla="*/ 11 w 24"/>
                <a:gd name="T35" fmla="*/ 0 h 18"/>
                <a:gd name="T36" fmla="*/ 13 w 24"/>
                <a:gd name="T37" fmla="*/ 0 h 18"/>
                <a:gd name="T38" fmla="*/ 14 w 24"/>
                <a:gd name="T39" fmla="*/ 0 h 18"/>
                <a:gd name="T40" fmla="*/ 15 w 24"/>
                <a:gd name="T41" fmla="*/ 2 h 18"/>
                <a:gd name="T42" fmla="*/ 16 w 24"/>
                <a:gd name="T43" fmla="*/ 3 h 18"/>
                <a:gd name="T44" fmla="*/ 17 w 24"/>
                <a:gd name="T45" fmla="*/ 4 h 18"/>
                <a:gd name="T46" fmla="*/ 18 w 24"/>
                <a:gd name="T47" fmla="*/ 5 h 18"/>
                <a:gd name="T48" fmla="*/ 17 w 24"/>
                <a:gd name="T49" fmla="*/ 6 h 18"/>
                <a:gd name="T50" fmla="*/ 17 w 24"/>
                <a:gd name="T51" fmla="*/ 6 h 18"/>
                <a:gd name="T52" fmla="*/ 17 w 24"/>
                <a:gd name="T53" fmla="*/ 6 h 18"/>
                <a:gd name="T54" fmla="*/ 18 w 24"/>
                <a:gd name="T55" fmla="*/ 7 h 18"/>
                <a:gd name="T56" fmla="*/ 19 w 24"/>
                <a:gd name="T57" fmla="*/ 8 h 18"/>
                <a:gd name="T58" fmla="*/ 21 w 24"/>
                <a:gd name="T59" fmla="*/ 9 h 18"/>
                <a:gd name="T60" fmla="*/ 22 w 24"/>
                <a:gd name="T61" fmla="*/ 11 h 18"/>
                <a:gd name="T62" fmla="*/ 23 w 24"/>
                <a:gd name="T63" fmla="*/ 12 h 18"/>
                <a:gd name="T64" fmla="*/ 24 w 24"/>
                <a:gd name="T65" fmla="*/ 14 h 18"/>
                <a:gd name="T66" fmla="*/ 24 w 24"/>
                <a:gd name="T67" fmla="*/ 15 h 18"/>
                <a:gd name="T68" fmla="*/ 23 w 24"/>
                <a:gd name="T69" fmla="*/ 16 h 18"/>
                <a:gd name="T70" fmla="*/ 23 w 24"/>
                <a:gd name="T71" fmla="*/ 17 h 18"/>
                <a:gd name="T72" fmla="*/ 22 w 24"/>
                <a:gd name="T73" fmla="*/ 18 h 18"/>
                <a:gd name="T74" fmla="*/ 21 w 24"/>
                <a:gd name="T75" fmla="*/ 18 h 18"/>
                <a:gd name="T76" fmla="*/ 20 w 24"/>
                <a:gd name="T77" fmla="*/ 17 h 18"/>
                <a:gd name="T78" fmla="*/ 19 w 24"/>
                <a:gd name="T79" fmla="*/ 17 h 18"/>
                <a:gd name="T80" fmla="*/ 18 w 24"/>
                <a:gd name="T81" fmla="*/ 16 h 18"/>
                <a:gd name="T82" fmla="*/ 16 w 24"/>
                <a:gd name="T83" fmla="*/ 14 h 18"/>
                <a:gd name="T84" fmla="*/ 14 w 24"/>
                <a:gd name="T85" fmla="*/ 12 h 18"/>
                <a:gd name="T86" fmla="*/ 11 w 24"/>
                <a:gd name="T87" fmla="*/ 11 h 18"/>
                <a:gd name="T88" fmla="*/ 10 w 24"/>
                <a:gd name="T89" fmla="*/ 10 h 18"/>
                <a:gd name="T90" fmla="*/ 9 w 24"/>
                <a:gd name="T91" fmla="*/ 10 h 18"/>
                <a:gd name="T92" fmla="*/ 8 w 24"/>
                <a:gd name="T93" fmla="*/ 9 h 18"/>
                <a:gd name="T94" fmla="*/ 7 w 24"/>
                <a:gd name="T95" fmla="*/ 9 h 18"/>
                <a:gd name="T96" fmla="*/ 6 w 24"/>
                <a:gd name="T97" fmla="*/ 8 h 18"/>
                <a:gd name="T98" fmla="*/ 6 w 24"/>
                <a:gd name="T99" fmla="*/ 8 h 18"/>
                <a:gd name="T100" fmla="*/ 5 w 24"/>
                <a:gd name="T101" fmla="*/ 7 h 18"/>
                <a:gd name="T102" fmla="*/ 4 w 24"/>
                <a:gd name="T103" fmla="*/ 6 h 18"/>
                <a:gd name="T104" fmla="*/ 3 w 24"/>
                <a:gd name="T105" fmla="*/ 6 h 18"/>
                <a:gd name="T106" fmla="*/ 3 w 24"/>
                <a:gd name="T107" fmla="*/ 6 h 18"/>
                <a:gd name="T108" fmla="*/ 2 w 24"/>
                <a:gd name="T109" fmla="*/ 5 h 18"/>
                <a:gd name="T110" fmla="*/ 2 w 24"/>
                <a:gd name="T111" fmla="*/ 5 h 18"/>
                <a:gd name="T112" fmla="*/ 2 w 24"/>
                <a:gd name="T113" fmla="*/ 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 h="18">
                  <a:moveTo>
                    <a:pt x="2" y="5"/>
                  </a:moveTo>
                  <a:lnTo>
                    <a:pt x="2" y="5"/>
                  </a:lnTo>
                  <a:lnTo>
                    <a:pt x="2" y="5"/>
                  </a:lnTo>
                  <a:lnTo>
                    <a:pt x="2" y="5"/>
                  </a:lnTo>
                  <a:lnTo>
                    <a:pt x="2" y="5"/>
                  </a:lnTo>
                  <a:lnTo>
                    <a:pt x="1" y="5"/>
                  </a:lnTo>
                  <a:lnTo>
                    <a:pt x="1" y="5"/>
                  </a:lnTo>
                  <a:lnTo>
                    <a:pt x="1" y="5"/>
                  </a:lnTo>
                  <a:lnTo>
                    <a:pt x="1" y="5"/>
                  </a:lnTo>
                  <a:lnTo>
                    <a:pt x="1" y="5"/>
                  </a:lnTo>
                  <a:lnTo>
                    <a:pt x="1" y="5"/>
                  </a:lnTo>
                  <a:lnTo>
                    <a:pt x="1" y="5"/>
                  </a:lnTo>
                  <a:lnTo>
                    <a:pt x="1" y="5"/>
                  </a:lnTo>
                  <a:lnTo>
                    <a:pt x="1" y="5"/>
                  </a:lnTo>
                  <a:lnTo>
                    <a:pt x="1" y="5"/>
                  </a:lnTo>
                  <a:lnTo>
                    <a:pt x="0" y="5"/>
                  </a:lnTo>
                  <a:lnTo>
                    <a:pt x="0" y="5"/>
                  </a:lnTo>
                  <a:lnTo>
                    <a:pt x="0" y="5"/>
                  </a:lnTo>
                  <a:lnTo>
                    <a:pt x="0" y="5"/>
                  </a:lnTo>
                  <a:lnTo>
                    <a:pt x="0" y="4"/>
                  </a:lnTo>
                  <a:lnTo>
                    <a:pt x="0" y="4"/>
                  </a:lnTo>
                  <a:lnTo>
                    <a:pt x="0" y="4"/>
                  </a:lnTo>
                  <a:lnTo>
                    <a:pt x="0" y="4"/>
                  </a:lnTo>
                  <a:lnTo>
                    <a:pt x="0" y="4"/>
                  </a:lnTo>
                  <a:lnTo>
                    <a:pt x="1" y="4"/>
                  </a:lnTo>
                  <a:lnTo>
                    <a:pt x="1" y="4"/>
                  </a:lnTo>
                  <a:lnTo>
                    <a:pt x="1" y="4"/>
                  </a:lnTo>
                  <a:lnTo>
                    <a:pt x="1" y="4"/>
                  </a:lnTo>
                  <a:lnTo>
                    <a:pt x="1" y="4"/>
                  </a:lnTo>
                  <a:lnTo>
                    <a:pt x="1" y="4"/>
                  </a:lnTo>
                  <a:lnTo>
                    <a:pt x="1" y="4"/>
                  </a:lnTo>
                  <a:lnTo>
                    <a:pt x="1" y="4"/>
                  </a:lnTo>
                  <a:lnTo>
                    <a:pt x="1" y="4"/>
                  </a:lnTo>
                  <a:lnTo>
                    <a:pt x="1" y="4"/>
                  </a:lnTo>
                  <a:lnTo>
                    <a:pt x="2" y="4"/>
                  </a:lnTo>
                  <a:lnTo>
                    <a:pt x="2" y="4"/>
                  </a:lnTo>
                  <a:lnTo>
                    <a:pt x="2" y="4"/>
                  </a:lnTo>
                  <a:lnTo>
                    <a:pt x="2" y="4"/>
                  </a:lnTo>
                  <a:lnTo>
                    <a:pt x="2" y="4"/>
                  </a:lnTo>
                  <a:lnTo>
                    <a:pt x="2" y="4"/>
                  </a:lnTo>
                  <a:lnTo>
                    <a:pt x="3" y="4"/>
                  </a:lnTo>
                  <a:lnTo>
                    <a:pt x="3" y="4"/>
                  </a:lnTo>
                  <a:lnTo>
                    <a:pt x="3" y="4"/>
                  </a:lnTo>
                  <a:lnTo>
                    <a:pt x="3" y="4"/>
                  </a:lnTo>
                  <a:lnTo>
                    <a:pt x="3" y="4"/>
                  </a:lnTo>
                  <a:lnTo>
                    <a:pt x="4" y="4"/>
                  </a:lnTo>
                  <a:lnTo>
                    <a:pt x="4" y="4"/>
                  </a:lnTo>
                  <a:lnTo>
                    <a:pt x="4" y="4"/>
                  </a:lnTo>
                  <a:lnTo>
                    <a:pt x="5" y="4"/>
                  </a:lnTo>
                  <a:lnTo>
                    <a:pt x="5" y="4"/>
                  </a:lnTo>
                  <a:lnTo>
                    <a:pt x="5" y="4"/>
                  </a:lnTo>
                  <a:lnTo>
                    <a:pt x="6" y="4"/>
                  </a:lnTo>
                  <a:lnTo>
                    <a:pt x="6" y="3"/>
                  </a:lnTo>
                  <a:lnTo>
                    <a:pt x="6" y="3"/>
                  </a:lnTo>
                  <a:lnTo>
                    <a:pt x="7" y="3"/>
                  </a:lnTo>
                  <a:lnTo>
                    <a:pt x="7" y="3"/>
                  </a:lnTo>
                  <a:lnTo>
                    <a:pt x="7" y="3"/>
                  </a:lnTo>
                  <a:lnTo>
                    <a:pt x="8" y="3"/>
                  </a:lnTo>
                  <a:lnTo>
                    <a:pt x="8" y="2"/>
                  </a:lnTo>
                  <a:lnTo>
                    <a:pt x="8" y="2"/>
                  </a:lnTo>
                  <a:lnTo>
                    <a:pt x="8" y="2"/>
                  </a:lnTo>
                  <a:lnTo>
                    <a:pt x="9" y="2"/>
                  </a:lnTo>
                  <a:lnTo>
                    <a:pt x="9" y="2"/>
                  </a:lnTo>
                  <a:lnTo>
                    <a:pt x="9" y="2"/>
                  </a:lnTo>
                  <a:lnTo>
                    <a:pt x="9" y="2"/>
                  </a:lnTo>
                  <a:lnTo>
                    <a:pt x="10" y="2"/>
                  </a:lnTo>
                  <a:lnTo>
                    <a:pt x="10" y="0"/>
                  </a:lnTo>
                  <a:lnTo>
                    <a:pt x="10" y="0"/>
                  </a:lnTo>
                  <a:lnTo>
                    <a:pt x="10" y="0"/>
                  </a:lnTo>
                  <a:lnTo>
                    <a:pt x="10" y="0"/>
                  </a:lnTo>
                  <a:lnTo>
                    <a:pt x="11" y="0"/>
                  </a:lnTo>
                  <a:lnTo>
                    <a:pt x="11" y="0"/>
                  </a:lnTo>
                  <a:lnTo>
                    <a:pt x="11" y="0"/>
                  </a:lnTo>
                  <a:lnTo>
                    <a:pt x="11" y="0"/>
                  </a:lnTo>
                  <a:lnTo>
                    <a:pt x="11" y="0"/>
                  </a:lnTo>
                  <a:lnTo>
                    <a:pt x="13" y="0"/>
                  </a:lnTo>
                  <a:lnTo>
                    <a:pt x="13" y="0"/>
                  </a:lnTo>
                  <a:lnTo>
                    <a:pt x="13" y="0"/>
                  </a:lnTo>
                  <a:lnTo>
                    <a:pt x="13" y="0"/>
                  </a:lnTo>
                  <a:lnTo>
                    <a:pt x="14" y="0"/>
                  </a:lnTo>
                  <a:lnTo>
                    <a:pt x="14" y="0"/>
                  </a:lnTo>
                  <a:lnTo>
                    <a:pt x="14" y="0"/>
                  </a:lnTo>
                  <a:lnTo>
                    <a:pt x="14" y="0"/>
                  </a:lnTo>
                  <a:lnTo>
                    <a:pt x="15" y="2"/>
                  </a:lnTo>
                  <a:lnTo>
                    <a:pt x="15" y="2"/>
                  </a:lnTo>
                  <a:lnTo>
                    <a:pt x="15" y="2"/>
                  </a:lnTo>
                  <a:lnTo>
                    <a:pt x="16" y="2"/>
                  </a:lnTo>
                  <a:lnTo>
                    <a:pt x="16" y="3"/>
                  </a:lnTo>
                  <a:lnTo>
                    <a:pt x="16" y="3"/>
                  </a:lnTo>
                  <a:lnTo>
                    <a:pt x="17" y="3"/>
                  </a:lnTo>
                  <a:lnTo>
                    <a:pt x="17" y="3"/>
                  </a:lnTo>
                  <a:lnTo>
                    <a:pt x="17" y="4"/>
                  </a:lnTo>
                  <a:lnTo>
                    <a:pt x="17" y="4"/>
                  </a:lnTo>
                  <a:lnTo>
                    <a:pt x="17" y="4"/>
                  </a:lnTo>
                  <a:lnTo>
                    <a:pt x="18" y="5"/>
                  </a:lnTo>
                  <a:lnTo>
                    <a:pt x="18" y="5"/>
                  </a:lnTo>
                  <a:lnTo>
                    <a:pt x="18" y="5"/>
                  </a:lnTo>
                  <a:lnTo>
                    <a:pt x="17" y="5"/>
                  </a:lnTo>
                  <a:lnTo>
                    <a:pt x="17" y="5"/>
                  </a:lnTo>
                  <a:lnTo>
                    <a:pt x="17" y="6"/>
                  </a:lnTo>
                  <a:lnTo>
                    <a:pt x="17" y="6"/>
                  </a:lnTo>
                  <a:lnTo>
                    <a:pt x="17" y="6"/>
                  </a:lnTo>
                  <a:lnTo>
                    <a:pt x="17" y="6"/>
                  </a:lnTo>
                  <a:lnTo>
                    <a:pt x="17" y="6"/>
                  </a:lnTo>
                  <a:lnTo>
                    <a:pt x="17" y="6"/>
                  </a:lnTo>
                  <a:lnTo>
                    <a:pt x="17" y="6"/>
                  </a:lnTo>
                  <a:lnTo>
                    <a:pt x="17" y="6"/>
                  </a:lnTo>
                  <a:lnTo>
                    <a:pt x="17" y="6"/>
                  </a:lnTo>
                  <a:lnTo>
                    <a:pt x="17" y="6"/>
                  </a:lnTo>
                  <a:lnTo>
                    <a:pt x="17" y="7"/>
                  </a:lnTo>
                  <a:lnTo>
                    <a:pt x="18" y="7"/>
                  </a:lnTo>
                  <a:lnTo>
                    <a:pt x="18" y="7"/>
                  </a:lnTo>
                  <a:lnTo>
                    <a:pt x="18" y="7"/>
                  </a:lnTo>
                  <a:lnTo>
                    <a:pt x="18" y="7"/>
                  </a:lnTo>
                  <a:lnTo>
                    <a:pt x="19" y="7"/>
                  </a:lnTo>
                  <a:lnTo>
                    <a:pt x="19" y="8"/>
                  </a:lnTo>
                  <a:lnTo>
                    <a:pt x="19" y="8"/>
                  </a:lnTo>
                  <a:lnTo>
                    <a:pt x="20" y="8"/>
                  </a:lnTo>
                  <a:lnTo>
                    <a:pt x="20" y="9"/>
                  </a:lnTo>
                  <a:lnTo>
                    <a:pt x="21" y="9"/>
                  </a:lnTo>
                  <a:lnTo>
                    <a:pt x="21" y="9"/>
                  </a:lnTo>
                  <a:lnTo>
                    <a:pt x="22" y="10"/>
                  </a:lnTo>
                  <a:lnTo>
                    <a:pt x="22" y="10"/>
                  </a:lnTo>
                  <a:lnTo>
                    <a:pt x="22" y="11"/>
                  </a:lnTo>
                  <a:lnTo>
                    <a:pt x="23" y="11"/>
                  </a:lnTo>
                  <a:lnTo>
                    <a:pt x="23" y="11"/>
                  </a:lnTo>
                  <a:lnTo>
                    <a:pt x="23" y="12"/>
                  </a:lnTo>
                  <a:lnTo>
                    <a:pt x="23" y="12"/>
                  </a:lnTo>
                  <a:lnTo>
                    <a:pt x="24" y="13"/>
                  </a:lnTo>
                  <a:lnTo>
                    <a:pt x="24" y="13"/>
                  </a:lnTo>
                  <a:lnTo>
                    <a:pt x="24" y="13"/>
                  </a:lnTo>
                  <a:lnTo>
                    <a:pt x="24" y="14"/>
                  </a:lnTo>
                  <a:lnTo>
                    <a:pt x="24" y="14"/>
                  </a:lnTo>
                  <a:lnTo>
                    <a:pt x="24" y="14"/>
                  </a:lnTo>
                  <a:lnTo>
                    <a:pt x="24" y="15"/>
                  </a:lnTo>
                  <a:lnTo>
                    <a:pt x="24" y="15"/>
                  </a:lnTo>
                  <a:lnTo>
                    <a:pt x="23" y="15"/>
                  </a:lnTo>
                  <a:lnTo>
                    <a:pt x="23" y="15"/>
                  </a:lnTo>
                  <a:lnTo>
                    <a:pt x="23" y="16"/>
                  </a:lnTo>
                  <a:lnTo>
                    <a:pt x="23" y="16"/>
                  </a:lnTo>
                  <a:lnTo>
                    <a:pt x="23" y="16"/>
                  </a:lnTo>
                  <a:lnTo>
                    <a:pt x="23" y="16"/>
                  </a:lnTo>
                  <a:lnTo>
                    <a:pt x="23" y="17"/>
                  </a:lnTo>
                  <a:lnTo>
                    <a:pt x="23" y="17"/>
                  </a:lnTo>
                  <a:lnTo>
                    <a:pt x="22" y="17"/>
                  </a:lnTo>
                  <a:lnTo>
                    <a:pt x="22" y="17"/>
                  </a:lnTo>
                  <a:lnTo>
                    <a:pt x="22" y="17"/>
                  </a:lnTo>
                  <a:lnTo>
                    <a:pt x="22" y="18"/>
                  </a:lnTo>
                  <a:lnTo>
                    <a:pt x="22" y="18"/>
                  </a:lnTo>
                  <a:lnTo>
                    <a:pt x="21" y="18"/>
                  </a:lnTo>
                  <a:lnTo>
                    <a:pt x="21" y="18"/>
                  </a:lnTo>
                  <a:lnTo>
                    <a:pt x="21" y="18"/>
                  </a:lnTo>
                  <a:lnTo>
                    <a:pt x="21" y="18"/>
                  </a:lnTo>
                  <a:lnTo>
                    <a:pt x="20" y="18"/>
                  </a:lnTo>
                  <a:lnTo>
                    <a:pt x="20" y="18"/>
                  </a:lnTo>
                  <a:lnTo>
                    <a:pt x="20" y="17"/>
                  </a:lnTo>
                  <a:lnTo>
                    <a:pt x="20" y="17"/>
                  </a:lnTo>
                  <a:lnTo>
                    <a:pt x="20" y="17"/>
                  </a:lnTo>
                  <a:lnTo>
                    <a:pt x="19" y="17"/>
                  </a:lnTo>
                  <a:lnTo>
                    <a:pt x="19" y="17"/>
                  </a:lnTo>
                  <a:lnTo>
                    <a:pt x="19" y="17"/>
                  </a:lnTo>
                  <a:lnTo>
                    <a:pt x="19" y="17"/>
                  </a:lnTo>
                  <a:lnTo>
                    <a:pt x="19" y="17"/>
                  </a:lnTo>
                  <a:lnTo>
                    <a:pt x="18" y="16"/>
                  </a:lnTo>
                  <a:lnTo>
                    <a:pt x="18" y="16"/>
                  </a:lnTo>
                  <a:lnTo>
                    <a:pt x="17" y="15"/>
                  </a:lnTo>
                  <a:lnTo>
                    <a:pt x="17" y="15"/>
                  </a:lnTo>
                  <a:lnTo>
                    <a:pt x="16" y="14"/>
                  </a:lnTo>
                  <a:lnTo>
                    <a:pt x="16" y="14"/>
                  </a:lnTo>
                  <a:lnTo>
                    <a:pt x="15" y="13"/>
                  </a:lnTo>
                  <a:lnTo>
                    <a:pt x="14" y="13"/>
                  </a:lnTo>
                  <a:lnTo>
                    <a:pt x="14" y="12"/>
                  </a:lnTo>
                  <a:lnTo>
                    <a:pt x="13" y="12"/>
                  </a:lnTo>
                  <a:lnTo>
                    <a:pt x="13" y="11"/>
                  </a:lnTo>
                  <a:lnTo>
                    <a:pt x="13" y="11"/>
                  </a:lnTo>
                  <a:lnTo>
                    <a:pt x="11" y="11"/>
                  </a:lnTo>
                  <a:lnTo>
                    <a:pt x="11" y="11"/>
                  </a:lnTo>
                  <a:lnTo>
                    <a:pt x="11" y="11"/>
                  </a:lnTo>
                  <a:lnTo>
                    <a:pt x="11" y="11"/>
                  </a:lnTo>
                  <a:lnTo>
                    <a:pt x="10" y="10"/>
                  </a:lnTo>
                  <a:lnTo>
                    <a:pt x="10" y="10"/>
                  </a:lnTo>
                  <a:lnTo>
                    <a:pt x="10" y="10"/>
                  </a:lnTo>
                  <a:lnTo>
                    <a:pt x="10" y="10"/>
                  </a:lnTo>
                  <a:lnTo>
                    <a:pt x="9" y="10"/>
                  </a:lnTo>
                  <a:lnTo>
                    <a:pt x="9" y="10"/>
                  </a:lnTo>
                  <a:lnTo>
                    <a:pt x="9" y="10"/>
                  </a:lnTo>
                  <a:lnTo>
                    <a:pt x="8" y="10"/>
                  </a:lnTo>
                  <a:lnTo>
                    <a:pt x="8" y="9"/>
                  </a:lnTo>
                  <a:lnTo>
                    <a:pt x="8" y="9"/>
                  </a:lnTo>
                  <a:lnTo>
                    <a:pt x="8" y="9"/>
                  </a:lnTo>
                  <a:lnTo>
                    <a:pt x="7" y="9"/>
                  </a:lnTo>
                  <a:lnTo>
                    <a:pt x="7" y="9"/>
                  </a:lnTo>
                  <a:lnTo>
                    <a:pt x="7" y="9"/>
                  </a:lnTo>
                  <a:lnTo>
                    <a:pt x="7" y="9"/>
                  </a:lnTo>
                  <a:lnTo>
                    <a:pt x="7" y="9"/>
                  </a:lnTo>
                  <a:lnTo>
                    <a:pt x="6" y="8"/>
                  </a:lnTo>
                  <a:lnTo>
                    <a:pt x="6" y="8"/>
                  </a:lnTo>
                  <a:lnTo>
                    <a:pt x="6" y="8"/>
                  </a:lnTo>
                  <a:lnTo>
                    <a:pt x="6" y="8"/>
                  </a:lnTo>
                  <a:lnTo>
                    <a:pt x="6" y="8"/>
                  </a:lnTo>
                  <a:lnTo>
                    <a:pt x="5" y="7"/>
                  </a:lnTo>
                  <a:lnTo>
                    <a:pt x="5" y="7"/>
                  </a:lnTo>
                  <a:lnTo>
                    <a:pt x="5" y="7"/>
                  </a:lnTo>
                  <a:lnTo>
                    <a:pt x="5" y="7"/>
                  </a:lnTo>
                  <a:lnTo>
                    <a:pt x="4" y="7"/>
                  </a:lnTo>
                  <a:lnTo>
                    <a:pt x="4" y="7"/>
                  </a:lnTo>
                  <a:lnTo>
                    <a:pt x="4" y="7"/>
                  </a:lnTo>
                  <a:lnTo>
                    <a:pt x="4" y="6"/>
                  </a:lnTo>
                  <a:lnTo>
                    <a:pt x="4" y="6"/>
                  </a:lnTo>
                  <a:lnTo>
                    <a:pt x="4" y="6"/>
                  </a:lnTo>
                  <a:lnTo>
                    <a:pt x="4" y="6"/>
                  </a:lnTo>
                  <a:lnTo>
                    <a:pt x="3" y="6"/>
                  </a:lnTo>
                  <a:lnTo>
                    <a:pt x="3" y="6"/>
                  </a:lnTo>
                  <a:lnTo>
                    <a:pt x="3" y="6"/>
                  </a:lnTo>
                  <a:lnTo>
                    <a:pt x="3" y="6"/>
                  </a:lnTo>
                  <a:lnTo>
                    <a:pt x="3" y="6"/>
                  </a:lnTo>
                  <a:lnTo>
                    <a:pt x="2" y="6"/>
                  </a:lnTo>
                  <a:lnTo>
                    <a:pt x="2" y="6"/>
                  </a:lnTo>
                  <a:lnTo>
                    <a:pt x="2" y="6"/>
                  </a:lnTo>
                  <a:lnTo>
                    <a:pt x="2" y="5"/>
                  </a:lnTo>
                  <a:lnTo>
                    <a:pt x="2" y="5"/>
                  </a:lnTo>
                  <a:lnTo>
                    <a:pt x="2" y="5"/>
                  </a:lnTo>
                  <a:lnTo>
                    <a:pt x="2" y="5"/>
                  </a:lnTo>
                  <a:lnTo>
                    <a:pt x="2" y="5"/>
                  </a:lnTo>
                  <a:lnTo>
                    <a:pt x="2" y="5"/>
                  </a:lnTo>
                  <a:lnTo>
                    <a:pt x="2" y="5"/>
                  </a:lnTo>
                  <a:lnTo>
                    <a:pt x="2" y="5"/>
                  </a:lnTo>
                  <a:lnTo>
                    <a:pt x="2"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1" name="Freeform 691"/>
            <p:cNvSpPr/>
            <p:nvPr/>
          </p:nvSpPr>
          <p:spPr bwMode="auto">
            <a:xfrm>
              <a:off x="8504238" y="4822825"/>
              <a:ext cx="3175" cy="1588"/>
            </a:xfrm>
            <a:custGeom>
              <a:avLst/>
              <a:gdLst>
                <a:gd name="T0" fmla="*/ 1 w 6"/>
                <a:gd name="T1" fmla="*/ 2 h 3"/>
                <a:gd name="T2" fmla="*/ 1 w 6"/>
                <a:gd name="T3" fmla="*/ 2 h 3"/>
                <a:gd name="T4" fmla="*/ 1 w 6"/>
                <a:gd name="T5" fmla="*/ 2 h 3"/>
                <a:gd name="T6" fmla="*/ 0 w 6"/>
                <a:gd name="T7" fmla="*/ 2 h 3"/>
                <a:gd name="T8" fmla="*/ 0 w 6"/>
                <a:gd name="T9" fmla="*/ 1 h 3"/>
                <a:gd name="T10" fmla="*/ 0 w 6"/>
                <a:gd name="T11" fmla="*/ 1 h 3"/>
                <a:gd name="T12" fmla="*/ 0 w 6"/>
                <a:gd name="T13" fmla="*/ 1 h 3"/>
                <a:gd name="T14" fmla="*/ 1 w 6"/>
                <a:gd name="T15" fmla="*/ 0 h 3"/>
                <a:gd name="T16" fmla="*/ 1 w 6"/>
                <a:gd name="T17" fmla="*/ 0 h 3"/>
                <a:gd name="T18" fmla="*/ 2 w 6"/>
                <a:gd name="T19" fmla="*/ 0 h 3"/>
                <a:gd name="T20" fmla="*/ 2 w 6"/>
                <a:gd name="T21" fmla="*/ 0 h 3"/>
                <a:gd name="T22" fmla="*/ 2 w 6"/>
                <a:gd name="T23" fmla="*/ 0 h 3"/>
                <a:gd name="T24" fmla="*/ 3 w 6"/>
                <a:gd name="T25" fmla="*/ 0 h 3"/>
                <a:gd name="T26" fmla="*/ 3 w 6"/>
                <a:gd name="T27" fmla="*/ 0 h 3"/>
                <a:gd name="T28" fmla="*/ 3 w 6"/>
                <a:gd name="T29" fmla="*/ 0 h 3"/>
                <a:gd name="T30" fmla="*/ 4 w 6"/>
                <a:gd name="T31" fmla="*/ 0 h 3"/>
                <a:gd name="T32" fmla="*/ 4 w 6"/>
                <a:gd name="T33" fmla="*/ 0 h 3"/>
                <a:gd name="T34" fmla="*/ 5 w 6"/>
                <a:gd name="T35" fmla="*/ 0 h 3"/>
                <a:gd name="T36" fmla="*/ 5 w 6"/>
                <a:gd name="T37" fmla="*/ 0 h 3"/>
                <a:gd name="T38" fmla="*/ 6 w 6"/>
                <a:gd name="T39" fmla="*/ 0 h 3"/>
                <a:gd name="T40" fmla="*/ 6 w 6"/>
                <a:gd name="T41" fmla="*/ 0 h 3"/>
                <a:gd name="T42" fmla="*/ 6 w 6"/>
                <a:gd name="T43" fmla="*/ 0 h 3"/>
                <a:gd name="T44" fmla="*/ 6 w 6"/>
                <a:gd name="T45" fmla="*/ 0 h 3"/>
                <a:gd name="T46" fmla="*/ 6 w 6"/>
                <a:gd name="T47" fmla="*/ 0 h 3"/>
                <a:gd name="T48" fmla="*/ 6 w 6"/>
                <a:gd name="T49" fmla="*/ 1 h 3"/>
                <a:gd name="T50" fmla="*/ 6 w 6"/>
                <a:gd name="T51" fmla="*/ 1 h 3"/>
                <a:gd name="T52" fmla="*/ 6 w 6"/>
                <a:gd name="T53" fmla="*/ 1 h 3"/>
                <a:gd name="T54" fmla="*/ 5 w 6"/>
                <a:gd name="T55" fmla="*/ 2 h 3"/>
                <a:gd name="T56" fmla="*/ 5 w 6"/>
                <a:gd name="T57" fmla="*/ 2 h 3"/>
                <a:gd name="T58" fmla="*/ 5 w 6"/>
                <a:gd name="T59" fmla="*/ 2 h 3"/>
                <a:gd name="T60" fmla="*/ 4 w 6"/>
                <a:gd name="T61" fmla="*/ 2 h 3"/>
                <a:gd name="T62" fmla="*/ 4 w 6"/>
                <a:gd name="T63" fmla="*/ 3 h 3"/>
                <a:gd name="T64" fmla="*/ 4 w 6"/>
                <a:gd name="T65" fmla="*/ 3 h 3"/>
                <a:gd name="T66" fmla="*/ 3 w 6"/>
                <a:gd name="T67" fmla="*/ 3 h 3"/>
                <a:gd name="T68" fmla="*/ 3 w 6"/>
                <a:gd name="T69" fmla="*/ 3 h 3"/>
                <a:gd name="T70" fmla="*/ 2 w 6"/>
                <a:gd name="T71" fmla="*/ 3 h 3"/>
                <a:gd name="T72" fmla="*/ 2 w 6"/>
                <a:gd name="T73" fmla="*/ 3 h 3"/>
                <a:gd name="T74" fmla="*/ 2 w 6"/>
                <a:gd name="T75" fmla="*/ 3 h 3"/>
                <a:gd name="T76" fmla="*/ 1 w 6"/>
                <a:gd name="T77" fmla="*/ 3 h 3"/>
                <a:gd name="T78" fmla="*/ 1 w 6"/>
                <a:gd name="T79" fmla="*/ 3 h 3"/>
                <a:gd name="T80" fmla="*/ 1 w 6"/>
                <a:gd name="T81" fmla="*/ 2 h 3"/>
                <a:gd name="T82" fmla="*/ 1 w 6"/>
                <a:gd name="T83" fmla="*/ 2 h 3"/>
                <a:gd name="T84" fmla="*/ 1 w 6"/>
                <a:gd name="T85" fmla="*/ 2 h 3"/>
                <a:gd name="T86" fmla="*/ 1 w 6"/>
                <a:gd name="T87" fmla="*/ 2 h 3"/>
                <a:gd name="T88" fmla="*/ 1 w 6"/>
                <a:gd name="T89" fmla="*/ 2 h 3"/>
                <a:gd name="T90" fmla="*/ 1 w 6"/>
                <a:gd name="T91" fmla="*/ 2 h 3"/>
                <a:gd name="T92" fmla="*/ 1 w 6"/>
                <a:gd name="T93" fmla="*/ 2 h 3"/>
                <a:gd name="T94" fmla="*/ 1 w 6"/>
                <a:gd name="T95"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 h="3">
                  <a:moveTo>
                    <a:pt x="1" y="2"/>
                  </a:moveTo>
                  <a:lnTo>
                    <a:pt x="1" y="2"/>
                  </a:lnTo>
                  <a:lnTo>
                    <a:pt x="1" y="2"/>
                  </a:lnTo>
                  <a:lnTo>
                    <a:pt x="1" y="2"/>
                  </a:lnTo>
                  <a:lnTo>
                    <a:pt x="1" y="2"/>
                  </a:lnTo>
                  <a:lnTo>
                    <a:pt x="1" y="2"/>
                  </a:lnTo>
                  <a:lnTo>
                    <a:pt x="1" y="2"/>
                  </a:lnTo>
                  <a:lnTo>
                    <a:pt x="0" y="2"/>
                  </a:lnTo>
                  <a:lnTo>
                    <a:pt x="0" y="2"/>
                  </a:lnTo>
                  <a:lnTo>
                    <a:pt x="0" y="1"/>
                  </a:lnTo>
                  <a:lnTo>
                    <a:pt x="0" y="1"/>
                  </a:lnTo>
                  <a:lnTo>
                    <a:pt x="0" y="1"/>
                  </a:lnTo>
                  <a:lnTo>
                    <a:pt x="0" y="1"/>
                  </a:lnTo>
                  <a:lnTo>
                    <a:pt x="0" y="1"/>
                  </a:lnTo>
                  <a:lnTo>
                    <a:pt x="0" y="0"/>
                  </a:lnTo>
                  <a:lnTo>
                    <a:pt x="1" y="0"/>
                  </a:lnTo>
                  <a:lnTo>
                    <a:pt x="1" y="0"/>
                  </a:lnTo>
                  <a:lnTo>
                    <a:pt x="1" y="0"/>
                  </a:lnTo>
                  <a:lnTo>
                    <a:pt x="1" y="0"/>
                  </a:lnTo>
                  <a:lnTo>
                    <a:pt x="2" y="0"/>
                  </a:lnTo>
                  <a:lnTo>
                    <a:pt x="2" y="0"/>
                  </a:lnTo>
                  <a:lnTo>
                    <a:pt x="2" y="0"/>
                  </a:lnTo>
                  <a:lnTo>
                    <a:pt x="2" y="0"/>
                  </a:lnTo>
                  <a:lnTo>
                    <a:pt x="2" y="0"/>
                  </a:lnTo>
                  <a:lnTo>
                    <a:pt x="2" y="0"/>
                  </a:lnTo>
                  <a:lnTo>
                    <a:pt x="3" y="0"/>
                  </a:lnTo>
                  <a:lnTo>
                    <a:pt x="3" y="0"/>
                  </a:lnTo>
                  <a:lnTo>
                    <a:pt x="3" y="0"/>
                  </a:lnTo>
                  <a:lnTo>
                    <a:pt x="3" y="0"/>
                  </a:lnTo>
                  <a:lnTo>
                    <a:pt x="3" y="0"/>
                  </a:lnTo>
                  <a:lnTo>
                    <a:pt x="4" y="0"/>
                  </a:lnTo>
                  <a:lnTo>
                    <a:pt x="4" y="0"/>
                  </a:lnTo>
                  <a:lnTo>
                    <a:pt x="4" y="0"/>
                  </a:lnTo>
                  <a:lnTo>
                    <a:pt x="4" y="0"/>
                  </a:lnTo>
                  <a:lnTo>
                    <a:pt x="5" y="0"/>
                  </a:lnTo>
                  <a:lnTo>
                    <a:pt x="5" y="0"/>
                  </a:lnTo>
                  <a:lnTo>
                    <a:pt x="5" y="0"/>
                  </a:lnTo>
                  <a:lnTo>
                    <a:pt x="5" y="0"/>
                  </a:lnTo>
                  <a:lnTo>
                    <a:pt x="6" y="0"/>
                  </a:lnTo>
                  <a:lnTo>
                    <a:pt x="6" y="0"/>
                  </a:lnTo>
                  <a:lnTo>
                    <a:pt x="6" y="0"/>
                  </a:lnTo>
                  <a:lnTo>
                    <a:pt x="6" y="0"/>
                  </a:lnTo>
                  <a:lnTo>
                    <a:pt x="6" y="0"/>
                  </a:lnTo>
                  <a:lnTo>
                    <a:pt x="6" y="0"/>
                  </a:lnTo>
                  <a:lnTo>
                    <a:pt x="6" y="0"/>
                  </a:lnTo>
                  <a:lnTo>
                    <a:pt x="6" y="0"/>
                  </a:lnTo>
                  <a:lnTo>
                    <a:pt x="6" y="0"/>
                  </a:lnTo>
                  <a:lnTo>
                    <a:pt x="6" y="0"/>
                  </a:lnTo>
                  <a:lnTo>
                    <a:pt x="6" y="0"/>
                  </a:lnTo>
                  <a:lnTo>
                    <a:pt x="6" y="1"/>
                  </a:lnTo>
                  <a:lnTo>
                    <a:pt x="6" y="1"/>
                  </a:lnTo>
                  <a:lnTo>
                    <a:pt x="6" y="1"/>
                  </a:lnTo>
                  <a:lnTo>
                    <a:pt x="6" y="1"/>
                  </a:lnTo>
                  <a:lnTo>
                    <a:pt x="6" y="1"/>
                  </a:lnTo>
                  <a:lnTo>
                    <a:pt x="5" y="1"/>
                  </a:lnTo>
                  <a:lnTo>
                    <a:pt x="5" y="2"/>
                  </a:lnTo>
                  <a:lnTo>
                    <a:pt x="5" y="2"/>
                  </a:lnTo>
                  <a:lnTo>
                    <a:pt x="5" y="2"/>
                  </a:lnTo>
                  <a:lnTo>
                    <a:pt x="5" y="2"/>
                  </a:lnTo>
                  <a:lnTo>
                    <a:pt x="5" y="2"/>
                  </a:lnTo>
                  <a:lnTo>
                    <a:pt x="4" y="2"/>
                  </a:lnTo>
                  <a:lnTo>
                    <a:pt x="4" y="2"/>
                  </a:lnTo>
                  <a:lnTo>
                    <a:pt x="4" y="3"/>
                  </a:lnTo>
                  <a:lnTo>
                    <a:pt x="4" y="3"/>
                  </a:lnTo>
                  <a:lnTo>
                    <a:pt x="4" y="3"/>
                  </a:lnTo>
                  <a:lnTo>
                    <a:pt x="4" y="3"/>
                  </a:lnTo>
                  <a:lnTo>
                    <a:pt x="3" y="3"/>
                  </a:lnTo>
                  <a:lnTo>
                    <a:pt x="3" y="3"/>
                  </a:lnTo>
                  <a:lnTo>
                    <a:pt x="3" y="3"/>
                  </a:lnTo>
                  <a:lnTo>
                    <a:pt x="3" y="3"/>
                  </a:lnTo>
                  <a:lnTo>
                    <a:pt x="3" y="3"/>
                  </a:lnTo>
                  <a:lnTo>
                    <a:pt x="2" y="3"/>
                  </a:lnTo>
                  <a:lnTo>
                    <a:pt x="2" y="3"/>
                  </a:lnTo>
                  <a:lnTo>
                    <a:pt x="2" y="3"/>
                  </a:lnTo>
                  <a:lnTo>
                    <a:pt x="2" y="3"/>
                  </a:lnTo>
                  <a:lnTo>
                    <a:pt x="2" y="3"/>
                  </a:lnTo>
                  <a:lnTo>
                    <a:pt x="2" y="3"/>
                  </a:lnTo>
                  <a:lnTo>
                    <a:pt x="1" y="3"/>
                  </a:lnTo>
                  <a:lnTo>
                    <a:pt x="1" y="3"/>
                  </a:lnTo>
                  <a:lnTo>
                    <a:pt x="1" y="3"/>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2" name="Freeform 692"/>
            <p:cNvSpPr/>
            <p:nvPr/>
          </p:nvSpPr>
          <p:spPr bwMode="auto">
            <a:xfrm>
              <a:off x="8421688" y="4827588"/>
              <a:ext cx="4763" cy="4763"/>
            </a:xfrm>
            <a:custGeom>
              <a:avLst/>
              <a:gdLst>
                <a:gd name="T0" fmla="*/ 0 w 9"/>
                <a:gd name="T1" fmla="*/ 8 h 9"/>
                <a:gd name="T2" fmla="*/ 0 w 9"/>
                <a:gd name="T3" fmla="*/ 8 h 9"/>
                <a:gd name="T4" fmla="*/ 0 w 9"/>
                <a:gd name="T5" fmla="*/ 7 h 9"/>
                <a:gd name="T6" fmla="*/ 0 w 9"/>
                <a:gd name="T7" fmla="*/ 7 h 9"/>
                <a:gd name="T8" fmla="*/ 0 w 9"/>
                <a:gd name="T9" fmla="*/ 7 h 9"/>
                <a:gd name="T10" fmla="*/ 0 w 9"/>
                <a:gd name="T11" fmla="*/ 7 h 9"/>
                <a:gd name="T12" fmla="*/ 0 w 9"/>
                <a:gd name="T13" fmla="*/ 7 h 9"/>
                <a:gd name="T14" fmla="*/ 0 w 9"/>
                <a:gd name="T15" fmla="*/ 5 h 9"/>
                <a:gd name="T16" fmla="*/ 1 w 9"/>
                <a:gd name="T17" fmla="*/ 5 h 9"/>
                <a:gd name="T18" fmla="*/ 1 w 9"/>
                <a:gd name="T19" fmla="*/ 5 h 9"/>
                <a:gd name="T20" fmla="*/ 1 w 9"/>
                <a:gd name="T21" fmla="*/ 4 h 9"/>
                <a:gd name="T22" fmla="*/ 1 w 9"/>
                <a:gd name="T23" fmla="*/ 3 h 9"/>
                <a:gd name="T24" fmla="*/ 2 w 9"/>
                <a:gd name="T25" fmla="*/ 2 h 9"/>
                <a:gd name="T26" fmla="*/ 2 w 9"/>
                <a:gd name="T27" fmla="*/ 2 h 9"/>
                <a:gd name="T28" fmla="*/ 3 w 9"/>
                <a:gd name="T29" fmla="*/ 1 h 9"/>
                <a:gd name="T30" fmla="*/ 5 w 9"/>
                <a:gd name="T31" fmla="*/ 1 h 9"/>
                <a:gd name="T32" fmla="*/ 6 w 9"/>
                <a:gd name="T33" fmla="*/ 0 h 9"/>
                <a:gd name="T34" fmla="*/ 6 w 9"/>
                <a:gd name="T35" fmla="*/ 0 h 9"/>
                <a:gd name="T36" fmla="*/ 7 w 9"/>
                <a:gd name="T37" fmla="*/ 0 h 9"/>
                <a:gd name="T38" fmla="*/ 7 w 9"/>
                <a:gd name="T39" fmla="*/ 0 h 9"/>
                <a:gd name="T40" fmla="*/ 7 w 9"/>
                <a:gd name="T41" fmla="*/ 0 h 9"/>
                <a:gd name="T42" fmla="*/ 7 w 9"/>
                <a:gd name="T43" fmla="*/ 0 h 9"/>
                <a:gd name="T44" fmla="*/ 8 w 9"/>
                <a:gd name="T45" fmla="*/ 1 h 9"/>
                <a:gd name="T46" fmla="*/ 8 w 9"/>
                <a:gd name="T47" fmla="*/ 1 h 9"/>
                <a:gd name="T48" fmla="*/ 8 w 9"/>
                <a:gd name="T49" fmla="*/ 1 h 9"/>
                <a:gd name="T50" fmla="*/ 9 w 9"/>
                <a:gd name="T51" fmla="*/ 2 h 9"/>
                <a:gd name="T52" fmla="*/ 8 w 9"/>
                <a:gd name="T53" fmla="*/ 2 h 9"/>
                <a:gd name="T54" fmla="*/ 8 w 9"/>
                <a:gd name="T55" fmla="*/ 3 h 9"/>
                <a:gd name="T56" fmla="*/ 8 w 9"/>
                <a:gd name="T57" fmla="*/ 3 h 9"/>
                <a:gd name="T58" fmla="*/ 8 w 9"/>
                <a:gd name="T59" fmla="*/ 3 h 9"/>
                <a:gd name="T60" fmla="*/ 8 w 9"/>
                <a:gd name="T61" fmla="*/ 3 h 9"/>
                <a:gd name="T62" fmla="*/ 8 w 9"/>
                <a:gd name="T63" fmla="*/ 4 h 9"/>
                <a:gd name="T64" fmla="*/ 8 w 9"/>
                <a:gd name="T65" fmla="*/ 4 h 9"/>
                <a:gd name="T66" fmla="*/ 8 w 9"/>
                <a:gd name="T67" fmla="*/ 5 h 9"/>
                <a:gd name="T68" fmla="*/ 7 w 9"/>
                <a:gd name="T69" fmla="*/ 5 h 9"/>
                <a:gd name="T70" fmla="*/ 7 w 9"/>
                <a:gd name="T71" fmla="*/ 7 h 9"/>
                <a:gd name="T72" fmla="*/ 6 w 9"/>
                <a:gd name="T73" fmla="*/ 8 h 9"/>
                <a:gd name="T74" fmla="*/ 6 w 9"/>
                <a:gd name="T75" fmla="*/ 8 h 9"/>
                <a:gd name="T76" fmla="*/ 5 w 9"/>
                <a:gd name="T77" fmla="*/ 8 h 9"/>
                <a:gd name="T78" fmla="*/ 5 w 9"/>
                <a:gd name="T79" fmla="*/ 9 h 9"/>
                <a:gd name="T80" fmla="*/ 5 w 9"/>
                <a:gd name="T81" fmla="*/ 9 h 9"/>
                <a:gd name="T82" fmla="*/ 3 w 9"/>
                <a:gd name="T83" fmla="*/ 9 h 9"/>
                <a:gd name="T84" fmla="*/ 3 w 9"/>
                <a:gd name="T85" fmla="*/ 9 h 9"/>
                <a:gd name="T86" fmla="*/ 3 w 9"/>
                <a:gd name="T87" fmla="*/ 9 h 9"/>
                <a:gd name="T88" fmla="*/ 2 w 9"/>
                <a:gd name="T89" fmla="*/ 9 h 9"/>
                <a:gd name="T90" fmla="*/ 2 w 9"/>
                <a:gd name="T91" fmla="*/ 9 h 9"/>
                <a:gd name="T92" fmla="*/ 2 w 9"/>
                <a:gd name="T93" fmla="*/ 9 h 9"/>
                <a:gd name="T94" fmla="*/ 1 w 9"/>
                <a:gd name="T95" fmla="*/ 9 h 9"/>
                <a:gd name="T96" fmla="*/ 1 w 9"/>
                <a:gd name="T97" fmla="*/ 9 h 9"/>
                <a:gd name="T98" fmla="*/ 1 w 9"/>
                <a:gd name="T99" fmla="*/ 9 h 9"/>
                <a:gd name="T100" fmla="*/ 1 w 9"/>
                <a:gd name="T101" fmla="*/ 9 h 9"/>
                <a:gd name="T102" fmla="*/ 1 w 9"/>
                <a:gd name="T103" fmla="*/ 9 h 9"/>
                <a:gd name="T104" fmla="*/ 0 w 9"/>
                <a:gd name="T105" fmla="*/ 8 h 9"/>
                <a:gd name="T106" fmla="*/ 0 w 9"/>
                <a:gd name="T107" fmla="*/ 8 h 9"/>
                <a:gd name="T108" fmla="*/ 0 w 9"/>
                <a:gd name="T109" fmla="*/ 8 h 9"/>
                <a:gd name="T110" fmla="*/ 0 w 9"/>
                <a:gd name="T111" fmla="*/ 8 h 9"/>
                <a:gd name="T112" fmla="*/ 0 w 9"/>
                <a:gd name="T113" fmla="*/ 8 h 9"/>
                <a:gd name="T114" fmla="*/ 0 w 9"/>
                <a:gd name="T115" fmla="*/ 8 h 9"/>
                <a:gd name="T116" fmla="*/ 0 w 9"/>
                <a:gd name="T117" fmla="*/ 8 h 9"/>
                <a:gd name="T118" fmla="*/ 0 w 9"/>
                <a:gd name="T119"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 h="9">
                  <a:moveTo>
                    <a:pt x="0" y="8"/>
                  </a:moveTo>
                  <a:lnTo>
                    <a:pt x="0" y="8"/>
                  </a:lnTo>
                  <a:lnTo>
                    <a:pt x="0" y="8"/>
                  </a:lnTo>
                  <a:lnTo>
                    <a:pt x="0" y="8"/>
                  </a:lnTo>
                  <a:lnTo>
                    <a:pt x="0" y="8"/>
                  </a:lnTo>
                  <a:lnTo>
                    <a:pt x="0" y="8"/>
                  </a:lnTo>
                  <a:lnTo>
                    <a:pt x="0" y="8"/>
                  </a:lnTo>
                  <a:lnTo>
                    <a:pt x="0" y="8"/>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7"/>
                  </a:lnTo>
                  <a:lnTo>
                    <a:pt x="0" y="5"/>
                  </a:lnTo>
                  <a:lnTo>
                    <a:pt x="1" y="5"/>
                  </a:lnTo>
                  <a:lnTo>
                    <a:pt x="1" y="5"/>
                  </a:lnTo>
                  <a:lnTo>
                    <a:pt x="1" y="5"/>
                  </a:lnTo>
                  <a:lnTo>
                    <a:pt x="1" y="5"/>
                  </a:lnTo>
                  <a:lnTo>
                    <a:pt x="1" y="5"/>
                  </a:lnTo>
                  <a:lnTo>
                    <a:pt x="1" y="5"/>
                  </a:lnTo>
                  <a:lnTo>
                    <a:pt x="1" y="5"/>
                  </a:lnTo>
                  <a:lnTo>
                    <a:pt x="1" y="4"/>
                  </a:lnTo>
                  <a:lnTo>
                    <a:pt x="1" y="4"/>
                  </a:lnTo>
                  <a:lnTo>
                    <a:pt x="1" y="4"/>
                  </a:lnTo>
                  <a:lnTo>
                    <a:pt x="1" y="3"/>
                  </a:lnTo>
                  <a:lnTo>
                    <a:pt x="1" y="3"/>
                  </a:lnTo>
                  <a:lnTo>
                    <a:pt x="2" y="3"/>
                  </a:lnTo>
                  <a:lnTo>
                    <a:pt x="2" y="3"/>
                  </a:lnTo>
                  <a:lnTo>
                    <a:pt x="2" y="2"/>
                  </a:lnTo>
                  <a:lnTo>
                    <a:pt x="2" y="2"/>
                  </a:lnTo>
                  <a:lnTo>
                    <a:pt x="2" y="2"/>
                  </a:lnTo>
                  <a:lnTo>
                    <a:pt x="2" y="2"/>
                  </a:lnTo>
                  <a:lnTo>
                    <a:pt x="3" y="1"/>
                  </a:lnTo>
                  <a:lnTo>
                    <a:pt x="3" y="1"/>
                  </a:lnTo>
                  <a:lnTo>
                    <a:pt x="3" y="1"/>
                  </a:lnTo>
                  <a:lnTo>
                    <a:pt x="3" y="1"/>
                  </a:lnTo>
                  <a:lnTo>
                    <a:pt x="5" y="1"/>
                  </a:lnTo>
                  <a:lnTo>
                    <a:pt x="5" y="1"/>
                  </a:lnTo>
                  <a:lnTo>
                    <a:pt x="5" y="1"/>
                  </a:lnTo>
                  <a:lnTo>
                    <a:pt x="5" y="1"/>
                  </a:lnTo>
                  <a:lnTo>
                    <a:pt x="6" y="0"/>
                  </a:lnTo>
                  <a:lnTo>
                    <a:pt x="6" y="0"/>
                  </a:lnTo>
                  <a:lnTo>
                    <a:pt x="6" y="0"/>
                  </a:lnTo>
                  <a:lnTo>
                    <a:pt x="6" y="0"/>
                  </a:lnTo>
                  <a:lnTo>
                    <a:pt x="6" y="0"/>
                  </a:lnTo>
                  <a:lnTo>
                    <a:pt x="6" y="0"/>
                  </a:lnTo>
                  <a:lnTo>
                    <a:pt x="7" y="0"/>
                  </a:lnTo>
                  <a:lnTo>
                    <a:pt x="7" y="0"/>
                  </a:lnTo>
                  <a:lnTo>
                    <a:pt x="7" y="0"/>
                  </a:lnTo>
                  <a:lnTo>
                    <a:pt x="7" y="0"/>
                  </a:lnTo>
                  <a:lnTo>
                    <a:pt x="7" y="0"/>
                  </a:lnTo>
                  <a:lnTo>
                    <a:pt x="7" y="0"/>
                  </a:lnTo>
                  <a:lnTo>
                    <a:pt x="7" y="0"/>
                  </a:lnTo>
                  <a:lnTo>
                    <a:pt x="7" y="0"/>
                  </a:lnTo>
                  <a:lnTo>
                    <a:pt x="7" y="0"/>
                  </a:lnTo>
                  <a:lnTo>
                    <a:pt x="7" y="0"/>
                  </a:lnTo>
                  <a:lnTo>
                    <a:pt x="8" y="0"/>
                  </a:lnTo>
                  <a:lnTo>
                    <a:pt x="8" y="0"/>
                  </a:lnTo>
                  <a:lnTo>
                    <a:pt x="8" y="1"/>
                  </a:lnTo>
                  <a:lnTo>
                    <a:pt x="8" y="1"/>
                  </a:lnTo>
                  <a:lnTo>
                    <a:pt x="8" y="1"/>
                  </a:lnTo>
                  <a:lnTo>
                    <a:pt x="8" y="1"/>
                  </a:lnTo>
                  <a:lnTo>
                    <a:pt x="8" y="1"/>
                  </a:lnTo>
                  <a:lnTo>
                    <a:pt x="8" y="1"/>
                  </a:lnTo>
                  <a:lnTo>
                    <a:pt x="8" y="1"/>
                  </a:lnTo>
                  <a:lnTo>
                    <a:pt x="9" y="1"/>
                  </a:lnTo>
                  <a:lnTo>
                    <a:pt x="9" y="2"/>
                  </a:lnTo>
                  <a:lnTo>
                    <a:pt x="9" y="2"/>
                  </a:lnTo>
                  <a:lnTo>
                    <a:pt x="9" y="2"/>
                  </a:lnTo>
                  <a:lnTo>
                    <a:pt x="9" y="2"/>
                  </a:lnTo>
                  <a:lnTo>
                    <a:pt x="8" y="2"/>
                  </a:lnTo>
                  <a:lnTo>
                    <a:pt x="8" y="2"/>
                  </a:lnTo>
                  <a:lnTo>
                    <a:pt x="8" y="3"/>
                  </a:lnTo>
                  <a:lnTo>
                    <a:pt x="8" y="3"/>
                  </a:lnTo>
                  <a:lnTo>
                    <a:pt x="8" y="3"/>
                  </a:lnTo>
                  <a:lnTo>
                    <a:pt x="8" y="3"/>
                  </a:lnTo>
                  <a:lnTo>
                    <a:pt x="8" y="3"/>
                  </a:lnTo>
                  <a:lnTo>
                    <a:pt x="8" y="3"/>
                  </a:lnTo>
                  <a:lnTo>
                    <a:pt x="8" y="3"/>
                  </a:lnTo>
                  <a:lnTo>
                    <a:pt x="8" y="3"/>
                  </a:lnTo>
                  <a:lnTo>
                    <a:pt x="8" y="3"/>
                  </a:lnTo>
                  <a:lnTo>
                    <a:pt x="8" y="3"/>
                  </a:lnTo>
                  <a:lnTo>
                    <a:pt x="8" y="3"/>
                  </a:lnTo>
                  <a:lnTo>
                    <a:pt x="8" y="4"/>
                  </a:lnTo>
                  <a:lnTo>
                    <a:pt x="8" y="4"/>
                  </a:lnTo>
                  <a:lnTo>
                    <a:pt x="8" y="4"/>
                  </a:lnTo>
                  <a:lnTo>
                    <a:pt x="8" y="4"/>
                  </a:lnTo>
                  <a:lnTo>
                    <a:pt x="8" y="4"/>
                  </a:lnTo>
                  <a:lnTo>
                    <a:pt x="8" y="4"/>
                  </a:lnTo>
                  <a:lnTo>
                    <a:pt x="8" y="4"/>
                  </a:lnTo>
                  <a:lnTo>
                    <a:pt x="8" y="4"/>
                  </a:lnTo>
                  <a:lnTo>
                    <a:pt x="8" y="5"/>
                  </a:lnTo>
                  <a:lnTo>
                    <a:pt x="8" y="5"/>
                  </a:lnTo>
                  <a:lnTo>
                    <a:pt x="7" y="5"/>
                  </a:lnTo>
                  <a:lnTo>
                    <a:pt x="7" y="5"/>
                  </a:lnTo>
                  <a:lnTo>
                    <a:pt x="7" y="7"/>
                  </a:lnTo>
                  <a:lnTo>
                    <a:pt x="7" y="7"/>
                  </a:lnTo>
                  <a:lnTo>
                    <a:pt x="7" y="7"/>
                  </a:lnTo>
                  <a:lnTo>
                    <a:pt x="7" y="7"/>
                  </a:lnTo>
                  <a:lnTo>
                    <a:pt x="6" y="7"/>
                  </a:lnTo>
                  <a:lnTo>
                    <a:pt x="6" y="8"/>
                  </a:lnTo>
                  <a:lnTo>
                    <a:pt x="6" y="8"/>
                  </a:lnTo>
                  <a:lnTo>
                    <a:pt x="6" y="8"/>
                  </a:lnTo>
                  <a:lnTo>
                    <a:pt x="6" y="8"/>
                  </a:lnTo>
                  <a:lnTo>
                    <a:pt x="6" y="8"/>
                  </a:lnTo>
                  <a:lnTo>
                    <a:pt x="6" y="8"/>
                  </a:lnTo>
                  <a:lnTo>
                    <a:pt x="5" y="8"/>
                  </a:lnTo>
                  <a:lnTo>
                    <a:pt x="5" y="8"/>
                  </a:lnTo>
                  <a:lnTo>
                    <a:pt x="5" y="9"/>
                  </a:lnTo>
                  <a:lnTo>
                    <a:pt x="5" y="9"/>
                  </a:lnTo>
                  <a:lnTo>
                    <a:pt x="5" y="9"/>
                  </a:lnTo>
                  <a:lnTo>
                    <a:pt x="5" y="9"/>
                  </a:lnTo>
                  <a:lnTo>
                    <a:pt x="5" y="9"/>
                  </a:lnTo>
                  <a:lnTo>
                    <a:pt x="5" y="9"/>
                  </a:lnTo>
                  <a:lnTo>
                    <a:pt x="3" y="9"/>
                  </a:lnTo>
                  <a:lnTo>
                    <a:pt x="3" y="9"/>
                  </a:lnTo>
                  <a:lnTo>
                    <a:pt x="3" y="9"/>
                  </a:lnTo>
                  <a:lnTo>
                    <a:pt x="3" y="9"/>
                  </a:lnTo>
                  <a:lnTo>
                    <a:pt x="3" y="9"/>
                  </a:lnTo>
                  <a:lnTo>
                    <a:pt x="3" y="9"/>
                  </a:lnTo>
                  <a:lnTo>
                    <a:pt x="3" y="9"/>
                  </a:lnTo>
                  <a:lnTo>
                    <a:pt x="3" y="9"/>
                  </a:lnTo>
                  <a:lnTo>
                    <a:pt x="3" y="9"/>
                  </a:lnTo>
                  <a:lnTo>
                    <a:pt x="2" y="9"/>
                  </a:lnTo>
                  <a:lnTo>
                    <a:pt x="2" y="9"/>
                  </a:lnTo>
                  <a:lnTo>
                    <a:pt x="2" y="9"/>
                  </a:lnTo>
                  <a:lnTo>
                    <a:pt x="2" y="9"/>
                  </a:lnTo>
                  <a:lnTo>
                    <a:pt x="2" y="9"/>
                  </a:lnTo>
                  <a:lnTo>
                    <a:pt x="2" y="9"/>
                  </a:lnTo>
                  <a:lnTo>
                    <a:pt x="2" y="9"/>
                  </a:lnTo>
                  <a:lnTo>
                    <a:pt x="2" y="9"/>
                  </a:lnTo>
                  <a:lnTo>
                    <a:pt x="2" y="9"/>
                  </a:lnTo>
                  <a:lnTo>
                    <a:pt x="2" y="9"/>
                  </a:lnTo>
                  <a:lnTo>
                    <a:pt x="1" y="9"/>
                  </a:lnTo>
                  <a:lnTo>
                    <a:pt x="1" y="9"/>
                  </a:lnTo>
                  <a:lnTo>
                    <a:pt x="1" y="9"/>
                  </a:lnTo>
                  <a:lnTo>
                    <a:pt x="1" y="9"/>
                  </a:lnTo>
                  <a:lnTo>
                    <a:pt x="1" y="9"/>
                  </a:lnTo>
                  <a:lnTo>
                    <a:pt x="1" y="9"/>
                  </a:lnTo>
                  <a:lnTo>
                    <a:pt x="1" y="9"/>
                  </a:lnTo>
                  <a:lnTo>
                    <a:pt x="1" y="9"/>
                  </a:lnTo>
                  <a:lnTo>
                    <a:pt x="1" y="9"/>
                  </a:lnTo>
                  <a:lnTo>
                    <a:pt x="1" y="9"/>
                  </a:lnTo>
                  <a:lnTo>
                    <a:pt x="1" y="9"/>
                  </a:lnTo>
                  <a:lnTo>
                    <a:pt x="1" y="9"/>
                  </a:lnTo>
                  <a:lnTo>
                    <a:pt x="1" y="9"/>
                  </a:lnTo>
                  <a:lnTo>
                    <a:pt x="1" y="9"/>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3" name="Freeform 697"/>
            <p:cNvSpPr/>
            <p:nvPr/>
          </p:nvSpPr>
          <p:spPr bwMode="auto">
            <a:xfrm>
              <a:off x="8410575" y="4854575"/>
              <a:ext cx="7938" cy="6350"/>
            </a:xfrm>
            <a:custGeom>
              <a:avLst/>
              <a:gdLst>
                <a:gd name="T0" fmla="*/ 1 w 15"/>
                <a:gd name="T1" fmla="*/ 3 h 14"/>
                <a:gd name="T2" fmla="*/ 2 w 15"/>
                <a:gd name="T3" fmla="*/ 2 h 14"/>
                <a:gd name="T4" fmla="*/ 3 w 15"/>
                <a:gd name="T5" fmla="*/ 2 h 14"/>
                <a:gd name="T6" fmla="*/ 4 w 15"/>
                <a:gd name="T7" fmla="*/ 1 h 14"/>
                <a:gd name="T8" fmla="*/ 5 w 15"/>
                <a:gd name="T9" fmla="*/ 1 h 14"/>
                <a:gd name="T10" fmla="*/ 6 w 15"/>
                <a:gd name="T11" fmla="*/ 0 h 14"/>
                <a:gd name="T12" fmla="*/ 9 w 15"/>
                <a:gd name="T13" fmla="*/ 0 h 14"/>
                <a:gd name="T14" fmla="*/ 10 w 15"/>
                <a:gd name="T15" fmla="*/ 0 h 14"/>
                <a:gd name="T16" fmla="*/ 11 w 15"/>
                <a:gd name="T17" fmla="*/ 0 h 14"/>
                <a:gd name="T18" fmla="*/ 11 w 15"/>
                <a:gd name="T19" fmla="*/ 0 h 14"/>
                <a:gd name="T20" fmla="*/ 12 w 15"/>
                <a:gd name="T21" fmla="*/ 0 h 14"/>
                <a:gd name="T22" fmla="*/ 12 w 15"/>
                <a:gd name="T23" fmla="*/ 1 h 14"/>
                <a:gd name="T24" fmla="*/ 12 w 15"/>
                <a:gd name="T25" fmla="*/ 2 h 14"/>
                <a:gd name="T26" fmla="*/ 12 w 15"/>
                <a:gd name="T27" fmla="*/ 4 h 14"/>
                <a:gd name="T28" fmla="*/ 13 w 15"/>
                <a:gd name="T29" fmla="*/ 5 h 14"/>
                <a:gd name="T30" fmla="*/ 13 w 15"/>
                <a:gd name="T31" fmla="*/ 6 h 14"/>
                <a:gd name="T32" fmla="*/ 13 w 15"/>
                <a:gd name="T33" fmla="*/ 6 h 14"/>
                <a:gd name="T34" fmla="*/ 13 w 15"/>
                <a:gd name="T35" fmla="*/ 7 h 14"/>
                <a:gd name="T36" fmla="*/ 13 w 15"/>
                <a:gd name="T37" fmla="*/ 8 h 14"/>
                <a:gd name="T38" fmla="*/ 13 w 15"/>
                <a:gd name="T39" fmla="*/ 8 h 14"/>
                <a:gd name="T40" fmla="*/ 13 w 15"/>
                <a:gd name="T41" fmla="*/ 9 h 14"/>
                <a:gd name="T42" fmla="*/ 13 w 15"/>
                <a:gd name="T43" fmla="*/ 9 h 14"/>
                <a:gd name="T44" fmla="*/ 14 w 15"/>
                <a:gd name="T45" fmla="*/ 10 h 14"/>
                <a:gd name="T46" fmla="*/ 14 w 15"/>
                <a:gd name="T47" fmla="*/ 10 h 14"/>
                <a:gd name="T48" fmla="*/ 15 w 15"/>
                <a:gd name="T49" fmla="*/ 12 h 14"/>
                <a:gd name="T50" fmla="*/ 15 w 15"/>
                <a:gd name="T51" fmla="*/ 12 h 14"/>
                <a:gd name="T52" fmla="*/ 14 w 15"/>
                <a:gd name="T53" fmla="*/ 13 h 14"/>
                <a:gd name="T54" fmla="*/ 13 w 15"/>
                <a:gd name="T55" fmla="*/ 13 h 14"/>
                <a:gd name="T56" fmla="*/ 12 w 15"/>
                <a:gd name="T57" fmla="*/ 13 h 14"/>
                <a:gd name="T58" fmla="*/ 11 w 15"/>
                <a:gd name="T59" fmla="*/ 14 h 14"/>
                <a:gd name="T60" fmla="*/ 9 w 15"/>
                <a:gd name="T61" fmla="*/ 14 h 14"/>
                <a:gd name="T62" fmla="*/ 8 w 15"/>
                <a:gd name="T63" fmla="*/ 14 h 14"/>
                <a:gd name="T64" fmla="*/ 5 w 15"/>
                <a:gd name="T65" fmla="*/ 14 h 14"/>
                <a:gd name="T66" fmla="*/ 4 w 15"/>
                <a:gd name="T67" fmla="*/ 14 h 14"/>
                <a:gd name="T68" fmla="*/ 3 w 15"/>
                <a:gd name="T69" fmla="*/ 13 h 14"/>
                <a:gd name="T70" fmla="*/ 2 w 15"/>
                <a:gd name="T71" fmla="*/ 12 h 14"/>
                <a:gd name="T72" fmla="*/ 2 w 15"/>
                <a:gd name="T73" fmla="*/ 12 h 14"/>
                <a:gd name="T74" fmla="*/ 1 w 15"/>
                <a:gd name="T75" fmla="*/ 10 h 14"/>
                <a:gd name="T76" fmla="*/ 1 w 15"/>
                <a:gd name="T77" fmla="*/ 9 h 14"/>
                <a:gd name="T78" fmla="*/ 0 w 15"/>
                <a:gd name="T79" fmla="*/ 7 h 14"/>
                <a:gd name="T80" fmla="*/ 0 w 15"/>
                <a:gd name="T81" fmla="*/ 6 h 14"/>
                <a:gd name="T82" fmla="*/ 0 w 15"/>
                <a:gd name="T83" fmla="*/ 4 h 14"/>
                <a:gd name="T84" fmla="*/ 1 w 15"/>
                <a:gd name="T85" fmla="*/ 3 h 14"/>
                <a:gd name="T86" fmla="*/ 1 w 15"/>
                <a:gd name="T87" fmla="*/ 3 h 14"/>
                <a:gd name="T88" fmla="*/ 1 w 15"/>
                <a:gd name="T89" fmla="*/ 3 h 14"/>
                <a:gd name="T90" fmla="*/ 1 w 15"/>
                <a:gd name="T91" fmla="*/ 3 h 14"/>
                <a:gd name="T92" fmla="*/ 1 w 15"/>
                <a:gd name="T93" fmla="*/ 3 h 14"/>
                <a:gd name="T94" fmla="*/ 1 w 15"/>
                <a:gd name="T95" fmla="*/ 3 h 14"/>
                <a:gd name="T96" fmla="*/ 1 w 15"/>
                <a:gd name="T97"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 h="14">
                  <a:moveTo>
                    <a:pt x="1" y="3"/>
                  </a:moveTo>
                  <a:lnTo>
                    <a:pt x="1" y="3"/>
                  </a:lnTo>
                  <a:lnTo>
                    <a:pt x="1" y="3"/>
                  </a:lnTo>
                  <a:lnTo>
                    <a:pt x="1" y="3"/>
                  </a:lnTo>
                  <a:lnTo>
                    <a:pt x="1" y="3"/>
                  </a:lnTo>
                  <a:lnTo>
                    <a:pt x="2" y="2"/>
                  </a:lnTo>
                  <a:lnTo>
                    <a:pt x="2" y="2"/>
                  </a:lnTo>
                  <a:lnTo>
                    <a:pt x="2" y="2"/>
                  </a:lnTo>
                  <a:lnTo>
                    <a:pt x="3" y="2"/>
                  </a:lnTo>
                  <a:lnTo>
                    <a:pt x="3" y="2"/>
                  </a:lnTo>
                  <a:lnTo>
                    <a:pt x="3" y="1"/>
                  </a:lnTo>
                  <a:lnTo>
                    <a:pt x="4" y="1"/>
                  </a:lnTo>
                  <a:lnTo>
                    <a:pt x="4" y="1"/>
                  </a:lnTo>
                  <a:lnTo>
                    <a:pt x="5" y="1"/>
                  </a:lnTo>
                  <a:lnTo>
                    <a:pt x="5" y="1"/>
                  </a:lnTo>
                  <a:lnTo>
                    <a:pt x="5" y="0"/>
                  </a:lnTo>
                  <a:lnTo>
                    <a:pt x="6" y="0"/>
                  </a:lnTo>
                  <a:lnTo>
                    <a:pt x="6" y="0"/>
                  </a:lnTo>
                  <a:lnTo>
                    <a:pt x="8" y="0"/>
                  </a:lnTo>
                  <a:lnTo>
                    <a:pt x="8" y="0"/>
                  </a:lnTo>
                  <a:lnTo>
                    <a:pt x="9" y="0"/>
                  </a:lnTo>
                  <a:lnTo>
                    <a:pt x="9" y="0"/>
                  </a:lnTo>
                  <a:lnTo>
                    <a:pt x="9" y="0"/>
                  </a:lnTo>
                  <a:lnTo>
                    <a:pt x="10" y="0"/>
                  </a:lnTo>
                  <a:lnTo>
                    <a:pt x="10" y="0"/>
                  </a:lnTo>
                  <a:lnTo>
                    <a:pt x="10" y="0"/>
                  </a:lnTo>
                  <a:lnTo>
                    <a:pt x="11" y="0"/>
                  </a:lnTo>
                  <a:lnTo>
                    <a:pt x="11" y="0"/>
                  </a:lnTo>
                  <a:lnTo>
                    <a:pt x="11" y="0"/>
                  </a:lnTo>
                  <a:lnTo>
                    <a:pt x="11" y="0"/>
                  </a:lnTo>
                  <a:lnTo>
                    <a:pt x="12" y="0"/>
                  </a:lnTo>
                  <a:lnTo>
                    <a:pt x="12" y="0"/>
                  </a:lnTo>
                  <a:lnTo>
                    <a:pt x="12" y="0"/>
                  </a:lnTo>
                  <a:lnTo>
                    <a:pt x="12" y="1"/>
                  </a:lnTo>
                  <a:lnTo>
                    <a:pt x="12" y="1"/>
                  </a:lnTo>
                  <a:lnTo>
                    <a:pt x="12" y="1"/>
                  </a:lnTo>
                  <a:lnTo>
                    <a:pt x="12" y="1"/>
                  </a:lnTo>
                  <a:lnTo>
                    <a:pt x="12" y="2"/>
                  </a:lnTo>
                  <a:lnTo>
                    <a:pt x="12" y="2"/>
                  </a:lnTo>
                  <a:lnTo>
                    <a:pt x="12" y="3"/>
                  </a:lnTo>
                  <a:lnTo>
                    <a:pt x="12" y="3"/>
                  </a:lnTo>
                  <a:lnTo>
                    <a:pt x="12" y="4"/>
                  </a:lnTo>
                  <a:lnTo>
                    <a:pt x="13" y="4"/>
                  </a:lnTo>
                  <a:lnTo>
                    <a:pt x="13" y="4"/>
                  </a:lnTo>
                  <a:lnTo>
                    <a:pt x="13" y="5"/>
                  </a:lnTo>
                  <a:lnTo>
                    <a:pt x="13" y="5"/>
                  </a:lnTo>
                  <a:lnTo>
                    <a:pt x="13" y="5"/>
                  </a:lnTo>
                  <a:lnTo>
                    <a:pt x="13" y="6"/>
                  </a:lnTo>
                  <a:lnTo>
                    <a:pt x="13" y="6"/>
                  </a:lnTo>
                  <a:lnTo>
                    <a:pt x="13" y="6"/>
                  </a:lnTo>
                  <a:lnTo>
                    <a:pt x="13" y="6"/>
                  </a:lnTo>
                  <a:lnTo>
                    <a:pt x="13" y="7"/>
                  </a:lnTo>
                  <a:lnTo>
                    <a:pt x="13" y="7"/>
                  </a:lnTo>
                  <a:lnTo>
                    <a:pt x="13" y="7"/>
                  </a:lnTo>
                  <a:lnTo>
                    <a:pt x="13" y="7"/>
                  </a:lnTo>
                  <a:lnTo>
                    <a:pt x="13" y="7"/>
                  </a:lnTo>
                  <a:lnTo>
                    <a:pt x="13" y="8"/>
                  </a:lnTo>
                  <a:lnTo>
                    <a:pt x="13" y="8"/>
                  </a:lnTo>
                  <a:lnTo>
                    <a:pt x="13" y="8"/>
                  </a:lnTo>
                  <a:lnTo>
                    <a:pt x="13" y="8"/>
                  </a:lnTo>
                  <a:lnTo>
                    <a:pt x="13" y="8"/>
                  </a:lnTo>
                  <a:lnTo>
                    <a:pt x="13" y="9"/>
                  </a:lnTo>
                  <a:lnTo>
                    <a:pt x="13" y="9"/>
                  </a:lnTo>
                  <a:lnTo>
                    <a:pt x="13" y="9"/>
                  </a:lnTo>
                  <a:lnTo>
                    <a:pt x="13" y="9"/>
                  </a:lnTo>
                  <a:lnTo>
                    <a:pt x="13" y="9"/>
                  </a:lnTo>
                  <a:lnTo>
                    <a:pt x="14" y="9"/>
                  </a:lnTo>
                  <a:lnTo>
                    <a:pt x="14" y="10"/>
                  </a:lnTo>
                  <a:lnTo>
                    <a:pt x="14" y="10"/>
                  </a:lnTo>
                  <a:lnTo>
                    <a:pt x="14" y="10"/>
                  </a:lnTo>
                  <a:lnTo>
                    <a:pt x="14" y="10"/>
                  </a:lnTo>
                  <a:lnTo>
                    <a:pt x="14" y="10"/>
                  </a:lnTo>
                  <a:lnTo>
                    <a:pt x="14" y="12"/>
                  </a:lnTo>
                  <a:lnTo>
                    <a:pt x="15" y="12"/>
                  </a:lnTo>
                  <a:lnTo>
                    <a:pt x="15" y="12"/>
                  </a:lnTo>
                  <a:lnTo>
                    <a:pt x="15" y="12"/>
                  </a:lnTo>
                  <a:lnTo>
                    <a:pt x="15" y="12"/>
                  </a:lnTo>
                  <a:lnTo>
                    <a:pt x="15" y="12"/>
                  </a:lnTo>
                  <a:lnTo>
                    <a:pt x="15" y="12"/>
                  </a:lnTo>
                  <a:lnTo>
                    <a:pt x="14" y="13"/>
                  </a:lnTo>
                  <a:lnTo>
                    <a:pt x="14" y="13"/>
                  </a:lnTo>
                  <a:lnTo>
                    <a:pt x="14" y="13"/>
                  </a:lnTo>
                  <a:lnTo>
                    <a:pt x="14" y="13"/>
                  </a:lnTo>
                  <a:lnTo>
                    <a:pt x="13" y="13"/>
                  </a:lnTo>
                  <a:lnTo>
                    <a:pt x="13" y="13"/>
                  </a:lnTo>
                  <a:lnTo>
                    <a:pt x="13" y="13"/>
                  </a:lnTo>
                  <a:lnTo>
                    <a:pt x="12" y="13"/>
                  </a:lnTo>
                  <a:lnTo>
                    <a:pt x="12" y="13"/>
                  </a:lnTo>
                  <a:lnTo>
                    <a:pt x="11" y="14"/>
                  </a:lnTo>
                  <a:lnTo>
                    <a:pt x="11" y="14"/>
                  </a:lnTo>
                  <a:lnTo>
                    <a:pt x="10" y="14"/>
                  </a:lnTo>
                  <a:lnTo>
                    <a:pt x="9" y="14"/>
                  </a:lnTo>
                  <a:lnTo>
                    <a:pt x="9" y="14"/>
                  </a:lnTo>
                  <a:lnTo>
                    <a:pt x="8" y="14"/>
                  </a:lnTo>
                  <a:lnTo>
                    <a:pt x="8" y="14"/>
                  </a:lnTo>
                  <a:lnTo>
                    <a:pt x="8" y="14"/>
                  </a:lnTo>
                  <a:lnTo>
                    <a:pt x="6" y="14"/>
                  </a:lnTo>
                  <a:lnTo>
                    <a:pt x="6" y="14"/>
                  </a:lnTo>
                  <a:lnTo>
                    <a:pt x="5" y="14"/>
                  </a:lnTo>
                  <a:lnTo>
                    <a:pt x="5" y="14"/>
                  </a:lnTo>
                  <a:lnTo>
                    <a:pt x="5" y="14"/>
                  </a:lnTo>
                  <a:lnTo>
                    <a:pt x="4" y="14"/>
                  </a:lnTo>
                  <a:lnTo>
                    <a:pt x="4" y="13"/>
                  </a:lnTo>
                  <a:lnTo>
                    <a:pt x="4" y="13"/>
                  </a:lnTo>
                  <a:lnTo>
                    <a:pt x="3" y="13"/>
                  </a:lnTo>
                  <a:lnTo>
                    <a:pt x="3" y="13"/>
                  </a:lnTo>
                  <a:lnTo>
                    <a:pt x="3" y="13"/>
                  </a:lnTo>
                  <a:lnTo>
                    <a:pt x="2" y="12"/>
                  </a:lnTo>
                  <a:lnTo>
                    <a:pt x="2" y="12"/>
                  </a:lnTo>
                  <a:lnTo>
                    <a:pt x="2" y="12"/>
                  </a:lnTo>
                  <a:lnTo>
                    <a:pt x="2" y="12"/>
                  </a:lnTo>
                  <a:lnTo>
                    <a:pt x="1" y="10"/>
                  </a:lnTo>
                  <a:lnTo>
                    <a:pt x="1" y="10"/>
                  </a:lnTo>
                  <a:lnTo>
                    <a:pt x="1" y="10"/>
                  </a:lnTo>
                  <a:lnTo>
                    <a:pt x="1" y="10"/>
                  </a:lnTo>
                  <a:lnTo>
                    <a:pt x="1" y="9"/>
                  </a:lnTo>
                  <a:lnTo>
                    <a:pt x="1" y="9"/>
                  </a:lnTo>
                  <a:lnTo>
                    <a:pt x="1" y="9"/>
                  </a:lnTo>
                  <a:lnTo>
                    <a:pt x="0" y="8"/>
                  </a:lnTo>
                  <a:lnTo>
                    <a:pt x="0" y="7"/>
                  </a:lnTo>
                  <a:lnTo>
                    <a:pt x="0" y="7"/>
                  </a:lnTo>
                  <a:lnTo>
                    <a:pt x="0" y="6"/>
                  </a:lnTo>
                  <a:lnTo>
                    <a:pt x="0" y="6"/>
                  </a:lnTo>
                  <a:lnTo>
                    <a:pt x="0" y="5"/>
                  </a:lnTo>
                  <a:lnTo>
                    <a:pt x="0" y="5"/>
                  </a:lnTo>
                  <a:lnTo>
                    <a:pt x="0" y="4"/>
                  </a:lnTo>
                  <a:lnTo>
                    <a:pt x="1" y="4"/>
                  </a:lnTo>
                  <a:lnTo>
                    <a:pt x="1" y="4"/>
                  </a:lnTo>
                  <a:lnTo>
                    <a:pt x="1" y="3"/>
                  </a:lnTo>
                  <a:lnTo>
                    <a:pt x="1" y="3"/>
                  </a:lnTo>
                  <a:lnTo>
                    <a:pt x="1" y="3"/>
                  </a:lnTo>
                  <a:lnTo>
                    <a:pt x="1" y="3"/>
                  </a:lnTo>
                  <a:lnTo>
                    <a:pt x="1" y="3"/>
                  </a:lnTo>
                  <a:lnTo>
                    <a:pt x="1" y="3"/>
                  </a:lnTo>
                  <a:lnTo>
                    <a:pt x="1" y="3"/>
                  </a:lnTo>
                  <a:lnTo>
                    <a:pt x="1" y="3"/>
                  </a:lnTo>
                  <a:lnTo>
                    <a:pt x="1" y="3"/>
                  </a:lnTo>
                  <a:lnTo>
                    <a:pt x="1" y="3"/>
                  </a:lnTo>
                  <a:lnTo>
                    <a:pt x="1" y="3"/>
                  </a:lnTo>
                  <a:lnTo>
                    <a:pt x="1" y="3"/>
                  </a:lnTo>
                  <a:lnTo>
                    <a:pt x="1" y="3"/>
                  </a:lnTo>
                  <a:lnTo>
                    <a:pt x="1" y="3"/>
                  </a:lnTo>
                  <a:lnTo>
                    <a:pt x="1" y="3"/>
                  </a:lnTo>
                  <a:lnTo>
                    <a:pt x="1" y="3"/>
                  </a:lnTo>
                  <a:lnTo>
                    <a:pt x="1" y="3"/>
                  </a:lnTo>
                  <a:lnTo>
                    <a:pt x="1" y="3"/>
                  </a:lnTo>
                  <a:lnTo>
                    <a:pt x="1" y="3"/>
                  </a:ln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4" name="Freeform 698"/>
            <p:cNvSpPr/>
            <p:nvPr/>
          </p:nvSpPr>
          <p:spPr bwMode="auto">
            <a:xfrm>
              <a:off x="8418513" y="4854575"/>
              <a:ext cx="3175" cy="3175"/>
            </a:xfrm>
            <a:custGeom>
              <a:avLst/>
              <a:gdLst>
                <a:gd name="T0" fmla="*/ 4 w 7"/>
                <a:gd name="T1" fmla="*/ 0 h 5"/>
                <a:gd name="T2" fmla="*/ 4 w 7"/>
                <a:gd name="T3" fmla="*/ 0 h 5"/>
                <a:gd name="T4" fmla="*/ 5 w 7"/>
                <a:gd name="T5" fmla="*/ 0 h 5"/>
                <a:gd name="T6" fmla="*/ 5 w 7"/>
                <a:gd name="T7" fmla="*/ 0 h 5"/>
                <a:gd name="T8" fmla="*/ 6 w 7"/>
                <a:gd name="T9" fmla="*/ 0 h 5"/>
                <a:gd name="T10" fmla="*/ 6 w 7"/>
                <a:gd name="T11" fmla="*/ 1 h 5"/>
                <a:gd name="T12" fmla="*/ 7 w 7"/>
                <a:gd name="T13" fmla="*/ 1 h 5"/>
                <a:gd name="T14" fmla="*/ 7 w 7"/>
                <a:gd name="T15" fmla="*/ 1 h 5"/>
                <a:gd name="T16" fmla="*/ 7 w 7"/>
                <a:gd name="T17" fmla="*/ 1 h 5"/>
                <a:gd name="T18" fmla="*/ 7 w 7"/>
                <a:gd name="T19" fmla="*/ 2 h 5"/>
                <a:gd name="T20" fmla="*/ 7 w 7"/>
                <a:gd name="T21" fmla="*/ 2 h 5"/>
                <a:gd name="T22" fmla="*/ 6 w 7"/>
                <a:gd name="T23" fmla="*/ 2 h 5"/>
                <a:gd name="T24" fmla="*/ 6 w 7"/>
                <a:gd name="T25" fmla="*/ 3 h 5"/>
                <a:gd name="T26" fmla="*/ 5 w 7"/>
                <a:gd name="T27" fmla="*/ 3 h 5"/>
                <a:gd name="T28" fmla="*/ 5 w 7"/>
                <a:gd name="T29" fmla="*/ 3 h 5"/>
                <a:gd name="T30" fmla="*/ 4 w 7"/>
                <a:gd name="T31" fmla="*/ 4 h 5"/>
                <a:gd name="T32" fmla="*/ 4 w 7"/>
                <a:gd name="T33" fmla="*/ 4 h 5"/>
                <a:gd name="T34" fmla="*/ 4 w 7"/>
                <a:gd name="T35" fmla="*/ 4 h 5"/>
                <a:gd name="T36" fmla="*/ 3 w 7"/>
                <a:gd name="T37" fmla="*/ 4 h 5"/>
                <a:gd name="T38" fmla="*/ 3 w 7"/>
                <a:gd name="T39" fmla="*/ 5 h 5"/>
                <a:gd name="T40" fmla="*/ 3 w 7"/>
                <a:gd name="T41" fmla="*/ 5 h 5"/>
                <a:gd name="T42" fmla="*/ 2 w 7"/>
                <a:gd name="T43" fmla="*/ 5 h 5"/>
                <a:gd name="T44" fmla="*/ 2 w 7"/>
                <a:gd name="T45" fmla="*/ 5 h 5"/>
                <a:gd name="T46" fmla="*/ 2 w 7"/>
                <a:gd name="T47" fmla="*/ 5 h 5"/>
                <a:gd name="T48" fmla="*/ 1 w 7"/>
                <a:gd name="T49" fmla="*/ 5 h 5"/>
                <a:gd name="T50" fmla="*/ 1 w 7"/>
                <a:gd name="T51" fmla="*/ 5 h 5"/>
                <a:gd name="T52" fmla="*/ 1 w 7"/>
                <a:gd name="T53" fmla="*/ 5 h 5"/>
                <a:gd name="T54" fmla="*/ 0 w 7"/>
                <a:gd name="T55" fmla="*/ 5 h 5"/>
                <a:gd name="T56" fmla="*/ 0 w 7"/>
                <a:gd name="T57" fmla="*/ 5 h 5"/>
                <a:gd name="T58" fmla="*/ 0 w 7"/>
                <a:gd name="T59" fmla="*/ 5 h 5"/>
                <a:gd name="T60" fmla="*/ 0 w 7"/>
                <a:gd name="T61" fmla="*/ 4 h 5"/>
                <a:gd name="T62" fmla="*/ 0 w 7"/>
                <a:gd name="T63" fmla="*/ 4 h 5"/>
                <a:gd name="T64" fmla="*/ 0 w 7"/>
                <a:gd name="T65" fmla="*/ 3 h 5"/>
                <a:gd name="T66" fmla="*/ 0 w 7"/>
                <a:gd name="T67" fmla="*/ 3 h 5"/>
                <a:gd name="T68" fmla="*/ 0 w 7"/>
                <a:gd name="T69" fmla="*/ 2 h 5"/>
                <a:gd name="T70" fmla="*/ 0 w 7"/>
                <a:gd name="T71" fmla="*/ 2 h 5"/>
                <a:gd name="T72" fmla="*/ 1 w 7"/>
                <a:gd name="T73" fmla="*/ 1 h 5"/>
                <a:gd name="T74" fmla="*/ 1 w 7"/>
                <a:gd name="T75" fmla="*/ 1 h 5"/>
                <a:gd name="T76" fmla="*/ 1 w 7"/>
                <a:gd name="T77" fmla="*/ 0 h 5"/>
                <a:gd name="T78" fmla="*/ 1 w 7"/>
                <a:gd name="T79" fmla="*/ 0 h 5"/>
                <a:gd name="T80" fmla="*/ 2 w 7"/>
                <a:gd name="T81" fmla="*/ 0 h 5"/>
                <a:gd name="T82" fmla="*/ 2 w 7"/>
                <a:gd name="T83" fmla="*/ 0 h 5"/>
                <a:gd name="T84" fmla="*/ 2 w 7"/>
                <a:gd name="T85" fmla="*/ 0 h 5"/>
                <a:gd name="T86" fmla="*/ 3 w 7"/>
                <a:gd name="T87" fmla="*/ 0 h 5"/>
                <a:gd name="T88" fmla="*/ 3 w 7"/>
                <a:gd name="T89" fmla="*/ 0 h 5"/>
                <a:gd name="T90" fmla="*/ 4 w 7"/>
                <a:gd name="T91" fmla="*/ 0 h 5"/>
                <a:gd name="T92" fmla="*/ 4 w 7"/>
                <a:gd name="T93" fmla="*/ 0 h 5"/>
                <a:gd name="T94" fmla="*/ 4 w 7"/>
                <a:gd name="T95" fmla="*/ 0 h 5"/>
                <a:gd name="T96" fmla="*/ 4 w 7"/>
                <a:gd name="T97" fmla="*/ 0 h 5"/>
                <a:gd name="T98" fmla="*/ 4 w 7"/>
                <a:gd name="T99" fmla="*/ 0 h 5"/>
                <a:gd name="T100" fmla="*/ 4 w 7"/>
                <a:gd name="T101" fmla="*/ 0 h 5"/>
                <a:gd name="T102" fmla="*/ 4 w 7"/>
                <a:gd name="T103" fmla="*/ 0 h 5"/>
                <a:gd name="T104" fmla="*/ 4 w 7"/>
                <a:gd name="T105" fmla="*/ 0 h 5"/>
                <a:gd name="T106" fmla="*/ 4 w 7"/>
                <a:gd name="T107" fmla="*/ 0 h 5"/>
                <a:gd name="T108" fmla="*/ 4 w 7"/>
                <a:gd name="T109" fmla="*/ 0 h 5"/>
                <a:gd name="T110" fmla="*/ 4 w 7"/>
                <a:gd name="T111" fmla="*/ 0 h 5"/>
                <a:gd name="T112" fmla="*/ 4 w 7"/>
                <a:gd name="T113" fmla="*/ 0 h 5"/>
                <a:gd name="T114" fmla="*/ 4 w 7"/>
                <a:gd name="T11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 h="5">
                  <a:moveTo>
                    <a:pt x="4" y="0"/>
                  </a:moveTo>
                  <a:lnTo>
                    <a:pt x="4" y="0"/>
                  </a:lnTo>
                  <a:lnTo>
                    <a:pt x="4" y="0"/>
                  </a:lnTo>
                  <a:lnTo>
                    <a:pt x="4" y="0"/>
                  </a:lnTo>
                  <a:lnTo>
                    <a:pt x="5" y="0"/>
                  </a:lnTo>
                  <a:lnTo>
                    <a:pt x="5" y="0"/>
                  </a:lnTo>
                  <a:lnTo>
                    <a:pt x="5" y="0"/>
                  </a:lnTo>
                  <a:lnTo>
                    <a:pt x="5" y="0"/>
                  </a:lnTo>
                  <a:lnTo>
                    <a:pt x="6" y="0"/>
                  </a:lnTo>
                  <a:lnTo>
                    <a:pt x="6" y="0"/>
                  </a:lnTo>
                  <a:lnTo>
                    <a:pt x="6" y="0"/>
                  </a:lnTo>
                  <a:lnTo>
                    <a:pt x="6" y="1"/>
                  </a:lnTo>
                  <a:lnTo>
                    <a:pt x="6" y="1"/>
                  </a:lnTo>
                  <a:lnTo>
                    <a:pt x="7" y="1"/>
                  </a:lnTo>
                  <a:lnTo>
                    <a:pt x="7" y="1"/>
                  </a:lnTo>
                  <a:lnTo>
                    <a:pt x="7" y="1"/>
                  </a:lnTo>
                  <a:lnTo>
                    <a:pt x="7" y="1"/>
                  </a:lnTo>
                  <a:lnTo>
                    <a:pt x="7" y="1"/>
                  </a:lnTo>
                  <a:lnTo>
                    <a:pt x="7" y="1"/>
                  </a:lnTo>
                  <a:lnTo>
                    <a:pt x="7" y="2"/>
                  </a:lnTo>
                  <a:lnTo>
                    <a:pt x="7" y="2"/>
                  </a:lnTo>
                  <a:lnTo>
                    <a:pt x="7" y="2"/>
                  </a:lnTo>
                  <a:lnTo>
                    <a:pt x="6" y="2"/>
                  </a:lnTo>
                  <a:lnTo>
                    <a:pt x="6" y="2"/>
                  </a:lnTo>
                  <a:lnTo>
                    <a:pt x="6" y="2"/>
                  </a:lnTo>
                  <a:lnTo>
                    <a:pt x="6" y="3"/>
                  </a:lnTo>
                  <a:lnTo>
                    <a:pt x="6" y="3"/>
                  </a:lnTo>
                  <a:lnTo>
                    <a:pt x="5" y="3"/>
                  </a:lnTo>
                  <a:lnTo>
                    <a:pt x="5" y="3"/>
                  </a:lnTo>
                  <a:lnTo>
                    <a:pt x="5" y="3"/>
                  </a:lnTo>
                  <a:lnTo>
                    <a:pt x="5" y="3"/>
                  </a:lnTo>
                  <a:lnTo>
                    <a:pt x="4" y="4"/>
                  </a:lnTo>
                  <a:lnTo>
                    <a:pt x="4" y="4"/>
                  </a:lnTo>
                  <a:lnTo>
                    <a:pt x="4" y="4"/>
                  </a:lnTo>
                  <a:lnTo>
                    <a:pt x="4" y="4"/>
                  </a:lnTo>
                  <a:lnTo>
                    <a:pt x="4" y="4"/>
                  </a:lnTo>
                  <a:lnTo>
                    <a:pt x="3" y="4"/>
                  </a:lnTo>
                  <a:lnTo>
                    <a:pt x="3" y="4"/>
                  </a:lnTo>
                  <a:lnTo>
                    <a:pt x="3" y="4"/>
                  </a:lnTo>
                  <a:lnTo>
                    <a:pt x="3" y="5"/>
                  </a:lnTo>
                  <a:lnTo>
                    <a:pt x="3" y="5"/>
                  </a:lnTo>
                  <a:lnTo>
                    <a:pt x="3" y="5"/>
                  </a:lnTo>
                  <a:lnTo>
                    <a:pt x="2" y="5"/>
                  </a:lnTo>
                  <a:lnTo>
                    <a:pt x="2" y="5"/>
                  </a:lnTo>
                  <a:lnTo>
                    <a:pt x="2" y="5"/>
                  </a:lnTo>
                  <a:lnTo>
                    <a:pt x="2" y="5"/>
                  </a:lnTo>
                  <a:lnTo>
                    <a:pt x="2" y="5"/>
                  </a:lnTo>
                  <a:lnTo>
                    <a:pt x="2" y="5"/>
                  </a:lnTo>
                  <a:lnTo>
                    <a:pt x="1" y="5"/>
                  </a:lnTo>
                  <a:lnTo>
                    <a:pt x="1" y="5"/>
                  </a:lnTo>
                  <a:lnTo>
                    <a:pt x="1" y="5"/>
                  </a:lnTo>
                  <a:lnTo>
                    <a:pt x="1" y="5"/>
                  </a:lnTo>
                  <a:lnTo>
                    <a:pt x="1" y="5"/>
                  </a:lnTo>
                  <a:lnTo>
                    <a:pt x="1" y="5"/>
                  </a:lnTo>
                  <a:lnTo>
                    <a:pt x="0" y="5"/>
                  </a:lnTo>
                  <a:lnTo>
                    <a:pt x="0" y="5"/>
                  </a:lnTo>
                  <a:lnTo>
                    <a:pt x="0" y="5"/>
                  </a:lnTo>
                  <a:lnTo>
                    <a:pt x="0" y="5"/>
                  </a:lnTo>
                  <a:lnTo>
                    <a:pt x="0" y="5"/>
                  </a:lnTo>
                  <a:lnTo>
                    <a:pt x="0" y="5"/>
                  </a:lnTo>
                  <a:lnTo>
                    <a:pt x="0" y="4"/>
                  </a:lnTo>
                  <a:lnTo>
                    <a:pt x="0" y="4"/>
                  </a:lnTo>
                  <a:lnTo>
                    <a:pt x="0" y="4"/>
                  </a:lnTo>
                  <a:lnTo>
                    <a:pt x="0" y="4"/>
                  </a:lnTo>
                  <a:lnTo>
                    <a:pt x="0" y="4"/>
                  </a:lnTo>
                  <a:lnTo>
                    <a:pt x="0" y="3"/>
                  </a:lnTo>
                  <a:lnTo>
                    <a:pt x="0" y="3"/>
                  </a:lnTo>
                  <a:lnTo>
                    <a:pt x="0" y="3"/>
                  </a:lnTo>
                  <a:lnTo>
                    <a:pt x="0" y="3"/>
                  </a:lnTo>
                  <a:lnTo>
                    <a:pt x="0" y="2"/>
                  </a:lnTo>
                  <a:lnTo>
                    <a:pt x="0" y="2"/>
                  </a:lnTo>
                  <a:lnTo>
                    <a:pt x="0" y="2"/>
                  </a:lnTo>
                  <a:lnTo>
                    <a:pt x="0" y="2"/>
                  </a:lnTo>
                  <a:lnTo>
                    <a:pt x="1" y="1"/>
                  </a:lnTo>
                  <a:lnTo>
                    <a:pt x="1" y="1"/>
                  </a:lnTo>
                  <a:lnTo>
                    <a:pt x="1" y="1"/>
                  </a:lnTo>
                  <a:lnTo>
                    <a:pt x="1" y="1"/>
                  </a:lnTo>
                  <a:lnTo>
                    <a:pt x="1" y="0"/>
                  </a:lnTo>
                  <a:lnTo>
                    <a:pt x="1" y="0"/>
                  </a:lnTo>
                  <a:lnTo>
                    <a:pt x="1" y="0"/>
                  </a:lnTo>
                  <a:lnTo>
                    <a:pt x="2" y="0"/>
                  </a:lnTo>
                  <a:lnTo>
                    <a:pt x="2" y="0"/>
                  </a:lnTo>
                  <a:lnTo>
                    <a:pt x="2" y="0"/>
                  </a:lnTo>
                  <a:lnTo>
                    <a:pt x="2" y="0"/>
                  </a:lnTo>
                  <a:lnTo>
                    <a:pt x="2" y="0"/>
                  </a:lnTo>
                  <a:lnTo>
                    <a:pt x="2" y="0"/>
                  </a:lnTo>
                  <a:lnTo>
                    <a:pt x="3" y="0"/>
                  </a:lnTo>
                  <a:lnTo>
                    <a:pt x="3" y="0"/>
                  </a:lnTo>
                  <a:lnTo>
                    <a:pt x="3" y="0"/>
                  </a:lnTo>
                  <a:lnTo>
                    <a:pt x="3" y="0"/>
                  </a:lnTo>
                  <a:lnTo>
                    <a:pt x="3"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5" name="Freeform 699"/>
            <p:cNvSpPr/>
            <p:nvPr/>
          </p:nvSpPr>
          <p:spPr bwMode="auto">
            <a:xfrm>
              <a:off x="8474075" y="4859338"/>
              <a:ext cx="7938" cy="3175"/>
            </a:xfrm>
            <a:custGeom>
              <a:avLst/>
              <a:gdLst>
                <a:gd name="T0" fmla="*/ 5 w 15"/>
                <a:gd name="T1" fmla="*/ 5 h 8"/>
                <a:gd name="T2" fmla="*/ 5 w 15"/>
                <a:gd name="T3" fmla="*/ 5 h 8"/>
                <a:gd name="T4" fmla="*/ 5 w 15"/>
                <a:gd name="T5" fmla="*/ 5 h 8"/>
                <a:gd name="T6" fmla="*/ 5 w 15"/>
                <a:gd name="T7" fmla="*/ 5 h 8"/>
                <a:gd name="T8" fmla="*/ 5 w 15"/>
                <a:gd name="T9" fmla="*/ 5 h 8"/>
                <a:gd name="T10" fmla="*/ 5 w 15"/>
                <a:gd name="T11" fmla="*/ 4 h 8"/>
                <a:gd name="T12" fmla="*/ 5 w 15"/>
                <a:gd name="T13" fmla="*/ 4 h 8"/>
                <a:gd name="T14" fmla="*/ 5 w 15"/>
                <a:gd name="T15" fmla="*/ 4 h 8"/>
                <a:gd name="T16" fmla="*/ 6 w 15"/>
                <a:gd name="T17" fmla="*/ 4 h 8"/>
                <a:gd name="T18" fmla="*/ 6 w 15"/>
                <a:gd name="T19" fmla="*/ 4 h 8"/>
                <a:gd name="T20" fmla="*/ 7 w 15"/>
                <a:gd name="T21" fmla="*/ 4 h 8"/>
                <a:gd name="T22" fmla="*/ 8 w 15"/>
                <a:gd name="T23" fmla="*/ 3 h 8"/>
                <a:gd name="T24" fmla="*/ 10 w 15"/>
                <a:gd name="T25" fmla="*/ 1 h 8"/>
                <a:gd name="T26" fmla="*/ 11 w 15"/>
                <a:gd name="T27" fmla="*/ 1 h 8"/>
                <a:gd name="T28" fmla="*/ 12 w 15"/>
                <a:gd name="T29" fmla="*/ 1 h 8"/>
                <a:gd name="T30" fmla="*/ 14 w 15"/>
                <a:gd name="T31" fmla="*/ 0 h 8"/>
                <a:gd name="T32" fmla="*/ 15 w 15"/>
                <a:gd name="T33" fmla="*/ 0 h 8"/>
                <a:gd name="T34" fmla="*/ 15 w 15"/>
                <a:gd name="T35" fmla="*/ 1 h 8"/>
                <a:gd name="T36" fmla="*/ 15 w 15"/>
                <a:gd name="T37" fmla="*/ 1 h 8"/>
                <a:gd name="T38" fmla="*/ 15 w 15"/>
                <a:gd name="T39" fmla="*/ 1 h 8"/>
                <a:gd name="T40" fmla="*/ 15 w 15"/>
                <a:gd name="T41" fmla="*/ 1 h 8"/>
                <a:gd name="T42" fmla="*/ 15 w 15"/>
                <a:gd name="T43" fmla="*/ 1 h 8"/>
                <a:gd name="T44" fmla="*/ 14 w 15"/>
                <a:gd name="T45" fmla="*/ 3 h 8"/>
                <a:gd name="T46" fmla="*/ 14 w 15"/>
                <a:gd name="T47" fmla="*/ 3 h 8"/>
                <a:gd name="T48" fmla="*/ 12 w 15"/>
                <a:gd name="T49" fmla="*/ 4 h 8"/>
                <a:gd name="T50" fmla="*/ 12 w 15"/>
                <a:gd name="T51" fmla="*/ 4 h 8"/>
                <a:gd name="T52" fmla="*/ 11 w 15"/>
                <a:gd name="T53" fmla="*/ 4 h 8"/>
                <a:gd name="T54" fmla="*/ 11 w 15"/>
                <a:gd name="T55" fmla="*/ 5 h 8"/>
                <a:gd name="T56" fmla="*/ 10 w 15"/>
                <a:gd name="T57" fmla="*/ 5 h 8"/>
                <a:gd name="T58" fmla="*/ 10 w 15"/>
                <a:gd name="T59" fmla="*/ 5 h 8"/>
                <a:gd name="T60" fmla="*/ 10 w 15"/>
                <a:gd name="T61" fmla="*/ 6 h 8"/>
                <a:gd name="T62" fmla="*/ 9 w 15"/>
                <a:gd name="T63" fmla="*/ 6 h 8"/>
                <a:gd name="T64" fmla="*/ 9 w 15"/>
                <a:gd name="T65" fmla="*/ 6 h 8"/>
                <a:gd name="T66" fmla="*/ 8 w 15"/>
                <a:gd name="T67" fmla="*/ 6 h 8"/>
                <a:gd name="T68" fmla="*/ 8 w 15"/>
                <a:gd name="T69" fmla="*/ 6 h 8"/>
                <a:gd name="T70" fmla="*/ 7 w 15"/>
                <a:gd name="T71" fmla="*/ 7 h 8"/>
                <a:gd name="T72" fmla="*/ 6 w 15"/>
                <a:gd name="T73" fmla="*/ 7 h 8"/>
                <a:gd name="T74" fmla="*/ 5 w 15"/>
                <a:gd name="T75" fmla="*/ 7 h 8"/>
                <a:gd name="T76" fmla="*/ 4 w 15"/>
                <a:gd name="T77" fmla="*/ 7 h 8"/>
                <a:gd name="T78" fmla="*/ 4 w 15"/>
                <a:gd name="T79" fmla="*/ 7 h 8"/>
                <a:gd name="T80" fmla="*/ 3 w 15"/>
                <a:gd name="T81" fmla="*/ 7 h 8"/>
                <a:gd name="T82" fmla="*/ 2 w 15"/>
                <a:gd name="T83" fmla="*/ 8 h 8"/>
                <a:gd name="T84" fmla="*/ 2 w 15"/>
                <a:gd name="T85" fmla="*/ 8 h 8"/>
                <a:gd name="T86" fmla="*/ 1 w 15"/>
                <a:gd name="T87" fmla="*/ 8 h 8"/>
                <a:gd name="T88" fmla="*/ 1 w 15"/>
                <a:gd name="T89" fmla="*/ 8 h 8"/>
                <a:gd name="T90" fmla="*/ 0 w 15"/>
                <a:gd name="T91" fmla="*/ 8 h 8"/>
                <a:gd name="T92" fmla="*/ 0 w 15"/>
                <a:gd name="T93" fmla="*/ 8 h 8"/>
                <a:gd name="T94" fmla="*/ 0 w 15"/>
                <a:gd name="T95" fmla="*/ 8 h 8"/>
                <a:gd name="T96" fmla="*/ 0 w 15"/>
                <a:gd name="T97" fmla="*/ 8 h 8"/>
                <a:gd name="T98" fmla="*/ 0 w 15"/>
                <a:gd name="T99" fmla="*/ 7 h 8"/>
                <a:gd name="T100" fmla="*/ 1 w 15"/>
                <a:gd name="T101" fmla="*/ 7 h 8"/>
                <a:gd name="T102" fmla="*/ 2 w 15"/>
                <a:gd name="T103" fmla="*/ 6 h 8"/>
                <a:gd name="T104" fmla="*/ 3 w 15"/>
                <a:gd name="T105" fmla="*/ 6 h 8"/>
                <a:gd name="T106" fmla="*/ 4 w 15"/>
                <a:gd name="T107" fmla="*/ 5 h 8"/>
                <a:gd name="T108" fmla="*/ 5 w 15"/>
                <a:gd name="T109" fmla="*/ 5 h 8"/>
                <a:gd name="T110" fmla="*/ 5 w 15"/>
                <a:gd name="T111" fmla="*/ 5 h 8"/>
                <a:gd name="T112" fmla="*/ 5 w 15"/>
                <a:gd name="T113" fmla="*/ 5 h 8"/>
                <a:gd name="T114" fmla="*/ 5 w 15"/>
                <a:gd name="T115"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 h="8">
                  <a:moveTo>
                    <a:pt x="5" y="5"/>
                  </a:moveTo>
                  <a:lnTo>
                    <a:pt x="5" y="5"/>
                  </a:lnTo>
                  <a:lnTo>
                    <a:pt x="5" y="5"/>
                  </a:lnTo>
                  <a:lnTo>
                    <a:pt x="5" y="5"/>
                  </a:lnTo>
                  <a:lnTo>
                    <a:pt x="5" y="5"/>
                  </a:lnTo>
                  <a:lnTo>
                    <a:pt x="5" y="5"/>
                  </a:lnTo>
                  <a:lnTo>
                    <a:pt x="5" y="5"/>
                  </a:lnTo>
                  <a:lnTo>
                    <a:pt x="5" y="5"/>
                  </a:lnTo>
                  <a:lnTo>
                    <a:pt x="5" y="5"/>
                  </a:lnTo>
                  <a:lnTo>
                    <a:pt x="5" y="5"/>
                  </a:lnTo>
                  <a:lnTo>
                    <a:pt x="5" y="5"/>
                  </a:lnTo>
                  <a:lnTo>
                    <a:pt x="5" y="4"/>
                  </a:lnTo>
                  <a:lnTo>
                    <a:pt x="5" y="4"/>
                  </a:lnTo>
                  <a:lnTo>
                    <a:pt x="5" y="4"/>
                  </a:lnTo>
                  <a:lnTo>
                    <a:pt x="5" y="4"/>
                  </a:lnTo>
                  <a:lnTo>
                    <a:pt x="5" y="4"/>
                  </a:lnTo>
                  <a:lnTo>
                    <a:pt x="5" y="4"/>
                  </a:lnTo>
                  <a:lnTo>
                    <a:pt x="6" y="4"/>
                  </a:lnTo>
                  <a:lnTo>
                    <a:pt x="6" y="4"/>
                  </a:lnTo>
                  <a:lnTo>
                    <a:pt x="6" y="4"/>
                  </a:lnTo>
                  <a:lnTo>
                    <a:pt x="7" y="4"/>
                  </a:lnTo>
                  <a:lnTo>
                    <a:pt x="7" y="4"/>
                  </a:lnTo>
                  <a:lnTo>
                    <a:pt x="8" y="3"/>
                  </a:lnTo>
                  <a:lnTo>
                    <a:pt x="8" y="3"/>
                  </a:lnTo>
                  <a:lnTo>
                    <a:pt x="9" y="3"/>
                  </a:lnTo>
                  <a:lnTo>
                    <a:pt x="10" y="1"/>
                  </a:lnTo>
                  <a:lnTo>
                    <a:pt x="11" y="1"/>
                  </a:lnTo>
                  <a:lnTo>
                    <a:pt x="11" y="1"/>
                  </a:lnTo>
                  <a:lnTo>
                    <a:pt x="12" y="1"/>
                  </a:lnTo>
                  <a:lnTo>
                    <a:pt x="12" y="1"/>
                  </a:lnTo>
                  <a:lnTo>
                    <a:pt x="14" y="0"/>
                  </a:lnTo>
                  <a:lnTo>
                    <a:pt x="14" y="0"/>
                  </a:lnTo>
                  <a:lnTo>
                    <a:pt x="15" y="0"/>
                  </a:lnTo>
                  <a:lnTo>
                    <a:pt x="15" y="0"/>
                  </a:lnTo>
                  <a:lnTo>
                    <a:pt x="15" y="1"/>
                  </a:lnTo>
                  <a:lnTo>
                    <a:pt x="15" y="1"/>
                  </a:lnTo>
                  <a:lnTo>
                    <a:pt x="15" y="1"/>
                  </a:lnTo>
                  <a:lnTo>
                    <a:pt x="15" y="1"/>
                  </a:lnTo>
                  <a:lnTo>
                    <a:pt x="15" y="1"/>
                  </a:lnTo>
                  <a:lnTo>
                    <a:pt x="15" y="1"/>
                  </a:lnTo>
                  <a:lnTo>
                    <a:pt x="15" y="1"/>
                  </a:lnTo>
                  <a:lnTo>
                    <a:pt x="15" y="1"/>
                  </a:lnTo>
                  <a:lnTo>
                    <a:pt x="15" y="1"/>
                  </a:lnTo>
                  <a:lnTo>
                    <a:pt x="15" y="1"/>
                  </a:lnTo>
                  <a:lnTo>
                    <a:pt x="14" y="3"/>
                  </a:lnTo>
                  <a:lnTo>
                    <a:pt x="14" y="3"/>
                  </a:lnTo>
                  <a:lnTo>
                    <a:pt x="14" y="3"/>
                  </a:lnTo>
                  <a:lnTo>
                    <a:pt x="14" y="3"/>
                  </a:lnTo>
                  <a:lnTo>
                    <a:pt x="12" y="3"/>
                  </a:lnTo>
                  <a:lnTo>
                    <a:pt x="12" y="4"/>
                  </a:lnTo>
                  <a:lnTo>
                    <a:pt x="12" y="4"/>
                  </a:lnTo>
                  <a:lnTo>
                    <a:pt x="12" y="4"/>
                  </a:lnTo>
                  <a:lnTo>
                    <a:pt x="11" y="4"/>
                  </a:lnTo>
                  <a:lnTo>
                    <a:pt x="11" y="4"/>
                  </a:lnTo>
                  <a:lnTo>
                    <a:pt x="11" y="5"/>
                  </a:lnTo>
                  <a:lnTo>
                    <a:pt x="11" y="5"/>
                  </a:lnTo>
                  <a:lnTo>
                    <a:pt x="11" y="5"/>
                  </a:lnTo>
                  <a:lnTo>
                    <a:pt x="10" y="5"/>
                  </a:lnTo>
                  <a:lnTo>
                    <a:pt x="10" y="5"/>
                  </a:lnTo>
                  <a:lnTo>
                    <a:pt x="10" y="5"/>
                  </a:lnTo>
                  <a:lnTo>
                    <a:pt x="10" y="6"/>
                  </a:lnTo>
                  <a:lnTo>
                    <a:pt x="10" y="6"/>
                  </a:lnTo>
                  <a:lnTo>
                    <a:pt x="10" y="6"/>
                  </a:lnTo>
                  <a:lnTo>
                    <a:pt x="9" y="6"/>
                  </a:lnTo>
                  <a:lnTo>
                    <a:pt x="9" y="6"/>
                  </a:lnTo>
                  <a:lnTo>
                    <a:pt x="9" y="6"/>
                  </a:lnTo>
                  <a:lnTo>
                    <a:pt x="9" y="6"/>
                  </a:lnTo>
                  <a:lnTo>
                    <a:pt x="8" y="6"/>
                  </a:lnTo>
                  <a:lnTo>
                    <a:pt x="8" y="6"/>
                  </a:lnTo>
                  <a:lnTo>
                    <a:pt x="8" y="6"/>
                  </a:lnTo>
                  <a:lnTo>
                    <a:pt x="7" y="7"/>
                  </a:lnTo>
                  <a:lnTo>
                    <a:pt x="7" y="7"/>
                  </a:lnTo>
                  <a:lnTo>
                    <a:pt x="7" y="7"/>
                  </a:lnTo>
                  <a:lnTo>
                    <a:pt x="6" y="7"/>
                  </a:lnTo>
                  <a:lnTo>
                    <a:pt x="6" y="7"/>
                  </a:lnTo>
                  <a:lnTo>
                    <a:pt x="5" y="7"/>
                  </a:lnTo>
                  <a:lnTo>
                    <a:pt x="5" y="7"/>
                  </a:lnTo>
                  <a:lnTo>
                    <a:pt x="4" y="7"/>
                  </a:lnTo>
                  <a:lnTo>
                    <a:pt x="4" y="7"/>
                  </a:lnTo>
                  <a:lnTo>
                    <a:pt x="4" y="7"/>
                  </a:lnTo>
                  <a:lnTo>
                    <a:pt x="3" y="7"/>
                  </a:lnTo>
                  <a:lnTo>
                    <a:pt x="3" y="7"/>
                  </a:lnTo>
                  <a:lnTo>
                    <a:pt x="3" y="7"/>
                  </a:lnTo>
                  <a:lnTo>
                    <a:pt x="2" y="8"/>
                  </a:lnTo>
                  <a:lnTo>
                    <a:pt x="2" y="8"/>
                  </a:lnTo>
                  <a:lnTo>
                    <a:pt x="2" y="8"/>
                  </a:lnTo>
                  <a:lnTo>
                    <a:pt x="1" y="8"/>
                  </a:lnTo>
                  <a:lnTo>
                    <a:pt x="1" y="8"/>
                  </a:lnTo>
                  <a:lnTo>
                    <a:pt x="1" y="8"/>
                  </a:lnTo>
                  <a:lnTo>
                    <a:pt x="1" y="8"/>
                  </a:lnTo>
                  <a:lnTo>
                    <a:pt x="0" y="8"/>
                  </a:lnTo>
                  <a:lnTo>
                    <a:pt x="0" y="8"/>
                  </a:lnTo>
                  <a:lnTo>
                    <a:pt x="0" y="8"/>
                  </a:lnTo>
                  <a:lnTo>
                    <a:pt x="0" y="8"/>
                  </a:lnTo>
                  <a:lnTo>
                    <a:pt x="0" y="8"/>
                  </a:lnTo>
                  <a:lnTo>
                    <a:pt x="0" y="8"/>
                  </a:lnTo>
                  <a:lnTo>
                    <a:pt x="0" y="8"/>
                  </a:lnTo>
                  <a:lnTo>
                    <a:pt x="0" y="8"/>
                  </a:lnTo>
                  <a:lnTo>
                    <a:pt x="0" y="8"/>
                  </a:lnTo>
                  <a:lnTo>
                    <a:pt x="0" y="7"/>
                  </a:lnTo>
                  <a:lnTo>
                    <a:pt x="1" y="7"/>
                  </a:lnTo>
                  <a:lnTo>
                    <a:pt x="1" y="7"/>
                  </a:lnTo>
                  <a:lnTo>
                    <a:pt x="2" y="7"/>
                  </a:lnTo>
                  <a:lnTo>
                    <a:pt x="2" y="6"/>
                  </a:lnTo>
                  <a:lnTo>
                    <a:pt x="3" y="6"/>
                  </a:lnTo>
                  <a:lnTo>
                    <a:pt x="3" y="6"/>
                  </a:lnTo>
                  <a:lnTo>
                    <a:pt x="4" y="5"/>
                  </a:lnTo>
                  <a:lnTo>
                    <a:pt x="4" y="5"/>
                  </a:lnTo>
                  <a:lnTo>
                    <a:pt x="5" y="5"/>
                  </a:lnTo>
                  <a:lnTo>
                    <a:pt x="5" y="5"/>
                  </a:lnTo>
                  <a:lnTo>
                    <a:pt x="5" y="5"/>
                  </a:lnTo>
                  <a:lnTo>
                    <a:pt x="5" y="5"/>
                  </a:lnTo>
                  <a:lnTo>
                    <a:pt x="5" y="5"/>
                  </a:lnTo>
                  <a:lnTo>
                    <a:pt x="5" y="5"/>
                  </a:lnTo>
                  <a:lnTo>
                    <a:pt x="5" y="5"/>
                  </a:lnTo>
                  <a:lnTo>
                    <a:pt x="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6" name="Freeform 700"/>
            <p:cNvSpPr/>
            <p:nvPr/>
          </p:nvSpPr>
          <p:spPr bwMode="auto">
            <a:xfrm>
              <a:off x="8397875" y="4860925"/>
              <a:ext cx="9525" cy="7938"/>
            </a:xfrm>
            <a:custGeom>
              <a:avLst/>
              <a:gdLst>
                <a:gd name="T0" fmla="*/ 5 w 18"/>
                <a:gd name="T1" fmla="*/ 2 h 15"/>
                <a:gd name="T2" fmla="*/ 5 w 18"/>
                <a:gd name="T3" fmla="*/ 2 h 15"/>
                <a:gd name="T4" fmla="*/ 6 w 18"/>
                <a:gd name="T5" fmla="*/ 2 h 15"/>
                <a:gd name="T6" fmla="*/ 7 w 18"/>
                <a:gd name="T7" fmla="*/ 2 h 15"/>
                <a:gd name="T8" fmla="*/ 8 w 18"/>
                <a:gd name="T9" fmla="*/ 2 h 15"/>
                <a:gd name="T10" fmla="*/ 9 w 18"/>
                <a:gd name="T11" fmla="*/ 2 h 15"/>
                <a:gd name="T12" fmla="*/ 10 w 18"/>
                <a:gd name="T13" fmla="*/ 2 h 15"/>
                <a:gd name="T14" fmla="*/ 10 w 18"/>
                <a:gd name="T15" fmla="*/ 1 h 15"/>
                <a:gd name="T16" fmla="*/ 11 w 18"/>
                <a:gd name="T17" fmla="*/ 1 h 15"/>
                <a:gd name="T18" fmla="*/ 13 w 18"/>
                <a:gd name="T19" fmla="*/ 0 h 15"/>
                <a:gd name="T20" fmla="*/ 15 w 18"/>
                <a:gd name="T21" fmla="*/ 0 h 15"/>
                <a:gd name="T22" fmla="*/ 16 w 18"/>
                <a:gd name="T23" fmla="*/ 1 h 15"/>
                <a:gd name="T24" fmla="*/ 17 w 18"/>
                <a:gd name="T25" fmla="*/ 1 h 15"/>
                <a:gd name="T26" fmla="*/ 18 w 18"/>
                <a:gd name="T27" fmla="*/ 2 h 15"/>
                <a:gd name="T28" fmla="*/ 18 w 18"/>
                <a:gd name="T29" fmla="*/ 2 h 15"/>
                <a:gd name="T30" fmla="*/ 18 w 18"/>
                <a:gd name="T31" fmla="*/ 3 h 15"/>
                <a:gd name="T32" fmla="*/ 17 w 18"/>
                <a:gd name="T33" fmla="*/ 4 h 15"/>
                <a:gd name="T34" fmla="*/ 17 w 18"/>
                <a:gd name="T35" fmla="*/ 5 h 15"/>
                <a:gd name="T36" fmla="*/ 16 w 18"/>
                <a:gd name="T37" fmla="*/ 6 h 15"/>
                <a:gd name="T38" fmla="*/ 15 w 18"/>
                <a:gd name="T39" fmla="*/ 7 h 15"/>
                <a:gd name="T40" fmla="*/ 15 w 18"/>
                <a:gd name="T41" fmla="*/ 8 h 15"/>
                <a:gd name="T42" fmla="*/ 13 w 18"/>
                <a:gd name="T43" fmla="*/ 9 h 15"/>
                <a:gd name="T44" fmla="*/ 13 w 18"/>
                <a:gd name="T45" fmla="*/ 10 h 15"/>
                <a:gd name="T46" fmla="*/ 15 w 18"/>
                <a:gd name="T47" fmla="*/ 10 h 15"/>
                <a:gd name="T48" fmla="*/ 16 w 18"/>
                <a:gd name="T49" fmla="*/ 11 h 15"/>
                <a:gd name="T50" fmla="*/ 16 w 18"/>
                <a:gd name="T51" fmla="*/ 11 h 15"/>
                <a:gd name="T52" fmla="*/ 17 w 18"/>
                <a:gd name="T53" fmla="*/ 11 h 15"/>
                <a:gd name="T54" fmla="*/ 17 w 18"/>
                <a:gd name="T55" fmla="*/ 12 h 15"/>
                <a:gd name="T56" fmla="*/ 16 w 18"/>
                <a:gd name="T57" fmla="*/ 13 h 15"/>
                <a:gd name="T58" fmla="*/ 13 w 18"/>
                <a:gd name="T59" fmla="*/ 14 h 15"/>
                <a:gd name="T60" fmla="*/ 12 w 18"/>
                <a:gd name="T61" fmla="*/ 15 h 15"/>
                <a:gd name="T62" fmla="*/ 10 w 18"/>
                <a:gd name="T63" fmla="*/ 15 h 15"/>
                <a:gd name="T64" fmla="*/ 9 w 18"/>
                <a:gd name="T65" fmla="*/ 15 h 15"/>
                <a:gd name="T66" fmla="*/ 7 w 18"/>
                <a:gd name="T67" fmla="*/ 15 h 15"/>
                <a:gd name="T68" fmla="*/ 5 w 18"/>
                <a:gd name="T69" fmla="*/ 14 h 15"/>
                <a:gd name="T70" fmla="*/ 3 w 18"/>
                <a:gd name="T71" fmla="*/ 14 h 15"/>
                <a:gd name="T72" fmla="*/ 1 w 18"/>
                <a:gd name="T73" fmla="*/ 14 h 15"/>
                <a:gd name="T74" fmla="*/ 0 w 18"/>
                <a:gd name="T75" fmla="*/ 13 h 15"/>
                <a:gd name="T76" fmla="*/ 0 w 18"/>
                <a:gd name="T77" fmla="*/ 11 h 15"/>
                <a:gd name="T78" fmla="*/ 1 w 18"/>
                <a:gd name="T79" fmla="*/ 10 h 15"/>
                <a:gd name="T80" fmla="*/ 2 w 18"/>
                <a:gd name="T81" fmla="*/ 9 h 15"/>
                <a:gd name="T82" fmla="*/ 3 w 18"/>
                <a:gd name="T83" fmla="*/ 8 h 15"/>
                <a:gd name="T84" fmla="*/ 4 w 18"/>
                <a:gd name="T85" fmla="*/ 7 h 15"/>
                <a:gd name="T86" fmla="*/ 4 w 18"/>
                <a:gd name="T87" fmla="*/ 6 h 15"/>
                <a:gd name="T88" fmla="*/ 4 w 18"/>
                <a:gd name="T89" fmla="*/ 5 h 15"/>
                <a:gd name="T90" fmla="*/ 4 w 18"/>
                <a:gd name="T91" fmla="*/ 4 h 15"/>
                <a:gd name="T92" fmla="*/ 4 w 18"/>
                <a:gd name="T93" fmla="*/ 3 h 15"/>
                <a:gd name="T94" fmla="*/ 4 w 18"/>
                <a:gd name="T95" fmla="*/ 3 h 15"/>
                <a:gd name="T96" fmla="*/ 4 w 18"/>
                <a:gd name="T97" fmla="*/ 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 h="15">
                  <a:moveTo>
                    <a:pt x="4" y="3"/>
                  </a:moveTo>
                  <a:lnTo>
                    <a:pt x="4" y="2"/>
                  </a:lnTo>
                  <a:lnTo>
                    <a:pt x="4" y="2"/>
                  </a:lnTo>
                  <a:lnTo>
                    <a:pt x="5" y="2"/>
                  </a:lnTo>
                  <a:lnTo>
                    <a:pt x="5" y="2"/>
                  </a:lnTo>
                  <a:lnTo>
                    <a:pt x="5" y="2"/>
                  </a:lnTo>
                  <a:lnTo>
                    <a:pt x="5" y="2"/>
                  </a:lnTo>
                  <a:lnTo>
                    <a:pt x="5" y="2"/>
                  </a:lnTo>
                  <a:lnTo>
                    <a:pt x="5" y="2"/>
                  </a:lnTo>
                  <a:lnTo>
                    <a:pt x="6" y="2"/>
                  </a:lnTo>
                  <a:lnTo>
                    <a:pt x="6" y="2"/>
                  </a:lnTo>
                  <a:lnTo>
                    <a:pt x="6" y="2"/>
                  </a:lnTo>
                  <a:lnTo>
                    <a:pt x="6" y="2"/>
                  </a:lnTo>
                  <a:lnTo>
                    <a:pt x="6" y="2"/>
                  </a:lnTo>
                  <a:lnTo>
                    <a:pt x="7" y="2"/>
                  </a:lnTo>
                  <a:lnTo>
                    <a:pt x="7" y="2"/>
                  </a:lnTo>
                  <a:lnTo>
                    <a:pt x="7" y="2"/>
                  </a:lnTo>
                  <a:lnTo>
                    <a:pt x="7" y="2"/>
                  </a:lnTo>
                  <a:lnTo>
                    <a:pt x="8" y="2"/>
                  </a:lnTo>
                  <a:lnTo>
                    <a:pt x="8" y="2"/>
                  </a:lnTo>
                  <a:lnTo>
                    <a:pt x="8" y="2"/>
                  </a:lnTo>
                  <a:lnTo>
                    <a:pt x="8" y="2"/>
                  </a:lnTo>
                  <a:lnTo>
                    <a:pt x="8" y="2"/>
                  </a:lnTo>
                  <a:lnTo>
                    <a:pt x="9" y="2"/>
                  </a:lnTo>
                  <a:lnTo>
                    <a:pt x="9" y="2"/>
                  </a:lnTo>
                  <a:lnTo>
                    <a:pt x="9" y="2"/>
                  </a:lnTo>
                  <a:lnTo>
                    <a:pt x="9" y="2"/>
                  </a:lnTo>
                  <a:lnTo>
                    <a:pt x="10" y="2"/>
                  </a:lnTo>
                  <a:lnTo>
                    <a:pt x="10" y="1"/>
                  </a:lnTo>
                  <a:lnTo>
                    <a:pt x="10" y="1"/>
                  </a:lnTo>
                  <a:lnTo>
                    <a:pt x="10" y="1"/>
                  </a:lnTo>
                  <a:lnTo>
                    <a:pt x="10" y="1"/>
                  </a:lnTo>
                  <a:lnTo>
                    <a:pt x="11" y="1"/>
                  </a:lnTo>
                  <a:lnTo>
                    <a:pt x="11" y="1"/>
                  </a:lnTo>
                  <a:lnTo>
                    <a:pt x="11" y="1"/>
                  </a:lnTo>
                  <a:lnTo>
                    <a:pt x="11" y="1"/>
                  </a:lnTo>
                  <a:lnTo>
                    <a:pt x="12" y="1"/>
                  </a:lnTo>
                  <a:lnTo>
                    <a:pt x="12" y="0"/>
                  </a:lnTo>
                  <a:lnTo>
                    <a:pt x="12" y="0"/>
                  </a:lnTo>
                  <a:lnTo>
                    <a:pt x="13" y="0"/>
                  </a:lnTo>
                  <a:lnTo>
                    <a:pt x="13" y="0"/>
                  </a:lnTo>
                  <a:lnTo>
                    <a:pt x="13" y="0"/>
                  </a:lnTo>
                  <a:lnTo>
                    <a:pt x="15" y="0"/>
                  </a:lnTo>
                  <a:lnTo>
                    <a:pt x="15" y="0"/>
                  </a:lnTo>
                  <a:lnTo>
                    <a:pt x="16" y="0"/>
                  </a:lnTo>
                  <a:lnTo>
                    <a:pt x="16" y="0"/>
                  </a:lnTo>
                  <a:lnTo>
                    <a:pt x="16" y="1"/>
                  </a:lnTo>
                  <a:lnTo>
                    <a:pt x="16" y="1"/>
                  </a:lnTo>
                  <a:lnTo>
                    <a:pt x="17" y="1"/>
                  </a:lnTo>
                  <a:lnTo>
                    <a:pt x="17" y="1"/>
                  </a:lnTo>
                  <a:lnTo>
                    <a:pt x="17" y="1"/>
                  </a:lnTo>
                  <a:lnTo>
                    <a:pt x="17" y="1"/>
                  </a:lnTo>
                  <a:lnTo>
                    <a:pt x="17" y="1"/>
                  </a:lnTo>
                  <a:lnTo>
                    <a:pt x="18" y="1"/>
                  </a:lnTo>
                  <a:lnTo>
                    <a:pt x="18" y="1"/>
                  </a:lnTo>
                  <a:lnTo>
                    <a:pt x="18" y="2"/>
                  </a:lnTo>
                  <a:lnTo>
                    <a:pt x="18" y="2"/>
                  </a:lnTo>
                  <a:lnTo>
                    <a:pt x="18" y="2"/>
                  </a:lnTo>
                  <a:lnTo>
                    <a:pt x="18" y="2"/>
                  </a:lnTo>
                  <a:lnTo>
                    <a:pt x="18" y="2"/>
                  </a:lnTo>
                  <a:lnTo>
                    <a:pt x="18" y="3"/>
                  </a:lnTo>
                  <a:lnTo>
                    <a:pt x="18" y="3"/>
                  </a:lnTo>
                  <a:lnTo>
                    <a:pt x="18" y="3"/>
                  </a:lnTo>
                  <a:lnTo>
                    <a:pt x="18" y="3"/>
                  </a:lnTo>
                  <a:lnTo>
                    <a:pt x="18" y="3"/>
                  </a:lnTo>
                  <a:lnTo>
                    <a:pt x="18" y="4"/>
                  </a:lnTo>
                  <a:lnTo>
                    <a:pt x="17" y="4"/>
                  </a:lnTo>
                  <a:lnTo>
                    <a:pt x="17" y="4"/>
                  </a:lnTo>
                  <a:lnTo>
                    <a:pt x="17" y="4"/>
                  </a:lnTo>
                  <a:lnTo>
                    <a:pt x="17" y="5"/>
                  </a:lnTo>
                  <a:lnTo>
                    <a:pt x="17" y="5"/>
                  </a:lnTo>
                  <a:lnTo>
                    <a:pt x="17" y="5"/>
                  </a:lnTo>
                  <a:lnTo>
                    <a:pt x="16" y="6"/>
                  </a:lnTo>
                  <a:lnTo>
                    <a:pt x="16" y="6"/>
                  </a:lnTo>
                  <a:lnTo>
                    <a:pt x="16" y="6"/>
                  </a:lnTo>
                  <a:lnTo>
                    <a:pt x="16" y="6"/>
                  </a:lnTo>
                  <a:lnTo>
                    <a:pt x="16" y="7"/>
                  </a:lnTo>
                  <a:lnTo>
                    <a:pt x="16" y="7"/>
                  </a:lnTo>
                  <a:lnTo>
                    <a:pt x="15" y="7"/>
                  </a:lnTo>
                  <a:lnTo>
                    <a:pt x="15" y="7"/>
                  </a:lnTo>
                  <a:lnTo>
                    <a:pt x="15" y="8"/>
                  </a:lnTo>
                  <a:lnTo>
                    <a:pt x="15" y="8"/>
                  </a:lnTo>
                  <a:lnTo>
                    <a:pt x="15" y="8"/>
                  </a:lnTo>
                  <a:lnTo>
                    <a:pt x="15" y="8"/>
                  </a:lnTo>
                  <a:lnTo>
                    <a:pt x="15" y="9"/>
                  </a:lnTo>
                  <a:lnTo>
                    <a:pt x="13" y="9"/>
                  </a:lnTo>
                  <a:lnTo>
                    <a:pt x="13" y="9"/>
                  </a:lnTo>
                  <a:lnTo>
                    <a:pt x="13" y="9"/>
                  </a:lnTo>
                  <a:lnTo>
                    <a:pt x="13" y="9"/>
                  </a:lnTo>
                  <a:lnTo>
                    <a:pt x="13" y="9"/>
                  </a:lnTo>
                  <a:lnTo>
                    <a:pt x="13" y="10"/>
                  </a:lnTo>
                  <a:lnTo>
                    <a:pt x="13" y="10"/>
                  </a:lnTo>
                  <a:lnTo>
                    <a:pt x="13" y="10"/>
                  </a:lnTo>
                  <a:lnTo>
                    <a:pt x="13" y="10"/>
                  </a:lnTo>
                  <a:lnTo>
                    <a:pt x="13" y="10"/>
                  </a:lnTo>
                  <a:lnTo>
                    <a:pt x="15" y="10"/>
                  </a:lnTo>
                  <a:lnTo>
                    <a:pt x="15" y="10"/>
                  </a:lnTo>
                  <a:lnTo>
                    <a:pt x="15" y="11"/>
                  </a:lnTo>
                  <a:lnTo>
                    <a:pt x="15" y="11"/>
                  </a:lnTo>
                  <a:lnTo>
                    <a:pt x="16" y="11"/>
                  </a:lnTo>
                  <a:lnTo>
                    <a:pt x="16" y="11"/>
                  </a:lnTo>
                  <a:lnTo>
                    <a:pt x="16" y="11"/>
                  </a:lnTo>
                  <a:lnTo>
                    <a:pt x="16" y="11"/>
                  </a:lnTo>
                  <a:lnTo>
                    <a:pt x="16" y="11"/>
                  </a:lnTo>
                  <a:lnTo>
                    <a:pt x="17" y="11"/>
                  </a:lnTo>
                  <a:lnTo>
                    <a:pt x="17" y="11"/>
                  </a:lnTo>
                  <a:lnTo>
                    <a:pt x="17" y="11"/>
                  </a:lnTo>
                  <a:lnTo>
                    <a:pt x="17" y="11"/>
                  </a:lnTo>
                  <a:lnTo>
                    <a:pt x="17" y="11"/>
                  </a:lnTo>
                  <a:lnTo>
                    <a:pt x="17" y="12"/>
                  </a:lnTo>
                  <a:lnTo>
                    <a:pt x="17" y="12"/>
                  </a:lnTo>
                  <a:lnTo>
                    <a:pt x="17" y="12"/>
                  </a:lnTo>
                  <a:lnTo>
                    <a:pt x="17" y="12"/>
                  </a:lnTo>
                  <a:lnTo>
                    <a:pt x="16" y="13"/>
                  </a:lnTo>
                  <a:lnTo>
                    <a:pt x="16" y="13"/>
                  </a:lnTo>
                  <a:lnTo>
                    <a:pt x="16" y="13"/>
                  </a:lnTo>
                  <a:lnTo>
                    <a:pt x="15" y="13"/>
                  </a:lnTo>
                  <a:lnTo>
                    <a:pt x="15" y="14"/>
                  </a:lnTo>
                  <a:lnTo>
                    <a:pt x="15" y="14"/>
                  </a:lnTo>
                  <a:lnTo>
                    <a:pt x="13" y="14"/>
                  </a:lnTo>
                  <a:lnTo>
                    <a:pt x="13" y="14"/>
                  </a:lnTo>
                  <a:lnTo>
                    <a:pt x="12" y="15"/>
                  </a:lnTo>
                  <a:lnTo>
                    <a:pt x="12" y="15"/>
                  </a:lnTo>
                  <a:lnTo>
                    <a:pt x="12" y="15"/>
                  </a:lnTo>
                  <a:lnTo>
                    <a:pt x="11" y="15"/>
                  </a:lnTo>
                  <a:lnTo>
                    <a:pt x="11" y="15"/>
                  </a:lnTo>
                  <a:lnTo>
                    <a:pt x="10" y="15"/>
                  </a:lnTo>
                  <a:lnTo>
                    <a:pt x="10" y="15"/>
                  </a:lnTo>
                  <a:lnTo>
                    <a:pt x="10" y="15"/>
                  </a:lnTo>
                  <a:lnTo>
                    <a:pt x="10" y="15"/>
                  </a:lnTo>
                  <a:lnTo>
                    <a:pt x="9" y="15"/>
                  </a:lnTo>
                  <a:lnTo>
                    <a:pt x="9" y="15"/>
                  </a:lnTo>
                  <a:lnTo>
                    <a:pt x="8" y="15"/>
                  </a:lnTo>
                  <a:lnTo>
                    <a:pt x="8" y="15"/>
                  </a:lnTo>
                  <a:lnTo>
                    <a:pt x="7" y="15"/>
                  </a:lnTo>
                  <a:lnTo>
                    <a:pt x="7" y="15"/>
                  </a:lnTo>
                  <a:lnTo>
                    <a:pt x="6" y="15"/>
                  </a:lnTo>
                  <a:lnTo>
                    <a:pt x="6" y="15"/>
                  </a:lnTo>
                  <a:lnTo>
                    <a:pt x="5" y="14"/>
                  </a:lnTo>
                  <a:lnTo>
                    <a:pt x="5" y="14"/>
                  </a:lnTo>
                  <a:lnTo>
                    <a:pt x="4" y="14"/>
                  </a:lnTo>
                  <a:lnTo>
                    <a:pt x="3" y="14"/>
                  </a:lnTo>
                  <a:lnTo>
                    <a:pt x="3" y="14"/>
                  </a:lnTo>
                  <a:lnTo>
                    <a:pt x="3" y="14"/>
                  </a:lnTo>
                  <a:lnTo>
                    <a:pt x="2" y="14"/>
                  </a:lnTo>
                  <a:lnTo>
                    <a:pt x="2" y="14"/>
                  </a:lnTo>
                  <a:lnTo>
                    <a:pt x="1" y="14"/>
                  </a:lnTo>
                  <a:lnTo>
                    <a:pt x="1" y="14"/>
                  </a:lnTo>
                  <a:lnTo>
                    <a:pt x="1" y="14"/>
                  </a:lnTo>
                  <a:lnTo>
                    <a:pt x="1" y="13"/>
                  </a:lnTo>
                  <a:lnTo>
                    <a:pt x="0" y="13"/>
                  </a:lnTo>
                  <a:lnTo>
                    <a:pt x="0" y="13"/>
                  </a:lnTo>
                  <a:lnTo>
                    <a:pt x="0" y="12"/>
                  </a:lnTo>
                  <a:lnTo>
                    <a:pt x="0" y="12"/>
                  </a:lnTo>
                  <a:lnTo>
                    <a:pt x="0" y="12"/>
                  </a:lnTo>
                  <a:lnTo>
                    <a:pt x="0" y="11"/>
                  </a:lnTo>
                  <a:lnTo>
                    <a:pt x="0" y="11"/>
                  </a:lnTo>
                  <a:lnTo>
                    <a:pt x="0" y="11"/>
                  </a:lnTo>
                  <a:lnTo>
                    <a:pt x="0" y="10"/>
                  </a:lnTo>
                  <a:lnTo>
                    <a:pt x="1" y="10"/>
                  </a:lnTo>
                  <a:lnTo>
                    <a:pt x="1" y="10"/>
                  </a:lnTo>
                  <a:lnTo>
                    <a:pt x="1" y="9"/>
                  </a:lnTo>
                  <a:lnTo>
                    <a:pt x="2" y="9"/>
                  </a:lnTo>
                  <a:lnTo>
                    <a:pt x="2" y="9"/>
                  </a:lnTo>
                  <a:lnTo>
                    <a:pt x="2" y="9"/>
                  </a:lnTo>
                  <a:lnTo>
                    <a:pt x="3" y="9"/>
                  </a:lnTo>
                  <a:lnTo>
                    <a:pt x="3" y="8"/>
                  </a:lnTo>
                  <a:lnTo>
                    <a:pt x="3" y="8"/>
                  </a:lnTo>
                  <a:lnTo>
                    <a:pt x="3" y="8"/>
                  </a:lnTo>
                  <a:lnTo>
                    <a:pt x="3" y="8"/>
                  </a:lnTo>
                  <a:lnTo>
                    <a:pt x="4" y="8"/>
                  </a:lnTo>
                  <a:lnTo>
                    <a:pt x="4" y="7"/>
                  </a:lnTo>
                  <a:lnTo>
                    <a:pt x="4" y="7"/>
                  </a:lnTo>
                  <a:lnTo>
                    <a:pt x="4" y="7"/>
                  </a:lnTo>
                  <a:lnTo>
                    <a:pt x="4" y="7"/>
                  </a:lnTo>
                  <a:lnTo>
                    <a:pt x="4" y="6"/>
                  </a:lnTo>
                  <a:lnTo>
                    <a:pt x="4" y="6"/>
                  </a:lnTo>
                  <a:lnTo>
                    <a:pt x="4" y="6"/>
                  </a:lnTo>
                  <a:lnTo>
                    <a:pt x="4" y="6"/>
                  </a:lnTo>
                  <a:lnTo>
                    <a:pt x="4" y="5"/>
                  </a:lnTo>
                  <a:lnTo>
                    <a:pt x="4" y="5"/>
                  </a:lnTo>
                  <a:lnTo>
                    <a:pt x="4" y="5"/>
                  </a:lnTo>
                  <a:lnTo>
                    <a:pt x="4" y="5"/>
                  </a:lnTo>
                  <a:lnTo>
                    <a:pt x="4" y="4"/>
                  </a:lnTo>
                  <a:lnTo>
                    <a:pt x="4" y="4"/>
                  </a:lnTo>
                  <a:lnTo>
                    <a:pt x="4" y="4"/>
                  </a:lnTo>
                  <a:lnTo>
                    <a:pt x="4" y="3"/>
                  </a:lnTo>
                  <a:lnTo>
                    <a:pt x="4" y="3"/>
                  </a:lnTo>
                  <a:lnTo>
                    <a:pt x="4" y="3"/>
                  </a:lnTo>
                  <a:lnTo>
                    <a:pt x="4" y="3"/>
                  </a:lnTo>
                  <a:lnTo>
                    <a:pt x="4" y="3"/>
                  </a:lnTo>
                  <a:lnTo>
                    <a:pt x="4" y="3"/>
                  </a:lnTo>
                  <a:lnTo>
                    <a:pt x="4" y="3"/>
                  </a:lnTo>
                  <a:lnTo>
                    <a:pt x="4" y="3"/>
                  </a:lnTo>
                  <a:lnTo>
                    <a:pt x="4" y="3"/>
                  </a:lnTo>
                  <a:lnTo>
                    <a:pt x="4"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7" name="Freeform 701"/>
            <p:cNvSpPr/>
            <p:nvPr/>
          </p:nvSpPr>
          <p:spPr bwMode="auto">
            <a:xfrm>
              <a:off x="8434388" y="4867275"/>
              <a:ext cx="3175" cy="3175"/>
            </a:xfrm>
            <a:custGeom>
              <a:avLst/>
              <a:gdLst>
                <a:gd name="T0" fmla="*/ 5 w 6"/>
                <a:gd name="T1" fmla="*/ 0 h 7"/>
                <a:gd name="T2" fmla="*/ 5 w 6"/>
                <a:gd name="T3" fmla="*/ 0 h 7"/>
                <a:gd name="T4" fmla="*/ 5 w 6"/>
                <a:gd name="T5" fmla="*/ 0 h 7"/>
                <a:gd name="T6" fmla="*/ 5 w 6"/>
                <a:gd name="T7" fmla="*/ 0 h 7"/>
                <a:gd name="T8" fmla="*/ 5 w 6"/>
                <a:gd name="T9" fmla="*/ 0 h 7"/>
                <a:gd name="T10" fmla="*/ 5 w 6"/>
                <a:gd name="T11" fmla="*/ 1 h 7"/>
                <a:gd name="T12" fmla="*/ 6 w 6"/>
                <a:gd name="T13" fmla="*/ 1 h 7"/>
                <a:gd name="T14" fmla="*/ 6 w 6"/>
                <a:gd name="T15" fmla="*/ 1 h 7"/>
                <a:gd name="T16" fmla="*/ 6 w 6"/>
                <a:gd name="T17" fmla="*/ 1 h 7"/>
                <a:gd name="T18" fmla="*/ 6 w 6"/>
                <a:gd name="T19" fmla="*/ 2 h 7"/>
                <a:gd name="T20" fmla="*/ 6 w 6"/>
                <a:gd name="T21" fmla="*/ 2 h 7"/>
                <a:gd name="T22" fmla="*/ 6 w 6"/>
                <a:gd name="T23" fmla="*/ 2 h 7"/>
                <a:gd name="T24" fmla="*/ 6 w 6"/>
                <a:gd name="T25" fmla="*/ 2 h 7"/>
                <a:gd name="T26" fmla="*/ 5 w 6"/>
                <a:gd name="T27" fmla="*/ 3 h 7"/>
                <a:gd name="T28" fmla="*/ 5 w 6"/>
                <a:gd name="T29" fmla="*/ 3 h 7"/>
                <a:gd name="T30" fmla="*/ 5 w 6"/>
                <a:gd name="T31" fmla="*/ 3 h 7"/>
                <a:gd name="T32" fmla="*/ 5 w 6"/>
                <a:gd name="T33" fmla="*/ 4 h 7"/>
                <a:gd name="T34" fmla="*/ 5 w 6"/>
                <a:gd name="T35" fmla="*/ 4 h 7"/>
                <a:gd name="T36" fmla="*/ 5 w 6"/>
                <a:gd name="T37" fmla="*/ 6 h 7"/>
                <a:gd name="T38" fmla="*/ 4 w 6"/>
                <a:gd name="T39" fmla="*/ 6 h 7"/>
                <a:gd name="T40" fmla="*/ 4 w 6"/>
                <a:gd name="T41" fmla="*/ 6 h 7"/>
                <a:gd name="T42" fmla="*/ 4 w 6"/>
                <a:gd name="T43" fmla="*/ 6 h 7"/>
                <a:gd name="T44" fmla="*/ 4 w 6"/>
                <a:gd name="T45" fmla="*/ 7 h 7"/>
                <a:gd name="T46" fmla="*/ 4 w 6"/>
                <a:gd name="T47" fmla="*/ 7 h 7"/>
                <a:gd name="T48" fmla="*/ 3 w 6"/>
                <a:gd name="T49" fmla="*/ 7 h 7"/>
                <a:gd name="T50" fmla="*/ 3 w 6"/>
                <a:gd name="T51" fmla="*/ 7 h 7"/>
                <a:gd name="T52" fmla="*/ 2 w 6"/>
                <a:gd name="T53" fmla="*/ 6 h 7"/>
                <a:gd name="T54" fmla="*/ 2 w 6"/>
                <a:gd name="T55" fmla="*/ 6 h 7"/>
                <a:gd name="T56" fmla="*/ 2 w 6"/>
                <a:gd name="T57" fmla="*/ 4 h 7"/>
                <a:gd name="T58" fmla="*/ 2 w 6"/>
                <a:gd name="T59" fmla="*/ 4 h 7"/>
                <a:gd name="T60" fmla="*/ 1 w 6"/>
                <a:gd name="T61" fmla="*/ 3 h 7"/>
                <a:gd name="T62" fmla="*/ 1 w 6"/>
                <a:gd name="T63" fmla="*/ 3 h 7"/>
                <a:gd name="T64" fmla="*/ 1 w 6"/>
                <a:gd name="T65" fmla="*/ 3 h 7"/>
                <a:gd name="T66" fmla="*/ 1 w 6"/>
                <a:gd name="T67" fmla="*/ 2 h 7"/>
                <a:gd name="T68" fmla="*/ 0 w 6"/>
                <a:gd name="T69" fmla="*/ 2 h 7"/>
                <a:gd name="T70" fmla="*/ 0 w 6"/>
                <a:gd name="T71" fmla="*/ 2 h 7"/>
                <a:gd name="T72" fmla="*/ 0 w 6"/>
                <a:gd name="T73" fmla="*/ 2 h 7"/>
                <a:gd name="T74" fmla="*/ 0 w 6"/>
                <a:gd name="T75" fmla="*/ 1 h 7"/>
                <a:gd name="T76" fmla="*/ 0 w 6"/>
                <a:gd name="T77" fmla="*/ 1 h 7"/>
                <a:gd name="T78" fmla="*/ 0 w 6"/>
                <a:gd name="T79" fmla="*/ 1 h 7"/>
                <a:gd name="T80" fmla="*/ 0 w 6"/>
                <a:gd name="T81" fmla="*/ 1 h 7"/>
                <a:gd name="T82" fmla="*/ 0 w 6"/>
                <a:gd name="T83" fmla="*/ 1 h 7"/>
                <a:gd name="T84" fmla="*/ 1 w 6"/>
                <a:gd name="T85" fmla="*/ 1 h 7"/>
                <a:gd name="T86" fmla="*/ 1 w 6"/>
                <a:gd name="T87" fmla="*/ 1 h 7"/>
                <a:gd name="T88" fmla="*/ 1 w 6"/>
                <a:gd name="T89" fmla="*/ 0 h 7"/>
                <a:gd name="T90" fmla="*/ 1 w 6"/>
                <a:gd name="T91" fmla="*/ 0 h 7"/>
                <a:gd name="T92" fmla="*/ 1 w 6"/>
                <a:gd name="T93" fmla="*/ 0 h 7"/>
                <a:gd name="T94" fmla="*/ 2 w 6"/>
                <a:gd name="T95" fmla="*/ 0 h 7"/>
                <a:gd name="T96" fmla="*/ 2 w 6"/>
                <a:gd name="T97" fmla="*/ 0 h 7"/>
                <a:gd name="T98" fmla="*/ 2 w 6"/>
                <a:gd name="T99" fmla="*/ 0 h 7"/>
                <a:gd name="T100" fmla="*/ 3 w 6"/>
                <a:gd name="T101" fmla="*/ 0 h 7"/>
                <a:gd name="T102" fmla="*/ 3 w 6"/>
                <a:gd name="T103" fmla="*/ 0 h 7"/>
                <a:gd name="T104" fmla="*/ 3 w 6"/>
                <a:gd name="T105" fmla="*/ 0 h 7"/>
                <a:gd name="T106" fmla="*/ 4 w 6"/>
                <a:gd name="T107" fmla="*/ 0 h 7"/>
                <a:gd name="T108" fmla="*/ 4 w 6"/>
                <a:gd name="T109" fmla="*/ 0 h 7"/>
                <a:gd name="T110" fmla="*/ 4 w 6"/>
                <a:gd name="T111" fmla="*/ 0 h 7"/>
                <a:gd name="T112" fmla="*/ 5 w 6"/>
                <a:gd name="T113" fmla="*/ 0 h 7"/>
                <a:gd name="T114" fmla="*/ 5 w 6"/>
                <a:gd name="T115"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 h="7">
                  <a:moveTo>
                    <a:pt x="5" y="0"/>
                  </a:moveTo>
                  <a:lnTo>
                    <a:pt x="5" y="0"/>
                  </a:lnTo>
                  <a:lnTo>
                    <a:pt x="5" y="0"/>
                  </a:lnTo>
                  <a:lnTo>
                    <a:pt x="5" y="0"/>
                  </a:lnTo>
                  <a:lnTo>
                    <a:pt x="5" y="0"/>
                  </a:lnTo>
                  <a:lnTo>
                    <a:pt x="5" y="0"/>
                  </a:lnTo>
                  <a:lnTo>
                    <a:pt x="5" y="0"/>
                  </a:lnTo>
                  <a:lnTo>
                    <a:pt x="5" y="0"/>
                  </a:lnTo>
                  <a:lnTo>
                    <a:pt x="5" y="0"/>
                  </a:lnTo>
                  <a:lnTo>
                    <a:pt x="5" y="0"/>
                  </a:lnTo>
                  <a:lnTo>
                    <a:pt x="5" y="1"/>
                  </a:lnTo>
                  <a:lnTo>
                    <a:pt x="5" y="1"/>
                  </a:lnTo>
                  <a:lnTo>
                    <a:pt x="5" y="1"/>
                  </a:lnTo>
                  <a:lnTo>
                    <a:pt x="6" y="1"/>
                  </a:lnTo>
                  <a:lnTo>
                    <a:pt x="6" y="1"/>
                  </a:lnTo>
                  <a:lnTo>
                    <a:pt x="6" y="1"/>
                  </a:lnTo>
                  <a:lnTo>
                    <a:pt x="6" y="1"/>
                  </a:lnTo>
                  <a:lnTo>
                    <a:pt x="6" y="1"/>
                  </a:lnTo>
                  <a:lnTo>
                    <a:pt x="6" y="2"/>
                  </a:lnTo>
                  <a:lnTo>
                    <a:pt x="6" y="2"/>
                  </a:lnTo>
                  <a:lnTo>
                    <a:pt x="6" y="2"/>
                  </a:lnTo>
                  <a:lnTo>
                    <a:pt x="6" y="2"/>
                  </a:lnTo>
                  <a:lnTo>
                    <a:pt x="6" y="2"/>
                  </a:lnTo>
                  <a:lnTo>
                    <a:pt x="6" y="2"/>
                  </a:lnTo>
                  <a:lnTo>
                    <a:pt x="6" y="2"/>
                  </a:lnTo>
                  <a:lnTo>
                    <a:pt x="6" y="2"/>
                  </a:lnTo>
                  <a:lnTo>
                    <a:pt x="6" y="2"/>
                  </a:lnTo>
                  <a:lnTo>
                    <a:pt x="5" y="3"/>
                  </a:lnTo>
                  <a:lnTo>
                    <a:pt x="5" y="3"/>
                  </a:lnTo>
                  <a:lnTo>
                    <a:pt x="5" y="3"/>
                  </a:lnTo>
                  <a:lnTo>
                    <a:pt x="5" y="3"/>
                  </a:lnTo>
                  <a:lnTo>
                    <a:pt x="5" y="3"/>
                  </a:lnTo>
                  <a:lnTo>
                    <a:pt x="5" y="3"/>
                  </a:lnTo>
                  <a:lnTo>
                    <a:pt x="5" y="4"/>
                  </a:lnTo>
                  <a:lnTo>
                    <a:pt x="5" y="4"/>
                  </a:lnTo>
                  <a:lnTo>
                    <a:pt x="5" y="4"/>
                  </a:lnTo>
                  <a:lnTo>
                    <a:pt x="5" y="4"/>
                  </a:lnTo>
                  <a:lnTo>
                    <a:pt x="5" y="6"/>
                  </a:lnTo>
                  <a:lnTo>
                    <a:pt x="4" y="6"/>
                  </a:lnTo>
                  <a:lnTo>
                    <a:pt x="4" y="6"/>
                  </a:lnTo>
                  <a:lnTo>
                    <a:pt x="4" y="6"/>
                  </a:lnTo>
                  <a:lnTo>
                    <a:pt x="4" y="6"/>
                  </a:lnTo>
                  <a:lnTo>
                    <a:pt x="4" y="6"/>
                  </a:lnTo>
                  <a:lnTo>
                    <a:pt x="4" y="6"/>
                  </a:lnTo>
                  <a:lnTo>
                    <a:pt x="4" y="7"/>
                  </a:lnTo>
                  <a:lnTo>
                    <a:pt x="4" y="7"/>
                  </a:lnTo>
                  <a:lnTo>
                    <a:pt x="4" y="7"/>
                  </a:lnTo>
                  <a:lnTo>
                    <a:pt x="4" y="7"/>
                  </a:lnTo>
                  <a:lnTo>
                    <a:pt x="4" y="7"/>
                  </a:lnTo>
                  <a:lnTo>
                    <a:pt x="3" y="7"/>
                  </a:lnTo>
                  <a:lnTo>
                    <a:pt x="3" y="7"/>
                  </a:lnTo>
                  <a:lnTo>
                    <a:pt x="3" y="7"/>
                  </a:lnTo>
                  <a:lnTo>
                    <a:pt x="3" y="7"/>
                  </a:lnTo>
                  <a:lnTo>
                    <a:pt x="2" y="6"/>
                  </a:lnTo>
                  <a:lnTo>
                    <a:pt x="2" y="6"/>
                  </a:lnTo>
                  <a:lnTo>
                    <a:pt x="2" y="6"/>
                  </a:lnTo>
                  <a:lnTo>
                    <a:pt x="2" y="6"/>
                  </a:lnTo>
                  <a:lnTo>
                    <a:pt x="2" y="4"/>
                  </a:lnTo>
                  <a:lnTo>
                    <a:pt x="2" y="4"/>
                  </a:lnTo>
                  <a:lnTo>
                    <a:pt x="2" y="4"/>
                  </a:lnTo>
                  <a:lnTo>
                    <a:pt x="1" y="4"/>
                  </a:lnTo>
                  <a:lnTo>
                    <a:pt x="1" y="3"/>
                  </a:lnTo>
                  <a:lnTo>
                    <a:pt x="1" y="3"/>
                  </a:lnTo>
                  <a:lnTo>
                    <a:pt x="1" y="3"/>
                  </a:lnTo>
                  <a:lnTo>
                    <a:pt x="1" y="3"/>
                  </a:lnTo>
                  <a:lnTo>
                    <a:pt x="1" y="3"/>
                  </a:lnTo>
                  <a:lnTo>
                    <a:pt x="1" y="2"/>
                  </a:lnTo>
                  <a:lnTo>
                    <a:pt x="1" y="2"/>
                  </a:lnTo>
                  <a:lnTo>
                    <a:pt x="0" y="2"/>
                  </a:lnTo>
                  <a:lnTo>
                    <a:pt x="0" y="2"/>
                  </a:lnTo>
                  <a:lnTo>
                    <a:pt x="0" y="2"/>
                  </a:lnTo>
                  <a:lnTo>
                    <a:pt x="0" y="2"/>
                  </a:lnTo>
                  <a:lnTo>
                    <a:pt x="0" y="2"/>
                  </a:lnTo>
                  <a:lnTo>
                    <a:pt x="0" y="2"/>
                  </a:lnTo>
                  <a:lnTo>
                    <a:pt x="0" y="1"/>
                  </a:lnTo>
                  <a:lnTo>
                    <a:pt x="0" y="1"/>
                  </a:lnTo>
                  <a:lnTo>
                    <a:pt x="0" y="1"/>
                  </a:lnTo>
                  <a:lnTo>
                    <a:pt x="0" y="1"/>
                  </a:lnTo>
                  <a:lnTo>
                    <a:pt x="0" y="1"/>
                  </a:lnTo>
                  <a:lnTo>
                    <a:pt x="0" y="1"/>
                  </a:lnTo>
                  <a:lnTo>
                    <a:pt x="0" y="1"/>
                  </a:lnTo>
                  <a:lnTo>
                    <a:pt x="0" y="1"/>
                  </a:lnTo>
                  <a:lnTo>
                    <a:pt x="0" y="1"/>
                  </a:lnTo>
                  <a:lnTo>
                    <a:pt x="0" y="1"/>
                  </a:lnTo>
                  <a:lnTo>
                    <a:pt x="0" y="1"/>
                  </a:lnTo>
                  <a:lnTo>
                    <a:pt x="1" y="1"/>
                  </a:lnTo>
                  <a:lnTo>
                    <a:pt x="1" y="1"/>
                  </a:lnTo>
                  <a:lnTo>
                    <a:pt x="1" y="1"/>
                  </a:lnTo>
                  <a:lnTo>
                    <a:pt x="1" y="1"/>
                  </a:lnTo>
                  <a:lnTo>
                    <a:pt x="1" y="0"/>
                  </a:lnTo>
                  <a:lnTo>
                    <a:pt x="1" y="0"/>
                  </a:lnTo>
                  <a:lnTo>
                    <a:pt x="1" y="0"/>
                  </a:lnTo>
                  <a:lnTo>
                    <a:pt x="1" y="0"/>
                  </a:lnTo>
                  <a:lnTo>
                    <a:pt x="1" y="0"/>
                  </a:lnTo>
                  <a:lnTo>
                    <a:pt x="1" y="0"/>
                  </a:lnTo>
                  <a:lnTo>
                    <a:pt x="2" y="0"/>
                  </a:lnTo>
                  <a:lnTo>
                    <a:pt x="2" y="0"/>
                  </a:lnTo>
                  <a:lnTo>
                    <a:pt x="2" y="0"/>
                  </a:lnTo>
                  <a:lnTo>
                    <a:pt x="2" y="0"/>
                  </a:lnTo>
                  <a:lnTo>
                    <a:pt x="2" y="0"/>
                  </a:lnTo>
                  <a:lnTo>
                    <a:pt x="2" y="0"/>
                  </a:lnTo>
                  <a:lnTo>
                    <a:pt x="3" y="0"/>
                  </a:lnTo>
                  <a:lnTo>
                    <a:pt x="3" y="0"/>
                  </a:lnTo>
                  <a:lnTo>
                    <a:pt x="3" y="0"/>
                  </a:lnTo>
                  <a:lnTo>
                    <a:pt x="3" y="0"/>
                  </a:lnTo>
                  <a:lnTo>
                    <a:pt x="3" y="0"/>
                  </a:lnTo>
                  <a:lnTo>
                    <a:pt x="4" y="0"/>
                  </a:lnTo>
                  <a:lnTo>
                    <a:pt x="4" y="0"/>
                  </a:lnTo>
                  <a:lnTo>
                    <a:pt x="4" y="0"/>
                  </a:lnTo>
                  <a:lnTo>
                    <a:pt x="4" y="0"/>
                  </a:lnTo>
                  <a:lnTo>
                    <a:pt x="4" y="0"/>
                  </a:lnTo>
                  <a:lnTo>
                    <a:pt x="4" y="0"/>
                  </a:lnTo>
                  <a:lnTo>
                    <a:pt x="5" y="0"/>
                  </a:lnTo>
                  <a:lnTo>
                    <a:pt x="5" y="0"/>
                  </a:lnTo>
                  <a:lnTo>
                    <a:pt x="5"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8" name="Freeform 702"/>
            <p:cNvSpPr/>
            <p:nvPr/>
          </p:nvSpPr>
          <p:spPr bwMode="auto">
            <a:xfrm>
              <a:off x="8431213" y="4870450"/>
              <a:ext cx="4763" cy="3175"/>
            </a:xfrm>
            <a:custGeom>
              <a:avLst/>
              <a:gdLst>
                <a:gd name="T0" fmla="*/ 2 w 8"/>
                <a:gd name="T1" fmla="*/ 0 h 5"/>
                <a:gd name="T2" fmla="*/ 2 w 8"/>
                <a:gd name="T3" fmla="*/ 0 h 5"/>
                <a:gd name="T4" fmla="*/ 2 w 8"/>
                <a:gd name="T5" fmla="*/ 0 h 5"/>
                <a:gd name="T6" fmla="*/ 2 w 8"/>
                <a:gd name="T7" fmla="*/ 0 h 5"/>
                <a:gd name="T8" fmla="*/ 2 w 8"/>
                <a:gd name="T9" fmla="*/ 0 h 5"/>
                <a:gd name="T10" fmla="*/ 2 w 8"/>
                <a:gd name="T11" fmla="*/ 0 h 5"/>
                <a:gd name="T12" fmla="*/ 2 w 8"/>
                <a:gd name="T13" fmla="*/ 0 h 5"/>
                <a:gd name="T14" fmla="*/ 3 w 8"/>
                <a:gd name="T15" fmla="*/ 0 h 5"/>
                <a:gd name="T16" fmla="*/ 5 w 8"/>
                <a:gd name="T17" fmla="*/ 0 h 5"/>
                <a:gd name="T18" fmla="*/ 5 w 8"/>
                <a:gd name="T19" fmla="*/ 0 h 5"/>
                <a:gd name="T20" fmla="*/ 6 w 8"/>
                <a:gd name="T21" fmla="*/ 0 h 5"/>
                <a:gd name="T22" fmla="*/ 6 w 8"/>
                <a:gd name="T23" fmla="*/ 0 h 5"/>
                <a:gd name="T24" fmla="*/ 7 w 8"/>
                <a:gd name="T25" fmla="*/ 0 h 5"/>
                <a:gd name="T26" fmla="*/ 7 w 8"/>
                <a:gd name="T27" fmla="*/ 1 h 5"/>
                <a:gd name="T28" fmla="*/ 7 w 8"/>
                <a:gd name="T29" fmla="*/ 1 h 5"/>
                <a:gd name="T30" fmla="*/ 7 w 8"/>
                <a:gd name="T31" fmla="*/ 1 h 5"/>
                <a:gd name="T32" fmla="*/ 7 w 8"/>
                <a:gd name="T33" fmla="*/ 2 h 5"/>
                <a:gd name="T34" fmla="*/ 8 w 8"/>
                <a:gd name="T35" fmla="*/ 2 h 5"/>
                <a:gd name="T36" fmla="*/ 8 w 8"/>
                <a:gd name="T37" fmla="*/ 2 h 5"/>
                <a:gd name="T38" fmla="*/ 7 w 8"/>
                <a:gd name="T39" fmla="*/ 3 h 5"/>
                <a:gd name="T40" fmla="*/ 7 w 8"/>
                <a:gd name="T41" fmla="*/ 3 h 5"/>
                <a:gd name="T42" fmla="*/ 7 w 8"/>
                <a:gd name="T43" fmla="*/ 3 h 5"/>
                <a:gd name="T44" fmla="*/ 6 w 8"/>
                <a:gd name="T45" fmla="*/ 3 h 5"/>
                <a:gd name="T46" fmla="*/ 6 w 8"/>
                <a:gd name="T47" fmla="*/ 4 h 5"/>
                <a:gd name="T48" fmla="*/ 5 w 8"/>
                <a:gd name="T49" fmla="*/ 4 h 5"/>
                <a:gd name="T50" fmla="*/ 5 w 8"/>
                <a:gd name="T51" fmla="*/ 5 h 5"/>
                <a:gd name="T52" fmla="*/ 5 w 8"/>
                <a:gd name="T53" fmla="*/ 5 h 5"/>
                <a:gd name="T54" fmla="*/ 3 w 8"/>
                <a:gd name="T55" fmla="*/ 5 h 5"/>
                <a:gd name="T56" fmla="*/ 3 w 8"/>
                <a:gd name="T57" fmla="*/ 5 h 5"/>
                <a:gd name="T58" fmla="*/ 2 w 8"/>
                <a:gd name="T59" fmla="*/ 5 h 5"/>
                <a:gd name="T60" fmla="*/ 2 w 8"/>
                <a:gd name="T61" fmla="*/ 5 h 5"/>
                <a:gd name="T62" fmla="*/ 2 w 8"/>
                <a:gd name="T63" fmla="*/ 5 h 5"/>
                <a:gd name="T64" fmla="*/ 1 w 8"/>
                <a:gd name="T65" fmla="*/ 5 h 5"/>
                <a:gd name="T66" fmla="*/ 1 w 8"/>
                <a:gd name="T67" fmla="*/ 5 h 5"/>
                <a:gd name="T68" fmla="*/ 1 w 8"/>
                <a:gd name="T69" fmla="*/ 5 h 5"/>
                <a:gd name="T70" fmla="*/ 1 w 8"/>
                <a:gd name="T71" fmla="*/ 5 h 5"/>
                <a:gd name="T72" fmla="*/ 1 w 8"/>
                <a:gd name="T73" fmla="*/ 4 h 5"/>
                <a:gd name="T74" fmla="*/ 1 w 8"/>
                <a:gd name="T75" fmla="*/ 4 h 5"/>
                <a:gd name="T76" fmla="*/ 1 w 8"/>
                <a:gd name="T77" fmla="*/ 4 h 5"/>
                <a:gd name="T78" fmla="*/ 1 w 8"/>
                <a:gd name="T79" fmla="*/ 3 h 5"/>
                <a:gd name="T80" fmla="*/ 1 w 8"/>
                <a:gd name="T81" fmla="*/ 2 h 5"/>
                <a:gd name="T82" fmla="*/ 0 w 8"/>
                <a:gd name="T83" fmla="*/ 2 h 5"/>
                <a:gd name="T84" fmla="*/ 0 w 8"/>
                <a:gd name="T85" fmla="*/ 1 h 5"/>
                <a:gd name="T86" fmla="*/ 0 w 8"/>
                <a:gd name="T87" fmla="*/ 0 h 5"/>
                <a:gd name="T88" fmla="*/ 1 w 8"/>
                <a:gd name="T89" fmla="*/ 0 h 5"/>
                <a:gd name="T90" fmla="*/ 1 w 8"/>
                <a:gd name="T91" fmla="*/ 0 h 5"/>
                <a:gd name="T92" fmla="*/ 1 w 8"/>
                <a:gd name="T93" fmla="*/ 0 h 5"/>
                <a:gd name="T94" fmla="*/ 2 w 8"/>
                <a:gd name="T95" fmla="*/ 0 h 5"/>
                <a:gd name="T96" fmla="*/ 2 w 8"/>
                <a:gd name="T9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 h="5">
                  <a:moveTo>
                    <a:pt x="2" y="0"/>
                  </a:move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2" y="0"/>
                  </a:lnTo>
                  <a:lnTo>
                    <a:pt x="3" y="0"/>
                  </a:lnTo>
                  <a:lnTo>
                    <a:pt x="3" y="0"/>
                  </a:lnTo>
                  <a:lnTo>
                    <a:pt x="3" y="0"/>
                  </a:lnTo>
                  <a:lnTo>
                    <a:pt x="3" y="0"/>
                  </a:lnTo>
                  <a:lnTo>
                    <a:pt x="3" y="0"/>
                  </a:lnTo>
                  <a:lnTo>
                    <a:pt x="5" y="0"/>
                  </a:lnTo>
                  <a:lnTo>
                    <a:pt x="5" y="0"/>
                  </a:lnTo>
                  <a:lnTo>
                    <a:pt x="5" y="0"/>
                  </a:lnTo>
                  <a:lnTo>
                    <a:pt x="5" y="0"/>
                  </a:lnTo>
                  <a:lnTo>
                    <a:pt x="6" y="0"/>
                  </a:lnTo>
                  <a:lnTo>
                    <a:pt x="6" y="0"/>
                  </a:lnTo>
                  <a:lnTo>
                    <a:pt x="6" y="0"/>
                  </a:lnTo>
                  <a:lnTo>
                    <a:pt x="6" y="0"/>
                  </a:lnTo>
                  <a:lnTo>
                    <a:pt x="6" y="0"/>
                  </a:lnTo>
                  <a:lnTo>
                    <a:pt x="6" y="0"/>
                  </a:lnTo>
                  <a:lnTo>
                    <a:pt x="6" y="0"/>
                  </a:lnTo>
                  <a:lnTo>
                    <a:pt x="7" y="0"/>
                  </a:lnTo>
                  <a:lnTo>
                    <a:pt x="7" y="0"/>
                  </a:lnTo>
                  <a:lnTo>
                    <a:pt x="7" y="1"/>
                  </a:lnTo>
                  <a:lnTo>
                    <a:pt x="7" y="1"/>
                  </a:lnTo>
                  <a:lnTo>
                    <a:pt x="7" y="1"/>
                  </a:lnTo>
                  <a:lnTo>
                    <a:pt x="7" y="1"/>
                  </a:lnTo>
                  <a:lnTo>
                    <a:pt x="7" y="1"/>
                  </a:lnTo>
                  <a:lnTo>
                    <a:pt x="7" y="1"/>
                  </a:lnTo>
                  <a:lnTo>
                    <a:pt x="7" y="1"/>
                  </a:lnTo>
                  <a:lnTo>
                    <a:pt x="7" y="1"/>
                  </a:lnTo>
                  <a:lnTo>
                    <a:pt x="7" y="1"/>
                  </a:lnTo>
                  <a:lnTo>
                    <a:pt x="7" y="1"/>
                  </a:lnTo>
                  <a:lnTo>
                    <a:pt x="7" y="2"/>
                  </a:lnTo>
                  <a:lnTo>
                    <a:pt x="7" y="2"/>
                  </a:lnTo>
                  <a:lnTo>
                    <a:pt x="7" y="2"/>
                  </a:lnTo>
                  <a:lnTo>
                    <a:pt x="8" y="2"/>
                  </a:lnTo>
                  <a:lnTo>
                    <a:pt x="8" y="2"/>
                  </a:lnTo>
                  <a:lnTo>
                    <a:pt x="8" y="2"/>
                  </a:lnTo>
                  <a:lnTo>
                    <a:pt x="8" y="2"/>
                  </a:lnTo>
                  <a:lnTo>
                    <a:pt x="8" y="2"/>
                  </a:lnTo>
                  <a:lnTo>
                    <a:pt x="8" y="2"/>
                  </a:lnTo>
                  <a:lnTo>
                    <a:pt x="8" y="2"/>
                  </a:lnTo>
                  <a:lnTo>
                    <a:pt x="7" y="3"/>
                  </a:lnTo>
                  <a:lnTo>
                    <a:pt x="7" y="3"/>
                  </a:lnTo>
                  <a:lnTo>
                    <a:pt x="7" y="3"/>
                  </a:lnTo>
                  <a:lnTo>
                    <a:pt x="7" y="3"/>
                  </a:lnTo>
                  <a:lnTo>
                    <a:pt x="7" y="3"/>
                  </a:lnTo>
                  <a:lnTo>
                    <a:pt x="7" y="3"/>
                  </a:lnTo>
                  <a:lnTo>
                    <a:pt x="7" y="3"/>
                  </a:lnTo>
                  <a:lnTo>
                    <a:pt x="7" y="3"/>
                  </a:lnTo>
                  <a:lnTo>
                    <a:pt x="6" y="3"/>
                  </a:lnTo>
                  <a:lnTo>
                    <a:pt x="6" y="3"/>
                  </a:lnTo>
                  <a:lnTo>
                    <a:pt x="6" y="4"/>
                  </a:lnTo>
                  <a:lnTo>
                    <a:pt x="6" y="4"/>
                  </a:lnTo>
                  <a:lnTo>
                    <a:pt x="6" y="4"/>
                  </a:lnTo>
                  <a:lnTo>
                    <a:pt x="6" y="4"/>
                  </a:lnTo>
                  <a:lnTo>
                    <a:pt x="6" y="4"/>
                  </a:lnTo>
                  <a:lnTo>
                    <a:pt x="5" y="4"/>
                  </a:lnTo>
                  <a:lnTo>
                    <a:pt x="5" y="5"/>
                  </a:lnTo>
                  <a:lnTo>
                    <a:pt x="5" y="5"/>
                  </a:lnTo>
                  <a:lnTo>
                    <a:pt x="5" y="5"/>
                  </a:lnTo>
                  <a:lnTo>
                    <a:pt x="5" y="5"/>
                  </a:lnTo>
                  <a:lnTo>
                    <a:pt x="5" y="5"/>
                  </a:lnTo>
                  <a:lnTo>
                    <a:pt x="5" y="5"/>
                  </a:lnTo>
                  <a:lnTo>
                    <a:pt x="3" y="5"/>
                  </a:lnTo>
                  <a:lnTo>
                    <a:pt x="3" y="5"/>
                  </a:lnTo>
                  <a:lnTo>
                    <a:pt x="3" y="5"/>
                  </a:lnTo>
                  <a:lnTo>
                    <a:pt x="3" y="5"/>
                  </a:lnTo>
                  <a:lnTo>
                    <a:pt x="3" y="5"/>
                  </a:lnTo>
                  <a:lnTo>
                    <a:pt x="3" y="5"/>
                  </a:lnTo>
                  <a:lnTo>
                    <a:pt x="3" y="5"/>
                  </a:lnTo>
                  <a:lnTo>
                    <a:pt x="3" y="5"/>
                  </a:lnTo>
                  <a:lnTo>
                    <a:pt x="2" y="5"/>
                  </a:lnTo>
                  <a:lnTo>
                    <a:pt x="2" y="5"/>
                  </a:lnTo>
                  <a:lnTo>
                    <a:pt x="2" y="5"/>
                  </a:lnTo>
                  <a:lnTo>
                    <a:pt x="2" y="5"/>
                  </a:lnTo>
                  <a:lnTo>
                    <a:pt x="2" y="5"/>
                  </a:lnTo>
                  <a:lnTo>
                    <a:pt x="2" y="5"/>
                  </a:lnTo>
                  <a:lnTo>
                    <a:pt x="2" y="5"/>
                  </a:lnTo>
                  <a:lnTo>
                    <a:pt x="2" y="5"/>
                  </a:lnTo>
                  <a:lnTo>
                    <a:pt x="1" y="5"/>
                  </a:lnTo>
                  <a:lnTo>
                    <a:pt x="1" y="5"/>
                  </a:lnTo>
                  <a:lnTo>
                    <a:pt x="1" y="5"/>
                  </a:lnTo>
                  <a:lnTo>
                    <a:pt x="1" y="5"/>
                  </a:lnTo>
                  <a:lnTo>
                    <a:pt x="1" y="5"/>
                  </a:lnTo>
                  <a:lnTo>
                    <a:pt x="1" y="5"/>
                  </a:lnTo>
                  <a:lnTo>
                    <a:pt x="1" y="5"/>
                  </a:lnTo>
                  <a:lnTo>
                    <a:pt x="1" y="5"/>
                  </a:lnTo>
                  <a:lnTo>
                    <a:pt x="1" y="5"/>
                  </a:lnTo>
                  <a:lnTo>
                    <a:pt x="1" y="5"/>
                  </a:lnTo>
                  <a:lnTo>
                    <a:pt x="1" y="5"/>
                  </a:lnTo>
                  <a:lnTo>
                    <a:pt x="1" y="5"/>
                  </a:lnTo>
                  <a:lnTo>
                    <a:pt x="1" y="5"/>
                  </a:lnTo>
                  <a:lnTo>
                    <a:pt x="1" y="4"/>
                  </a:lnTo>
                  <a:lnTo>
                    <a:pt x="1" y="4"/>
                  </a:lnTo>
                  <a:lnTo>
                    <a:pt x="1" y="4"/>
                  </a:lnTo>
                  <a:lnTo>
                    <a:pt x="1" y="4"/>
                  </a:lnTo>
                  <a:lnTo>
                    <a:pt x="1" y="4"/>
                  </a:lnTo>
                  <a:lnTo>
                    <a:pt x="1" y="4"/>
                  </a:lnTo>
                  <a:lnTo>
                    <a:pt x="1" y="4"/>
                  </a:lnTo>
                  <a:lnTo>
                    <a:pt x="1" y="3"/>
                  </a:lnTo>
                  <a:lnTo>
                    <a:pt x="1" y="3"/>
                  </a:lnTo>
                  <a:lnTo>
                    <a:pt x="1" y="3"/>
                  </a:lnTo>
                  <a:lnTo>
                    <a:pt x="1" y="3"/>
                  </a:lnTo>
                  <a:lnTo>
                    <a:pt x="1" y="3"/>
                  </a:lnTo>
                  <a:lnTo>
                    <a:pt x="1" y="2"/>
                  </a:lnTo>
                  <a:lnTo>
                    <a:pt x="0" y="2"/>
                  </a:lnTo>
                  <a:lnTo>
                    <a:pt x="0" y="2"/>
                  </a:lnTo>
                  <a:lnTo>
                    <a:pt x="0" y="2"/>
                  </a:lnTo>
                  <a:lnTo>
                    <a:pt x="0" y="2"/>
                  </a:lnTo>
                  <a:lnTo>
                    <a:pt x="0" y="1"/>
                  </a:lnTo>
                  <a:lnTo>
                    <a:pt x="0" y="1"/>
                  </a:lnTo>
                  <a:lnTo>
                    <a:pt x="0" y="1"/>
                  </a:lnTo>
                  <a:lnTo>
                    <a:pt x="0" y="1"/>
                  </a:lnTo>
                  <a:lnTo>
                    <a:pt x="0" y="0"/>
                  </a:lnTo>
                  <a:lnTo>
                    <a:pt x="0" y="0"/>
                  </a:lnTo>
                  <a:lnTo>
                    <a:pt x="0" y="0"/>
                  </a:lnTo>
                  <a:lnTo>
                    <a:pt x="1" y="0"/>
                  </a:lnTo>
                  <a:lnTo>
                    <a:pt x="1" y="0"/>
                  </a:lnTo>
                  <a:lnTo>
                    <a:pt x="1" y="0"/>
                  </a:lnTo>
                  <a:lnTo>
                    <a:pt x="1" y="0"/>
                  </a:lnTo>
                  <a:lnTo>
                    <a:pt x="1" y="0"/>
                  </a:lnTo>
                  <a:lnTo>
                    <a:pt x="1" y="0"/>
                  </a:lnTo>
                  <a:lnTo>
                    <a:pt x="1" y="0"/>
                  </a:lnTo>
                  <a:lnTo>
                    <a:pt x="2" y="0"/>
                  </a:lnTo>
                  <a:lnTo>
                    <a:pt x="2" y="0"/>
                  </a:lnTo>
                  <a:lnTo>
                    <a:pt x="2" y="0"/>
                  </a:lnTo>
                  <a:lnTo>
                    <a:pt x="2" y="0"/>
                  </a:lnTo>
                  <a:lnTo>
                    <a:pt x="2" y="0"/>
                  </a:lnTo>
                  <a:lnTo>
                    <a:pt x="2"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9" name="Freeform 703"/>
            <p:cNvSpPr/>
            <p:nvPr/>
          </p:nvSpPr>
          <p:spPr bwMode="auto">
            <a:xfrm>
              <a:off x="8391525" y="4872038"/>
              <a:ext cx="6350" cy="6350"/>
            </a:xfrm>
            <a:custGeom>
              <a:avLst/>
              <a:gdLst>
                <a:gd name="T0" fmla="*/ 3 w 12"/>
                <a:gd name="T1" fmla="*/ 1 h 11"/>
                <a:gd name="T2" fmla="*/ 4 w 12"/>
                <a:gd name="T3" fmla="*/ 1 h 11"/>
                <a:gd name="T4" fmla="*/ 5 w 12"/>
                <a:gd name="T5" fmla="*/ 0 h 11"/>
                <a:gd name="T6" fmla="*/ 6 w 12"/>
                <a:gd name="T7" fmla="*/ 0 h 11"/>
                <a:gd name="T8" fmla="*/ 7 w 12"/>
                <a:gd name="T9" fmla="*/ 0 h 11"/>
                <a:gd name="T10" fmla="*/ 9 w 12"/>
                <a:gd name="T11" fmla="*/ 1 h 11"/>
                <a:gd name="T12" fmla="*/ 10 w 12"/>
                <a:gd name="T13" fmla="*/ 2 h 11"/>
                <a:gd name="T14" fmla="*/ 11 w 12"/>
                <a:gd name="T15" fmla="*/ 3 h 11"/>
                <a:gd name="T16" fmla="*/ 11 w 12"/>
                <a:gd name="T17" fmla="*/ 4 h 11"/>
                <a:gd name="T18" fmla="*/ 12 w 12"/>
                <a:gd name="T19" fmla="*/ 4 h 11"/>
                <a:gd name="T20" fmla="*/ 12 w 12"/>
                <a:gd name="T21" fmla="*/ 5 h 11"/>
                <a:gd name="T22" fmla="*/ 12 w 12"/>
                <a:gd name="T23" fmla="*/ 6 h 11"/>
                <a:gd name="T24" fmla="*/ 12 w 12"/>
                <a:gd name="T25" fmla="*/ 7 h 11"/>
                <a:gd name="T26" fmla="*/ 11 w 12"/>
                <a:gd name="T27" fmla="*/ 7 h 11"/>
                <a:gd name="T28" fmla="*/ 11 w 12"/>
                <a:gd name="T29" fmla="*/ 8 h 11"/>
                <a:gd name="T30" fmla="*/ 11 w 12"/>
                <a:gd name="T31" fmla="*/ 8 h 11"/>
                <a:gd name="T32" fmla="*/ 11 w 12"/>
                <a:gd name="T33" fmla="*/ 9 h 11"/>
                <a:gd name="T34" fmla="*/ 10 w 12"/>
                <a:gd name="T35" fmla="*/ 9 h 11"/>
                <a:gd name="T36" fmla="*/ 9 w 12"/>
                <a:gd name="T37" fmla="*/ 10 h 11"/>
                <a:gd name="T38" fmla="*/ 7 w 12"/>
                <a:gd name="T39" fmla="*/ 11 h 11"/>
                <a:gd name="T40" fmla="*/ 6 w 12"/>
                <a:gd name="T41" fmla="*/ 11 h 11"/>
                <a:gd name="T42" fmla="*/ 5 w 12"/>
                <a:gd name="T43" fmla="*/ 11 h 11"/>
                <a:gd name="T44" fmla="*/ 4 w 12"/>
                <a:gd name="T45" fmla="*/ 11 h 11"/>
                <a:gd name="T46" fmla="*/ 4 w 12"/>
                <a:gd name="T47" fmla="*/ 11 h 11"/>
                <a:gd name="T48" fmla="*/ 3 w 12"/>
                <a:gd name="T49" fmla="*/ 10 h 11"/>
                <a:gd name="T50" fmla="*/ 2 w 12"/>
                <a:gd name="T51" fmla="*/ 10 h 11"/>
                <a:gd name="T52" fmla="*/ 2 w 12"/>
                <a:gd name="T53" fmla="*/ 9 h 11"/>
                <a:gd name="T54" fmla="*/ 2 w 12"/>
                <a:gd name="T55" fmla="*/ 9 h 11"/>
                <a:gd name="T56" fmla="*/ 2 w 12"/>
                <a:gd name="T57" fmla="*/ 9 h 11"/>
                <a:gd name="T58" fmla="*/ 2 w 12"/>
                <a:gd name="T59" fmla="*/ 8 h 11"/>
                <a:gd name="T60" fmla="*/ 2 w 12"/>
                <a:gd name="T61" fmla="*/ 8 h 11"/>
                <a:gd name="T62" fmla="*/ 2 w 12"/>
                <a:gd name="T63" fmla="*/ 7 h 11"/>
                <a:gd name="T64" fmla="*/ 1 w 12"/>
                <a:gd name="T65" fmla="*/ 7 h 11"/>
                <a:gd name="T66" fmla="*/ 0 w 12"/>
                <a:gd name="T67" fmla="*/ 7 h 11"/>
                <a:gd name="T68" fmla="*/ 0 w 12"/>
                <a:gd name="T69" fmla="*/ 6 h 11"/>
                <a:gd name="T70" fmla="*/ 0 w 12"/>
                <a:gd name="T71" fmla="*/ 6 h 11"/>
                <a:gd name="T72" fmla="*/ 0 w 12"/>
                <a:gd name="T73" fmla="*/ 5 h 11"/>
                <a:gd name="T74" fmla="*/ 0 w 12"/>
                <a:gd name="T75" fmla="*/ 5 h 11"/>
                <a:gd name="T76" fmla="*/ 1 w 12"/>
                <a:gd name="T77" fmla="*/ 4 h 11"/>
                <a:gd name="T78" fmla="*/ 1 w 12"/>
                <a:gd name="T79" fmla="*/ 3 h 11"/>
                <a:gd name="T80" fmla="*/ 2 w 12"/>
                <a:gd name="T81" fmla="*/ 2 h 11"/>
                <a:gd name="T82" fmla="*/ 2 w 12"/>
                <a:gd name="T83" fmla="*/ 1 h 11"/>
                <a:gd name="T84" fmla="*/ 2 w 12"/>
                <a:gd name="T85" fmla="*/ 1 h 11"/>
                <a:gd name="T86" fmla="*/ 2 w 12"/>
                <a:gd name="T87" fmla="*/ 1 h 11"/>
                <a:gd name="T88" fmla="*/ 2 w 12"/>
                <a:gd name="T89" fmla="*/ 1 h 11"/>
                <a:gd name="T90" fmla="*/ 3 w 12"/>
                <a:gd name="T91" fmla="*/ 1 h 11"/>
                <a:gd name="T92" fmla="*/ 3 w 12"/>
                <a:gd name="T93" fmla="*/ 1 h 11"/>
                <a:gd name="T94" fmla="*/ 3 w 12"/>
                <a:gd name="T95" fmla="*/ 1 h 11"/>
                <a:gd name="T96" fmla="*/ 3 w 12"/>
                <a:gd name="T9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 h="11">
                  <a:moveTo>
                    <a:pt x="3" y="1"/>
                  </a:moveTo>
                  <a:lnTo>
                    <a:pt x="3" y="1"/>
                  </a:lnTo>
                  <a:lnTo>
                    <a:pt x="3" y="1"/>
                  </a:lnTo>
                  <a:lnTo>
                    <a:pt x="3" y="1"/>
                  </a:lnTo>
                  <a:lnTo>
                    <a:pt x="3" y="1"/>
                  </a:lnTo>
                  <a:lnTo>
                    <a:pt x="4" y="1"/>
                  </a:lnTo>
                  <a:lnTo>
                    <a:pt x="4" y="0"/>
                  </a:lnTo>
                  <a:lnTo>
                    <a:pt x="4" y="0"/>
                  </a:lnTo>
                  <a:lnTo>
                    <a:pt x="5" y="0"/>
                  </a:lnTo>
                  <a:lnTo>
                    <a:pt x="5" y="0"/>
                  </a:lnTo>
                  <a:lnTo>
                    <a:pt x="6" y="0"/>
                  </a:lnTo>
                  <a:lnTo>
                    <a:pt x="6" y="0"/>
                  </a:lnTo>
                  <a:lnTo>
                    <a:pt x="7" y="0"/>
                  </a:lnTo>
                  <a:lnTo>
                    <a:pt x="7" y="0"/>
                  </a:lnTo>
                  <a:lnTo>
                    <a:pt x="7" y="0"/>
                  </a:lnTo>
                  <a:lnTo>
                    <a:pt x="9" y="1"/>
                  </a:lnTo>
                  <a:lnTo>
                    <a:pt x="9" y="1"/>
                  </a:lnTo>
                  <a:lnTo>
                    <a:pt x="9" y="1"/>
                  </a:lnTo>
                  <a:lnTo>
                    <a:pt x="10" y="1"/>
                  </a:lnTo>
                  <a:lnTo>
                    <a:pt x="10" y="2"/>
                  </a:lnTo>
                  <a:lnTo>
                    <a:pt x="10" y="2"/>
                  </a:lnTo>
                  <a:lnTo>
                    <a:pt x="11" y="2"/>
                  </a:lnTo>
                  <a:lnTo>
                    <a:pt x="11" y="3"/>
                  </a:lnTo>
                  <a:lnTo>
                    <a:pt x="11" y="3"/>
                  </a:lnTo>
                  <a:lnTo>
                    <a:pt x="11" y="3"/>
                  </a:lnTo>
                  <a:lnTo>
                    <a:pt x="11" y="3"/>
                  </a:lnTo>
                  <a:lnTo>
                    <a:pt x="11" y="4"/>
                  </a:lnTo>
                  <a:lnTo>
                    <a:pt x="11" y="4"/>
                  </a:lnTo>
                  <a:lnTo>
                    <a:pt x="11" y="4"/>
                  </a:lnTo>
                  <a:lnTo>
                    <a:pt x="12" y="4"/>
                  </a:lnTo>
                  <a:lnTo>
                    <a:pt x="12" y="5"/>
                  </a:lnTo>
                  <a:lnTo>
                    <a:pt x="12" y="5"/>
                  </a:lnTo>
                  <a:lnTo>
                    <a:pt x="12" y="5"/>
                  </a:lnTo>
                  <a:lnTo>
                    <a:pt x="12" y="6"/>
                  </a:lnTo>
                  <a:lnTo>
                    <a:pt x="12" y="6"/>
                  </a:lnTo>
                  <a:lnTo>
                    <a:pt x="12" y="6"/>
                  </a:lnTo>
                  <a:lnTo>
                    <a:pt x="12" y="6"/>
                  </a:lnTo>
                  <a:lnTo>
                    <a:pt x="12" y="7"/>
                  </a:lnTo>
                  <a:lnTo>
                    <a:pt x="12" y="7"/>
                  </a:lnTo>
                  <a:lnTo>
                    <a:pt x="12" y="7"/>
                  </a:lnTo>
                  <a:lnTo>
                    <a:pt x="11" y="7"/>
                  </a:lnTo>
                  <a:lnTo>
                    <a:pt x="11" y="7"/>
                  </a:lnTo>
                  <a:lnTo>
                    <a:pt x="11" y="7"/>
                  </a:lnTo>
                  <a:lnTo>
                    <a:pt x="11" y="8"/>
                  </a:lnTo>
                  <a:lnTo>
                    <a:pt x="11" y="8"/>
                  </a:lnTo>
                  <a:lnTo>
                    <a:pt x="11" y="8"/>
                  </a:lnTo>
                  <a:lnTo>
                    <a:pt x="11" y="8"/>
                  </a:lnTo>
                  <a:lnTo>
                    <a:pt x="11" y="8"/>
                  </a:lnTo>
                  <a:lnTo>
                    <a:pt x="11" y="8"/>
                  </a:lnTo>
                  <a:lnTo>
                    <a:pt x="11" y="8"/>
                  </a:lnTo>
                  <a:lnTo>
                    <a:pt x="11" y="9"/>
                  </a:lnTo>
                  <a:lnTo>
                    <a:pt x="10" y="9"/>
                  </a:lnTo>
                  <a:lnTo>
                    <a:pt x="10" y="9"/>
                  </a:lnTo>
                  <a:lnTo>
                    <a:pt x="10" y="9"/>
                  </a:lnTo>
                  <a:lnTo>
                    <a:pt x="10" y="10"/>
                  </a:lnTo>
                  <a:lnTo>
                    <a:pt x="9" y="10"/>
                  </a:lnTo>
                  <a:lnTo>
                    <a:pt x="9" y="10"/>
                  </a:lnTo>
                  <a:lnTo>
                    <a:pt x="9" y="10"/>
                  </a:lnTo>
                  <a:lnTo>
                    <a:pt x="7" y="11"/>
                  </a:lnTo>
                  <a:lnTo>
                    <a:pt x="7" y="11"/>
                  </a:lnTo>
                  <a:lnTo>
                    <a:pt x="7" y="11"/>
                  </a:lnTo>
                  <a:lnTo>
                    <a:pt x="7" y="11"/>
                  </a:lnTo>
                  <a:lnTo>
                    <a:pt x="6" y="11"/>
                  </a:lnTo>
                  <a:lnTo>
                    <a:pt x="6" y="11"/>
                  </a:lnTo>
                  <a:lnTo>
                    <a:pt x="6" y="11"/>
                  </a:lnTo>
                  <a:lnTo>
                    <a:pt x="5" y="11"/>
                  </a:lnTo>
                  <a:lnTo>
                    <a:pt x="5" y="11"/>
                  </a:lnTo>
                  <a:lnTo>
                    <a:pt x="5" y="11"/>
                  </a:lnTo>
                  <a:lnTo>
                    <a:pt x="4" y="11"/>
                  </a:lnTo>
                  <a:lnTo>
                    <a:pt x="4" y="11"/>
                  </a:lnTo>
                  <a:lnTo>
                    <a:pt x="4" y="11"/>
                  </a:lnTo>
                  <a:lnTo>
                    <a:pt x="4" y="11"/>
                  </a:lnTo>
                  <a:lnTo>
                    <a:pt x="3" y="11"/>
                  </a:lnTo>
                  <a:lnTo>
                    <a:pt x="3" y="11"/>
                  </a:lnTo>
                  <a:lnTo>
                    <a:pt x="3" y="10"/>
                  </a:lnTo>
                  <a:lnTo>
                    <a:pt x="3" y="10"/>
                  </a:lnTo>
                  <a:lnTo>
                    <a:pt x="2" y="10"/>
                  </a:lnTo>
                  <a:lnTo>
                    <a:pt x="2" y="10"/>
                  </a:lnTo>
                  <a:lnTo>
                    <a:pt x="2" y="10"/>
                  </a:lnTo>
                  <a:lnTo>
                    <a:pt x="2" y="10"/>
                  </a:lnTo>
                  <a:lnTo>
                    <a:pt x="2" y="9"/>
                  </a:lnTo>
                  <a:lnTo>
                    <a:pt x="2" y="9"/>
                  </a:lnTo>
                  <a:lnTo>
                    <a:pt x="2" y="9"/>
                  </a:lnTo>
                  <a:lnTo>
                    <a:pt x="2" y="9"/>
                  </a:lnTo>
                  <a:lnTo>
                    <a:pt x="2" y="9"/>
                  </a:lnTo>
                  <a:lnTo>
                    <a:pt x="2" y="9"/>
                  </a:lnTo>
                  <a:lnTo>
                    <a:pt x="2" y="9"/>
                  </a:lnTo>
                  <a:lnTo>
                    <a:pt x="2" y="8"/>
                  </a:lnTo>
                  <a:lnTo>
                    <a:pt x="2" y="8"/>
                  </a:lnTo>
                  <a:lnTo>
                    <a:pt x="2" y="8"/>
                  </a:lnTo>
                  <a:lnTo>
                    <a:pt x="2" y="8"/>
                  </a:lnTo>
                  <a:lnTo>
                    <a:pt x="2" y="8"/>
                  </a:lnTo>
                  <a:lnTo>
                    <a:pt x="2" y="8"/>
                  </a:lnTo>
                  <a:lnTo>
                    <a:pt x="2" y="8"/>
                  </a:lnTo>
                  <a:lnTo>
                    <a:pt x="2" y="8"/>
                  </a:lnTo>
                  <a:lnTo>
                    <a:pt x="2" y="7"/>
                  </a:lnTo>
                  <a:lnTo>
                    <a:pt x="1" y="7"/>
                  </a:lnTo>
                  <a:lnTo>
                    <a:pt x="1" y="7"/>
                  </a:lnTo>
                  <a:lnTo>
                    <a:pt x="1" y="7"/>
                  </a:lnTo>
                  <a:lnTo>
                    <a:pt x="1" y="7"/>
                  </a:lnTo>
                  <a:lnTo>
                    <a:pt x="0" y="7"/>
                  </a:lnTo>
                  <a:lnTo>
                    <a:pt x="0" y="7"/>
                  </a:lnTo>
                  <a:lnTo>
                    <a:pt x="0" y="6"/>
                  </a:lnTo>
                  <a:lnTo>
                    <a:pt x="0" y="6"/>
                  </a:lnTo>
                  <a:lnTo>
                    <a:pt x="0" y="6"/>
                  </a:lnTo>
                  <a:lnTo>
                    <a:pt x="0" y="6"/>
                  </a:lnTo>
                  <a:lnTo>
                    <a:pt x="0" y="6"/>
                  </a:lnTo>
                  <a:lnTo>
                    <a:pt x="0" y="6"/>
                  </a:lnTo>
                  <a:lnTo>
                    <a:pt x="0" y="5"/>
                  </a:lnTo>
                  <a:lnTo>
                    <a:pt x="0" y="5"/>
                  </a:lnTo>
                  <a:lnTo>
                    <a:pt x="0" y="5"/>
                  </a:lnTo>
                  <a:lnTo>
                    <a:pt x="0" y="5"/>
                  </a:lnTo>
                  <a:lnTo>
                    <a:pt x="0" y="5"/>
                  </a:lnTo>
                  <a:lnTo>
                    <a:pt x="0" y="5"/>
                  </a:lnTo>
                  <a:lnTo>
                    <a:pt x="0" y="4"/>
                  </a:lnTo>
                  <a:lnTo>
                    <a:pt x="0" y="4"/>
                  </a:lnTo>
                  <a:lnTo>
                    <a:pt x="1" y="4"/>
                  </a:lnTo>
                  <a:lnTo>
                    <a:pt x="1" y="3"/>
                  </a:lnTo>
                  <a:lnTo>
                    <a:pt x="1" y="3"/>
                  </a:lnTo>
                  <a:lnTo>
                    <a:pt x="1" y="3"/>
                  </a:lnTo>
                  <a:lnTo>
                    <a:pt x="1" y="2"/>
                  </a:lnTo>
                  <a:lnTo>
                    <a:pt x="2" y="2"/>
                  </a:lnTo>
                  <a:lnTo>
                    <a:pt x="2" y="2"/>
                  </a:lnTo>
                  <a:lnTo>
                    <a:pt x="2" y="2"/>
                  </a:lnTo>
                  <a:lnTo>
                    <a:pt x="2" y="1"/>
                  </a:lnTo>
                  <a:lnTo>
                    <a:pt x="2" y="1"/>
                  </a:lnTo>
                  <a:lnTo>
                    <a:pt x="2" y="1"/>
                  </a:lnTo>
                  <a:lnTo>
                    <a:pt x="2" y="1"/>
                  </a:lnTo>
                  <a:lnTo>
                    <a:pt x="2" y="1"/>
                  </a:lnTo>
                  <a:lnTo>
                    <a:pt x="2" y="1"/>
                  </a:lnTo>
                  <a:lnTo>
                    <a:pt x="2" y="1"/>
                  </a:lnTo>
                  <a:lnTo>
                    <a:pt x="2" y="1"/>
                  </a:lnTo>
                  <a:lnTo>
                    <a:pt x="2" y="1"/>
                  </a:lnTo>
                  <a:lnTo>
                    <a:pt x="2" y="1"/>
                  </a:lnTo>
                  <a:lnTo>
                    <a:pt x="2" y="1"/>
                  </a:lnTo>
                  <a:lnTo>
                    <a:pt x="2" y="1"/>
                  </a:lnTo>
                  <a:lnTo>
                    <a:pt x="3" y="1"/>
                  </a:lnTo>
                  <a:lnTo>
                    <a:pt x="3" y="1"/>
                  </a:lnTo>
                  <a:lnTo>
                    <a:pt x="3" y="1"/>
                  </a:lnTo>
                  <a:lnTo>
                    <a:pt x="3" y="1"/>
                  </a:lnTo>
                  <a:lnTo>
                    <a:pt x="3" y="1"/>
                  </a:lnTo>
                  <a:lnTo>
                    <a:pt x="3" y="1"/>
                  </a:lnTo>
                  <a:lnTo>
                    <a:pt x="3" y="1"/>
                  </a:lnTo>
                  <a:lnTo>
                    <a:pt x="3" y="1"/>
                  </a:lnTo>
                  <a:lnTo>
                    <a:pt x="3" y="1"/>
                  </a:lnTo>
                  <a:lnTo>
                    <a:pt x="3" y="1"/>
                  </a:lnTo>
                  <a:lnTo>
                    <a:pt x="3" y="1"/>
                  </a:lnTo>
                  <a:lnTo>
                    <a:pt x="3"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0" name="Freeform 704"/>
            <p:cNvSpPr/>
            <p:nvPr/>
          </p:nvSpPr>
          <p:spPr bwMode="auto">
            <a:xfrm>
              <a:off x="8374063" y="4878388"/>
              <a:ext cx="3175" cy="3175"/>
            </a:xfrm>
            <a:custGeom>
              <a:avLst/>
              <a:gdLst>
                <a:gd name="T0" fmla="*/ 4 w 8"/>
                <a:gd name="T1" fmla="*/ 0 h 7"/>
                <a:gd name="T2" fmla="*/ 4 w 8"/>
                <a:gd name="T3" fmla="*/ 0 h 7"/>
                <a:gd name="T4" fmla="*/ 4 w 8"/>
                <a:gd name="T5" fmla="*/ 0 h 7"/>
                <a:gd name="T6" fmla="*/ 4 w 8"/>
                <a:gd name="T7" fmla="*/ 0 h 7"/>
                <a:gd name="T8" fmla="*/ 4 w 8"/>
                <a:gd name="T9" fmla="*/ 0 h 7"/>
                <a:gd name="T10" fmla="*/ 4 w 8"/>
                <a:gd name="T11" fmla="*/ 0 h 7"/>
                <a:gd name="T12" fmla="*/ 4 w 8"/>
                <a:gd name="T13" fmla="*/ 0 h 7"/>
                <a:gd name="T14" fmla="*/ 4 w 8"/>
                <a:gd name="T15" fmla="*/ 0 h 7"/>
                <a:gd name="T16" fmla="*/ 4 w 8"/>
                <a:gd name="T17" fmla="*/ 0 h 7"/>
                <a:gd name="T18" fmla="*/ 4 w 8"/>
                <a:gd name="T19" fmla="*/ 0 h 7"/>
                <a:gd name="T20" fmla="*/ 6 w 8"/>
                <a:gd name="T21" fmla="*/ 0 h 7"/>
                <a:gd name="T22" fmla="*/ 6 w 8"/>
                <a:gd name="T23" fmla="*/ 0 h 7"/>
                <a:gd name="T24" fmla="*/ 6 w 8"/>
                <a:gd name="T25" fmla="*/ 2 h 7"/>
                <a:gd name="T26" fmla="*/ 7 w 8"/>
                <a:gd name="T27" fmla="*/ 2 h 7"/>
                <a:gd name="T28" fmla="*/ 7 w 8"/>
                <a:gd name="T29" fmla="*/ 2 h 7"/>
                <a:gd name="T30" fmla="*/ 7 w 8"/>
                <a:gd name="T31" fmla="*/ 3 h 7"/>
                <a:gd name="T32" fmla="*/ 7 w 8"/>
                <a:gd name="T33" fmla="*/ 3 h 7"/>
                <a:gd name="T34" fmla="*/ 8 w 8"/>
                <a:gd name="T35" fmla="*/ 4 h 7"/>
                <a:gd name="T36" fmla="*/ 8 w 8"/>
                <a:gd name="T37" fmla="*/ 4 h 7"/>
                <a:gd name="T38" fmla="*/ 7 w 8"/>
                <a:gd name="T39" fmla="*/ 5 h 7"/>
                <a:gd name="T40" fmla="*/ 7 w 8"/>
                <a:gd name="T41" fmla="*/ 5 h 7"/>
                <a:gd name="T42" fmla="*/ 7 w 8"/>
                <a:gd name="T43" fmla="*/ 6 h 7"/>
                <a:gd name="T44" fmla="*/ 6 w 8"/>
                <a:gd name="T45" fmla="*/ 6 h 7"/>
                <a:gd name="T46" fmla="*/ 6 w 8"/>
                <a:gd name="T47" fmla="*/ 6 h 7"/>
                <a:gd name="T48" fmla="*/ 4 w 8"/>
                <a:gd name="T49" fmla="*/ 7 h 7"/>
                <a:gd name="T50" fmla="*/ 4 w 8"/>
                <a:gd name="T51" fmla="*/ 7 h 7"/>
                <a:gd name="T52" fmla="*/ 3 w 8"/>
                <a:gd name="T53" fmla="*/ 7 h 7"/>
                <a:gd name="T54" fmla="*/ 3 w 8"/>
                <a:gd name="T55" fmla="*/ 7 h 7"/>
                <a:gd name="T56" fmla="*/ 2 w 8"/>
                <a:gd name="T57" fmla="*/ 7 h 7"/>
                <a:gd name="T58" fmla="*/ 2 w 8"/>
                <a:gd name="T59" fmla="*/ 7 h 7"/>
                <a:gd name="T60" fmla="*/ 2 w 8"/>
                <a:gd name="T61" fmla="*/ 7 h 7"/>
                <a:gd name="T62" fmla="*/ 2 w 8"/>
                <a:gd name="T63" fmla="*/ 7 h 7"/>
                <a:gd name="T64" fmla="*/ 2 w 8"/>
                <a:gd name="T65" fmla="*/ 6 h 7"/>
                <a:gd name="T66" fmla="*/ 2 w 8"/>
                <a:gd name="T67" fmla="*/ 6 h 7"/>
                <a:gd name="T68" fmla="*/ 1 w 8"/>
                <a:gd name="T69" fmla="*/ 6 h 7"/>
                <a:gd name="T70" fmla="*/ 1 w 8"/>
                <a:gd name="T71" fmla="*/ 5 h 7"/>
                <a:gd name="T72" fmla="*/ 1 w 8"/>
                <a:gd name="T73" fmla="*/ 5 h 7"/>
                <a:gd name="T74" fmla="*/ 1 w 8"/>
                <a:gd name="T75" fmla="*/ 5 h 7"/>
                <a:gd name="T76" fmla="*/ 1 w 8"/>
                <a:gd name="T77" fmla="*/ 5 h 7"/>
                <a:gd name="T78" fmla="*/ 1 w 8"/>
                <a:gd name="T79" fmla="*/ 4 h 7"/>
                <a:gd name="T80" fmla="*/ 0 w 8"/>
                <a:gd name="T81" fmla="*/ 4 h 7"/>
                <a:gd name="T82" fmla="*/ 0 w 8"/>
                <a:gd name="T83" fmla="*/ 3 h 7"/>
                <a:gd name="T84" fmla="*/ 1 w 8"/>
                <a:gd name="T85" fmla="*/ 3 h 7"/>
                <a:gd name="T86" fmla="*/ 1 w 8"/>
                <a:gd name="T87" fmla="*/ 3 h 7"/>
                <a:gd name="T88" fmla="*/ 2 w 8"/>
                <a:gd name="T89" fmla="*/ 2 h 7"/>
                <a:gd name="T90" fmla="*/ 3 w 8"/>
                <a:gd name="T91" fmla="*/ 2 h 7"/>
                <a:gd name="T92" fmla="*/ 3 w 8"/>
                <a:gd name="T93" fmla="*/ 2 h 7"/>
                <a:gd name="T94" fmla="*/ 4 w 8"/>
                <a:gd name="T95" fmla="*/ 0 h 7"/>
                <a:gd name="T96" fmla="*/ 4 w 8"/>
                <a:gd name="T97" fmla="*/ 0 h 7"/>
                <a:gd name="T98" fmla="*/ 4 w 8"/>
                <a:gd name="T9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 h="7">
                  <a:moveTo>
                    <a:pt x="4" y="0"/>
                  </a:move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6" y="0"/>
                  </a:lnTo>
                  <a:lnTo>
                    <a:pt x="6" y="0"/>
                  </a:lnTo>
                  <a:lnTo>
                    <a:pt x="6" y="0"/>
                  </a:lnTo>
                  <a:lnTo>
                    <a:pt x="6" y="0"/>
                  </a:lnTo>
                  <a:lnTo>
                    <a:pt x="6" y="2"/>
                  </a:lnTo>
                  <a:lnTo>
                    <a:pt x="7" y="2"/>
                  </a:lnTo>
                  <a:lnTo>
                    <a:pt x="7" y="2"/>
                  </a:lnTo>
                  <a:lnTo>
                    <a:pt x="7" y="2"/>
                  </a:lnTo>
                  <a:lnTo>
                    <a:pt x="7" y="2"/>
                  </a:lnTo>
                  <a:lnTo>
                    <a:pt x="7" y="3"/>
                  </a:lnTo>
                  <a:lnTo>
                    <a:pt x="7" y="3"/>
                  </a:lnTo>
                  <a:lnTo>
                    <a:pt x="7" y="3"/>
                  </a:lnTo>
                  <a:lnTo>
                    <a:pt x="7" y="3"/>
                  </a:lnTo>
                  <a:lnTo>
                    <a:pt x="8" y="4"/>
                  </a:lnTo>
                  <a:lnTo>
                    <a:pt x="8" y="4"/>
                  </a:lnTo>
                  <a:lnTo>
                    <a:pt x="8" y="4"/>
                  </a:lnTo>
                  <a:lnTo>
                    <a:pt x="8" y="4"/>
                  </a:lnTo>
                  <a:lnTo>
                    <a:pt x="7" y="4"/>
                  </a:lnTo>
                  <a:lnTo>
                    <a:pt x="7" y="5"/>
                  </a:lnTo>
                  <a:lnTo>
                    <a:pt x="7" y="5"/>
                  </a:lnTo>
                  <a:lnTo>
                    <a:pt x="7" y="5"/>
                  </a:lnTo>
                  <a:lnTo>
                    <a:pt x="7" y="5"/>
                  </a:lnTo>
                  <a:lnTo>
                    <a:pt x="7" y="6"/>
                  </a:lnTo>
                  <a:lnTo>
                    <a:pt x="6" y="6"/>
                  </a:lnTo>
                  <a:lnTo>
                    <a:pt x="6" y="6"/>
                  </a:lnTo>
                  <a:lnTo>
                    <a:pt x="6" y="6"/>
                  </a:lnTo>
                  <a:lnTo>
                    <a:pt x="6" y="6"/>
                  </a:lnTo>
                  <a:lnTo>
                    <a:pt x="4" y="7"/>
                  </a:lnTo>
                  <a:lnTo>
                    <a:pt x="4" y="7"/>
                  </a:lnTo>
                  <a:lnTo>
                    <a:pt x="4" y="7"/>
                  </a:lnTo>
                  <a:lnTo>
                    <a:pt x="4" y="7"/>
                  </a:lnTo>
                  <a:lnTo>
                    <a:pt x="3" y="7"/>
                  </a:lnTo>
                  <a:lnTo>
                    <a:pt x="3" y="7"/>
                  </a:lnTo>
                  <a:lnTo>
                    <a:pt x="3" y="7"/>
                  </a:lnTo>
                  <a:lnTo>
                    <a:pt x="3" y="7"/>
                  </a:lnTo>
                  <a:lnTo>
                    <a:pt x="3" y="7"/>
                  </a:lnTo>
                  <a:lnTo>
                    <a:pt x="2" y="7"/>
                  </a:lnTo>
                  <a:lnTo>
                    <a:pt x="2" y="7"/>
                  </a:lnTo>
                  <a:lnTo>
                    <a:pt x="2" y="7"/>
                  </a:lnTo>
                  <a:lnTo>
                    <a:pt x="2" y="7"/>
                  </a:lnTo>
                  <a:lnTo>
                    <a:pt x="2" y="7"/>
                  </a:lnTo>
                  <a:lnTo>
                    <a:pt x="2" y="7"/>
                  </a:lnTo>
                  <a:lnTo>
                    <a:pt x="2" y="7"/>
                  </a:lnTo>
                  <a:lnTo>
                    <a:pt x="2" y="6"/>
                  </a:lnTo>
                  <a:lnTo>
                    <a:pt x="2" y="6"/>
                  </a:lnTo>
                  <a:lnTo>
                    <a:pt x="2" y="6"/>
                  </a:lnTo>
                  <a:lnTo>
                    <a:pt x="2" y="6"/>
                  </a:lnTo>
                  <a:lnTo>
                    <a:pt x="2" y="6"/>
                  </a:lnTo>
                  <a:lnTo>
                    <a:pt x="1" y="6"/>
                  </a:lnTo>
                  <a:lnTo>
                    <a:pt x="1" y="5"/>
                  </a:lnTo>
                  <a:lnTo>
                    <a:pt x="1" y="5"/>
                  </a:lnTo>
                  <a:lnTo>
                    <a:pt x="1" y="5"/>
                  </a:lnTo>
                  <a:lnTo>
                    <a:pt x="1" y="5"/>
                  </a:lnTo>
                  <a:lnTo>
                    <a:pt x="1" y="5"/>
                  </a:lnTo>
                  <a:lnTo>
                    <a:pt x="1" y="5"/>
                  </a:lnTo>
                  <a:lnTo>
                    <a:pt x="1" y="5"/>
                  </a:lnTo>
                  <a:lnTo>
                    <a:pt x="1" y="5"/>
                  </a:lnTo>
                  <a:lnTo>
                    <a:pt x="1" y="4"/>
                  </a:lnTo>
                  <a:lnTo>
                    <a:pt x="1" y="4"/>
                  </a:lnTo>
                  <a:lnTo>
                    <a:pt x="0" y="4"/>
                  </a:lnTo>
                  <a:lnTo>
                    <a:pt x="0" y="4"/>
                  </a:lnTo>
                  <a:lnTo>
                    <a:pt x="0" y="4"/>
                  </a:lnTo>
                  <a:lnTo>
                    <a:pt x="0" y="3"/>
                  </a:lnTo>
                  <a:lnTo>
                    <a:pt x="1" y="3"/>
                  </a:lnTo>
                  <a:lnTo>
                    <a:pt x="1" y="3"/>
                  </a:lnTo>
                  <a:lnTo>
                    <a:pt x="1" y="3"/>
                  </a:lnTo>
                  <a:lnTo>
                    <a:pt x="1" y="3"/>
                  </a:lnTo>
                  <a:lnTo>
                    <a:pt x="2" y="2"/>
                  </a:lnTo>
                  <a:lnTo>
                    <a:pt x="2" y="2"/>
                  </a:lnTo>
                  <a:lnTo>
                    <a:pt x="2" y="2"/>
                  </a:lnTo>
                  <a:lnTo>
                    <a:pt x="3" y="2"/>
                  </a:lnTo>
                  <a:lnTo>
                    <a:pt x="3" y="2"/>
                  </a:lnTo>
                  <a:lnTo>
                    <a:pt x="3" y="2"/>
                  </a:lnTo>
                  <a:lnTo>
                    <a:pt x="3" y="0"/>
                  </a:lnTo>
                  <a:lnTo>
                    <a:pt x="4" y="0"/>
                  </a:lnTo>
                  <a:lnTo>
                    <a:pt x="4" y="0"/>
                  </a:lnTo>
                  <a:lnTo>
                    <a:pt x="4" y="0"/>
                  </a:lnTo>
                  <a:lnTo>
                    <a:pt x="4" y="0"/>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1" name="Freeform 705"/>
            <p:cNvSpPr/>
            <p:nvPr/>
          </p:nvSpPr>
          <p:spPr bwMode="auto">
            <a:xfrm>
              <a:off x="8383588" y="4878388"/>
              <a:ext cx="6350" cy="4763"/>
            </a:xfrm>
            <a:custGeom>
              <a:avLst/>
              <a:gdLst>
                <a:gd name="T0" fmla="*/ 0 w 11"/>
                <a:gd name="T1" fmla="*/ 4 h 8"/>
                <a:gd name="T2" fmla="*/ 0 w 11"/>
                <a:gd name="T3" fmla="*/ 4 h 8"/>
                <a:gd name="T4" fmla="*/ 0 w 11"/>
                <a:gd name="T5" fmla="*/ 4 h 8"/>
                <a:gd name="T6" fmla="*/ 0 w 11"/>
                <a:gd name="T7" fmla="*/ 4 h 8"/>
                <a:gd name="T8" fmla="*/ 0 w 11"/>
                <a:gd name="T9" fmla="*/ 4 h 8"/>
                <a:gd name="T10" fmla="*/ 0 w 11"/>
                <a:gd name="T11" fmla="*/ 4 h 8"/>
                <a:gd name="T12" fmla="*/ 0 w 11"/>
                <a:gd name="T13" fmla="*/ 4 h 8"/>
                <a:gd name="T14" fmla="*/ 0 w 11"/>
                <a:gd name="T15" fmla="*/ 4 h 8"/>
                <a:gd name="T16" fmla="*/ 0 w 11"/>
                <a:gd name="T17" fmla="*/ 4 h 8"/>
                <a:gd name="T18" fmla="*/ 0 w 11"/>
                <a:gd name="T19" fmla="*/ 3 h 8"/>
                <a:gd name="T20" fmla="*/ 0 w 11"/>
                <a:gd name="T21" fmla="*/ 3 h 8"/>
                <a:gd name="T22" fmla="*/ 0 w 11"/>
                <a:gd name="T23" fmla="*/ 3 h 8"/>
                <a:gd name="T24" fmla="*/ 0 w 11"/>
                <a:gd name="T25" fmla="*/ 3 h 8"/>
                <a:gd name="T26" fmla="*/ 1 w 11"/>
                <a:gd name="T27" fmla="*/ 2 h 8"/>
                <a:gd name="T28" fmla="*/ 1 w 11"/>
                <a:gd name="T29" fmla="*/ 2 h 8"/>
                <a:gd name="T30" fmla="*/ 1 w 11"/>
                <a:gd name="T31" fmla="*/ 2 h 8"/>
                <a:gd name="T32" fmla="*/ 2 w 11"/>
                <a:gd name="T33" fmla="*/ 2 h 8"/>
                <a:gd name="T34" fmla="*/ 2 w 11"/>
                <a:gd name="T35" fmla="*/ 0 h 8"/>
                <a:gd name="T36" fmla="*/ 3 w 11"/>
                <a:gd name="T37" fmla="*/ 0 h 8"/>
                <a:gd name="T38" fmla="*/ 5 w 11"/>
                <a:gd name="T39" fmla="*/ 0 h 8"/>
                <a:gd name="T40" fmla="*/ 6 w 11"/>
                <a:gd name="T41" fmla="*/ 0 h 8"/>
                <a:gd name="T42" fmla="*/ 7 w 11"/>
                <a:gd name="T43" fmla="*/ 0 h 8"/>
                <a:gd name="T44" fmla="*/ 8 w 11"/>
                <a:gd name="T45" fmla="*/ 0 h 8"/>
                <a:gd name="T46" fmla="*/ 9 w 11"/>
                <a:gd name="T47" fmla="*/ 2 h 8"/>
                <a:gd name="T48" fmla="*/ 10 w 11"/>
                <a:gd name="T49" fmla="*/ 2 h 8"/>
                <a:gd name="T50" fmla="*/ 10 w 11"/>
                <a:gd name="T51" fmla="*/ 2 h 8"/>
                <a:gd name="T52" fmla="*/ 11 w 11"/>
                <a:gd name="T53" fmla="*/ 2 h 8"/>
                <a:gd name="T54" fmla="*/ 11 w 11"/>
                <a:gd name="T55" fmla="*/ 2 h 8"/>
                <a:gd name="T56" fmla="*/ 11 w 11"/>
                <a:gd name="T57" fmla="*/ 2 h 8"/>
                <a:gd name="T58" fmla="*/ 11 w 11"/>
                <a:gd name="T59" fmla="*/ 3 h 8"/>
                <a:gd name="T60" fmla="*/ 11 w 11"/>
                <a:gd name="T61" fmla="*/ 3 h 8"/>
                <a:gd name="T62" fmla="*/ 11 w 11"/>
                <a:gd name="T63" fmla="*/ 4 h 8"/>
                <a:gd name="T64" fmla="*/ 11 w 11"/>
                <a:gd name="T65" fmla="*/ 4 h 8"/>
                <a:gd name="T66" fmla="*/ 10 w 11"/>
                <a:gd name="T67" fmla="*/ 5 h 8"/>
                <a:gd name="T68" fmla="*/ 10 w 11"/>
                <a:gd name="T69" fmla="*/ 5 h 8"/>
                <a:gd name="T70" fmla="*/ 10 w 11"/>
                <a:gd name="T71" fmla="*/ 6 h 8"/>
                <a:gd name="T72" fmla="*/ 9 w 11"/>
                <a:gd name="T73" fmla="*/ 6 h 8"/>
                <a:gd name="T74" fmla="*/ 9 w 11"/>
                <a:gd name="T75" fmla="*/ 6 h 8"/>
                <a:gd name="T76" fmla="*/ 8 w 11"/>
                <a:gd name="T77" fmla="*/ 6 h 8"/>
                <a:gd name="T78" fmla="*/ 7 w 11"/>
                <a:gd name="T79" fmla="*/ 6 h 8"/>
                <a:gd name="T80" fmla="*/ 7 w 11"/>
                <a:gd name="T81" fmla="*/ 6 h 8"/>
                <a:gd name="T82" fmla="*/ 6 w 11"/>
                <a:gd name="T83" fmla="*/ 6 h 8"/>
                <a:gd name="T84" fmla="*/ 6 w 11"/>
                <a:gd name="T85" fmla="*/ 6 h 8"/>
                <a:gd name="T86" fmla="*/ 5 w 11"/>
                <a:gd name="T87" fmla="*/ 6 h 8"/>
                <a:gd name="T88" fmla="*/ 5 w 11"/>
                <a:gd name="T89" fmla="*/ 6 h 8"/>
                <a:gd name="T90" fmla="*/ 3 w 11"/>
                <a:gd name="T91" fmla="*/ 6 h 8"/>
                <a:gd name="T92" fmla="*/ 3 w 11"/>
                <a:gd name="T93" fmla="*/ 7 h 8"/>
                <a:gd name="T94" fmla="*/ 2 w 11"/>
                <a:gd name="T95" fmla="*/ 7 h 8"/>
                <a:gd name="T96" fmla="*/ 2 w 11"/>
                <a:gd name="T97" fmla="*/ 8 h 8"/>
                <a:gd name="T98" fmla="*/ 1 w 11"/>
                <a:gd name="T99" fmla="*/ 8 h 8"/>
                <a:gd name="T100" fmla="*/ 1 w 11"/>
                <a:gd name="T101" fmla="*/ 7 h 8"/>
                <a:gd name="T102" fmla="*/ 1 w 11"/>
                <a:gd name="T103" fmla="*/ 7 h 8"/>
                <a:gd name="T104" fmla="*/ 0 w 11"/>
                <a:gd name="T105" fmla="*/ 6 h 8"/>
                <a:gd name="T106" fmla="*/ 0 w 11"/>
                <a:gd name="T107" fmla="*/ 5 h 8"/>
                <a:gd name="T108" fmla="*/ 0 w 11"/>
                <a:gd name="T109" fmla="*/ 5 h 8"/>
                <a:gd name="T110" fmla="*/ 0 w 11"/>
                <a:gd name="T111" fmla="*/ 4 h 8"/>
                <a:gd name="T112" fmla="*/ 0 w 11"/>
                <a:gd name="T113" fmla="*/ 4 h 8"/>
                <a:gd name="T114" fmla="*/ 0 w 11"/>
                <a:gd name="T115"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 h="8">
                  <a:moveTo>
                    <a:pt x="0" y="4"/>
                  </a:moveTo>
                  <a:lnTo>
                    <a:pt x="0" y="4"/>
                  </a:lnTo>
                  <a:lnTo>
                    <a:pt x="0" y="4"/>
                  </a:lnTo>
                  <a:lnTo>
                    <a:pt x="0" y="4"/>
                  </a:lnTo>
                  <a:lnTo>
                    <a:pt x="0" y="4"/>
                  </a:lnTo>
                  <a:lnTo>
                    <a:pt x="0" y="4"/>
                  </a:lnTo>
                  <a:lnTo>
                    <a:pt x="0" y="4"/>
                  </a:lnTo>
                  <a:lnTo>
                    <a:pt x="0" y="4"/>
                  </a:lnTo>
                  <a:lnTo>
                    <a:pt x="0" y="4"/>
                  </a:lnTo>
                  <a:lnTo>
                    <a:pt x="0" y="4"/>
                  </a:lnTo>
                  <a:lnTo>
                    <a:pt x="0" y="4"/>
                  </a:lnTo>
                  <a:lnTo>
                    <a:pt x="0" y="4"/>
                  </a:lnTo>
                  <a:lnTo>
                    <a:pt x="0" y="4"/>
                  </a:lnTo>
                  <a:lnTo>
                    <a:pt x="0" y="4"/>
                  </a:lnTo>
                  <a:lnTo>
                    <a:pt x="0" y="4"/>
                  </a:lnTo>
                  <a:lnTo>
                    <a:pt x="0" y="4"/>
                  </a:lnTo>
                  <a:lnTo>
                    <a:pt x="0" y="4"/>
                  </a:lnTo>
                  <a:lnTo>
                    <a:pt x="0" y="4"/>
                  </a:lnTo>
                  <a:lnTo>
                    <a:pt x="0" y="4"/>
                  </a:lnTo>
                  <a:lnTo>
                    <a:pt x="0" y="3"/>
                  </a:lnTo>
                  <a:lnTo>
                    <a:pt x="0" y="3"/>
                  </a:lnTo>
                  <a:lnTo>
                    <a:pt x="0" y="3"/>
                  </a:lnTo>
                  <a:lnTo>
                    <a:pt x="0" y="3"/>
                  </a:lnTo>
                  <a:lnTo>
                    <a:pt x="0" y="3"/>
                  </a:lnTo>
                  <a:lnTo>
                    <a:pt x="0" y="3"/>
                  </a:lnTo>
                  <a:lnTo>
                    <a:pt x="0" y="3"/>
                  </a:lnTo>
                  <a:lnTo>
                    <a:pt x="0" y="2"/>
                  </a:lnTo>
                  <a:lnTo>
                    <a:pt x="1" y="2"/>
                  </a:lnTo>
                  <a:lnTo>
                    <a:pt x="1" y="2"/>
                  </a:lnTo>
                  <a:lnTo>
                    <a:pt x="1" y="2"/>
                  </a:lnTo>
                  <a:lnTo>
                    <a:pt x="1" y="2"/>
                  </a:lnTo>
                  <a:lnTo>
                    <a:pt x="1" y="2"/>
                  </a:lnTo>
                  <a:lnTo>
                    <a:pt x="1" y="2"/>
                  </a:lnTo>
                  <a:lnTo>
                    <a:pt x="2" y="2"/>
                  </a:lnTo>
                  <a:lnTo>
                    <a:pt x="2" y="2"/>
                  </a:lnTo>
                  <a:lnTo>
                    <a:pt x="2" y="0"/>
                  </a:lnTo>
                  <a:lnTo>
                    <a:pt x="3" y="0"/>
                  </a:lnTo>
                  <a:lnTo>
                    <a:pt x="3" y="0"/>
                  </a:lnTo>
                  <a:lnTo>
                    <a:pt x="5" y="0"/>
                  </a:lnTo>
                  <a:lnTo>
                    <a:pt x="5" y="0"/>
                  </a:lnTo>
                  <a:lnTo>
                    <a:pt x="6" y="0"/>
                  </a:lnTo>
                  <a:lnTo>
                    <a:pt x="6" y="0"/>
                  </a:lnTo>
                  <a:lnTo>
                    <a:pt x="7" y="0"/>
                  </a:lnTo>
                  <a:lnTo>
                    <a:pt x="7" y="0"/>
                  </a:lnTo>
                  <a:lnTo>
                    <a:pt x="8" y="0"/>
                  </a:lnTo>
                  <a:lnTo>
                    <a:pt x="8" y="0"/>
                  </a:lnTo>
                  <a:lnTo>
                    <a:pt x="9" y="0"/>
                  </a:lnTo>
                  <a:lnTo>
                    <a:pt x="9" y="2"/>
                  </a:lnTo>
                  <a:lnTo>
                    <a:pt x="10" y="2"/>
                  </a:lnTo>
                  <a:lnTo>
                    <a:pt x="10" y="2"/>
                  </a:lnTo>
                  <a:lnTo>
                    <a:pt x="10" y="2"/>
                  </a:lnTo>
                  <a:lnTo>
                    <a:pt x="10" y="2"/>
                  </a:lnTo>
                  <a:lnTo>
                    <a:pt x="11" y="2"/>
                  </a:lnTo>
                  <a:lnTo>
                    <a:pt x="11" y="2"/>
                  </a:lnTo>
                  <a:lnTo>
                    <a:pt x="11" y="2"/>
                  </a:lnTo>
                  <a:lnTo>
                    <a:pt x="11" y="2"/>
                  </a:lnTo>
                  <a:lnTo>
                    <a:pt x="11" y="2"/>
                  </a:lnTo>
                  <a:lnTo>
                    <a:pt x="11" y="2"/>
                  </a:lnTo>
                  <a:lnTo>
                    <a:pt x="11" y="2"/>
                  </a:lnTo>
                  <a:lnTo>
                    <a:pt x="11" y="3"/>
                  </a:lnTo>
                  <a:lnTo>
                    <a:pt x="11" y="3"/>
                  </a:lnTo>
                  <a:lnTo>
                    <a:pt x="11" y="3"/>
                  </a:lnTo>
                  <a:lnTo>
                    <a:pt x="11" y="3"/>
                  </a:lnTo>
                  <a:lnTo>
                    <a:pt x="11" y="4"/>
                  </a:lnTo>
                  <a:lnTo>
                    <a:pt x="11" y="4"/>
                  </a:lnTo>
                  <a:lnTo>
                    <a:pt x="11" y="4"/>
                  </a:lnTo>
                  <a:lnTo>
                    <a:pt x="10" y="5"/>
                  </a:lnTo>
                  <a:lnTo>
                    <a:pt x="10" y="5"/>
                  </a:lnTo>
                  <a:lnTo>
                    <a:pt x="10" y="5"/>
                  </a:lnTo>
                  <a:lnTo>
                    <a:pt x="10" y="5"/>
                  </a:lnTo>
                  <a:lnTo>
                    <a:pt x="10" y="6"/>
                  </a:lnTo>
                  <a:lnTo>
                    <a:pt x="10" y="6"/>
                  </a:lnTo>
                  <a:lnTo>
                    <a:pt x="9" y="6"/>
                  </a:lnTo>
                  <a:lnTo>
                    <a:pt x="9" y="6"/>
                  </a:lnTo>
                  <a:lnTo>
                    <a:pt x="9" y="6"/>
                  </a:lnTo>
                  <a:lnTo>
                    <a:pt x="9" y="6"/>
                  </a:lnTo>
                  <a:lnTo>
                    <a:pt x="8" y="6"/>
                  </a:lnTo>
                  <a:lnTo>
                    <a:pt x="8" y="6"/>
                  </a:lnTo>
                  <a:lnTo>
                    <a:pt x="8" y="6"/>
                  </a:lnTo>
                  <a:lnTo>
                    <a:pt x="7" y="6"/>
                  </a:lnTo>
                  <a:lnTo>
                    <a:pt x="7" y="6"/>
                  </a:lnTo>
                  <a:lnTo>
                    <a:pt x="7" y="6"/>
                  </a:lnTo>
                  <a:lnTo>
                    <a:pt x="7" y="6"/>
                  </a:lnTo>
                  <a:lnTo>
                    <a:pt x="6" y="6"/>
                  </a:lnTo>
                  <a:lnTo>
                    <a:pt x="6" y="6"/>
                  </a:lnTo>
                  <a:lnTo>
                    <a:pt x="6" y="6"/>
                  </a:lnTo>
                  <a:lnTo>
                    <a:pt x="6" y="6"/>
                  </a:lnTo>
                  <a:lnTo>
                    <a:pt x="5" y="6"/>
                  </a:lnTo>
                  <a:lnTo>
                    <a:pt x="5" y="6"/>
                  </a:lnTo>
                  <a:lnTo>
                    <a:pt x="5" y="6"/>
                  </a:lnTo>
                  <a:lnTo>
                    <a:pt x="5" y="6"/>
                  </a:lnTo>
                  <a:lnTo>
                    <a:pt x="3" y="6"/>
                  </a:lnTo>
                  <a:lnTo>
                    <a:pt x="3" y="7"/>
                  </a:lnTo>
                  <a:lnTo>
                    <a:pt x="3" y="7"/>
                  </a:lnTo>
                  <a:lnTo>
                    <a:pt x="3" y="7"/>
                  </a:lnTo>
                  <a:lnTo>
                    <a:pt x="2" y="7"/>
                  </a:lnTo>
                  <a:lnTo>
                    <a:pt x="2" y="8"/>
                  </a:lnTo>
                  <a:lnTo>
                    <a:pt x="2" y="8"/>
                  </a:lnTo>
                  <a:lnTo>
                    <a:pt x="1" y="8"/>
                  </a:lnTo>
                  <a:lnTo>
                    <a:pt x="1" y="8"/>
                  </a:lnTo>
                  <a:lnTo>
                    <a:pt x="1" y="8"/>
                  </a:lnTo>
                  <a:lnTo>
                    <a:pt x="1" y="7"/>
                  </a:lnTo>
                  <a:lnTo>
                    <a:pt x="1" y="7"/>
                  </a:lnTo>
                  <a:lnTo>
                    <a:pt x="1" y="7"/>
                  </a:lnTo>
                  <a:lnTo>
                    <a:pt x="0" y="7"/>
                  </a:lnTo>
                  <a:lnTo>
                    <a:pt x="0" y="6"/>
                  </a:lnTo>
                  <a:lnTo>
                    <a:pt x="0" y="6"/>
                  </a:lnTo>
                  <a:lnTo>
                    <a:pt x="0" y="5"/>
                  </a:lnTo>
                  <a:lnTo>
                    <a:pt x="0" y="5"/>
                  </a:lnTo>
                  <a:lnTo>
                    <a:pt x="0" y="5"/>
                  </a:lnTo>
                  <a:lnTo>
                    <a:pt x="0" y="5"/>
                  </a:lnTo>
                  <a:lnTo>
                    <a:pt x="0" y="4"/>
                  </a:lnTo>
                  <a:lnTo>
                    <a:pt x="0" y="4"/>
                  </a:lnTo>
                  <a:lnTo>
                    <a:pt x="0" y="4"/>
                  </a:lnTo>
                  <a:lnTo>
                    <a:pt x="0" y="4"/>
                  </a:lnTo>
                  <a:lnTo>
                    <a:pt x="0"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2" name="Freeform 706"/>
            <p:cNvSpPr/>
            <p:nvPr/>
          </p:nvSpPr>
          <p:spPr bwMode="auto">
            <a:xfrm>
              <a:off x="8350250" y="4887913"/>
              <a:ext cx="12700" cy="19050"/>
            </a:xfrm>
            <a:custGeom>
              <a:avLst/>
              <a:gdLst>
                <a:gd name="T0" fmla="*/ 3 w 25"/>
                <a:gd name="T1" fmla="*/ 11 h 35"/>
                <a:gd name="T2" fmla="*/ 6 w 25"/>
                <a:gd name="T3" fmla="*/ 7 h 35"/>
                <a:gd name="T4" fmla="*/ 10 w 25"/>
                <a:gd name="T5" fmla="*/ 4 h 35"/>
                <a:gd name="T6" fmla="*/ 11 w 25"/>
                <a:gd name="T7" fmla="*/ 3 h 35"/>
                <a:gd name="T8" fmla="*/ 13 w 25"/>
                <a:gd name="T9" fmla="*/ 3 h 35"/>
                <a:gd name="T10" fmla="*/ 16 w 25"/>
                <a:gd name="T11" fmla="*/ 3 h 35"/>
                <a:gd name="T12" fmla="*/ 18 w 25"/>
                <a:gd name="T13" fmla="*/ 2 h 35"/>
                <a:gd name="T14" fmla="*/ 20 w 25"/>
                <a:gd name="T15" fmla="*/ 2 h 35"/>
                <a:gd name="T16" fmla="*/ 23 w 25"/>
                <a:gd name="T17" fmla="*/ 0 h 35"/>
                <a:gd name="T18" fmla="*/ 24 w 25"/>
                <a:gd name="T19" fmla="*/ 2 h 35"/>
                <a:gd name="T20" fmla="*/ 25 w 25"/>
                <a:gd name="T21" fmla="*/ 4 h 35"/>
                <a:gd name="T22" fmla="*/ 25 w 25"/>
                <a:gd name="T23" fmla="*/ 5 h 35"/>
                <a:gd name="T24" fmla="*/ 24 w 25"/>
                <a:gd name="T25" fmla="*/ 6 h 35"/>
                <a:gd name="T26" fmla="*/ 22 w 25"/>
                <a:gd name="T27" fmla="*/ 7 h 35"/>
                <a:gd name="T28" fmla="*/ 20 w 25"/>
                <a:gd name="T29" fmla="*/ 8 h 35"/>
                <a:gd name="T30" fmla="*/ 18 w 25"/>
                <a:gd name="T31" fmla="*/ 10 h 35"/>
                <a:gd name="T32" fmla="*/ 16 w 25"/>
                <a:gd name="T33" fmla="*/ 12 h 35"/>
                <a:gd name="T34" fmla="*/ 15 w 25"/>
                <a:gd name="T35" fmla="*/ 14 h 35"/>
                <a:gd name="T36" fmla="*/ 15 w 25"/>
                <a:gd name="T37" fmla="*/ 16 h 35"/>
                <a:gd name="T38" fmla="*/ 16 w 25"/>
                <a:gd name="T39" fmla="*/ 17 h 35"/>
                <a:gd name="T40" fmla="*/ 17 w 25"/>
                <a:gd name="T41" fmla="*/ 19 h 35"/>
                <a:gd name="T42" fmla="*/ 18 w 25"/>
                <a:gd name="T43" fmla="*/ 21 h 35"/>
                <a:gd name="T44" fmla="*/ 17 w 25"/>
                <a:gd name="T45" fmla="*/ 23 h 35"/>
                <a:gd name="T46" fmla="*/ 15 w 25"/>
                <a:gd name="T47" fmla="*/ 25 h 35"/>
                <a:gd name="T48" fmla="*/ 15 w 25"/>
                <a:gd name="T49" fmla="*/ 27 h 35"/>
                <a:gd name="T50" fmla="*/ 15 w 25"/>
                <a:gd name="T51" fmla="*/ 29 h 35"/>
                <a:gd name="T52" fmla="*/ 16 w 25"/>
                <a:gd name="T53" fmla="*/ 30 h 35"/>
                <a:gd name="T54" fmla="*/ 17 w 25"/>
                <a:gd name="T55" fmla="*/ 32 h 35"/>
                <a:gd name="T56" fmla="*/ 17 w 25"/>
                <a:gd name="T57" fmla="*/ 32 h 35"/>
                <a:gd name="T58" fmla="*/ 15 w 25"/>
                <a:gd name="T59" fmla="*/ 33 h 35"/>
                <a:gd name="T60" fmla="*/ 13 w 25"/>
                <a:gd name="T61" fmla="*/ 33 h 35"/>
                <a:gd name="T62" fmla="*/ 12 w 25"/>
                <a:gd name="T63" fmla="*/ 34 h 35"/>
                <a:gd name="T64" fmla="*/ 10 w 25"/>
                <a:gd name="T65" fmla="*/ 35 h 35"/>
                <a:gd name="T66" fmla="*/ 9 w 25"/>
                <a:gd name="T67" fmla="*/ 35 h 35"/>
                <a:gd name="T68" fmla="*/ 8 w 25"/>
                <a:gd name="T69" fmla="*/ 34 h 35"/>
                <a:gd name="T70" fmla="*/ 7 w 25"/>
                <a:gd name="T71" fmla="*/ 33 h 35"/>
                <a:gd name="T72" fmla="*/ 5 w 25"/>
                <a:gd name="T73" fmla="*/ 31 h 35"/>
                <a:gd name="T74" fmla="*/ 4 w 25"/>
                <a:gd name="T75" fmla="*/ 29 h 35"/>
                <a:gd name="T76" fmla="*/ 4 w 25"/>
                <a:gd name="T77" fmla="*/ 27 h 35"/>
                <a:gd name="T78" fmla="*/ 5 w 25"/>
                <a:gd name="T79" fmla="*/ 25 h 35"/>
                <a:gd name="T80" fmla="*/ 7 w 25"/>
                <a:gd name="T81" fmla="*/ 23 h 35"/>
                <a:gd name="T82" fmla="*/ 8 w 25"/>
                <a:gd name="T83" fmla="*/ 22 h 35"/>
                <a:gd name="T84" fmla="*/ 10 w 25"/>
                <a:gd name="T85" fmla="*/ 23 h 35"/>
                <a:gd name="T86" fmla="*/ 11 w 25"/>
                <a:gd name="T87" fmla="*/ 22 h 35"/>
                <a:gd name="T88" fmla="*/ 12 w 25"/>
                <a:gd name="T89" fmla="*/ 21 h 35"/>
                <a:gd name="T90" fmla="*/ 12 w 25"/>
                <a:gd name="T91" fmla="*/ 19 h 35"/>
                <a:gd name="T92" fmla="*/ 11 w 25"/>
                <a:gd name="T93" fmla="*/ 17 h 35"/>
                <a:gd name="T94" fmla="*/ 9 w 25"/>
                <a:gd name="T95" fmla="*/ 17 h 35"/>
                <a:gd name="T96" fmla="*/ 8 w 25"/>
                <a:gd name="T97" fmla="*/ 19 h 35"/>
                <a:gd name="T98" fmla="*/ 6 w 25"/>
                <a:gd name="T99" fmla="*/ 19 h 35"/>
                <a:gd name="T100" fmla="*/ 4 w 25"/>
                <a:gd name="T101" fmla="*/ 20 h 35"/>
                <a:gd name="T102" fmla="*/ 2 w 25"/>
                <a:gd name="T103" fmla="*/ 19 h 35"/>
                <a:gd name="T104" fmla="*/ 0 w 25"/>
                <a:gd name="T105" fmla="*/ 17 h 35"/>
                <a:gd name="T106" fmla="*/ 0 w 25"/>
                <a:gd name="T107" fmla="*/ 14 h 35"/>
                <a:gd name="T108" fmla="*/ 1 w 25"/>
                <a:gd name="T109" fmla="*/ 12 h 35"/>
                <a:gd name="T110" fmla="*/ 1 w 25"/>
                <a:gd name="T111" fmla="*/ 12 h 35"/>
                <a:gd name="T112" fmla="*/ 1 w 25"/>
                <a:gd name="T113"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 h="35">
                  <a:moveTo>
                    <a:pt x="1" y="12"/>
                  </a:moveTo>
                  <a:lnTo>
                    <a:pt x="1" y="12"/>
                  </a:lnTo>
                  <a:lnTo>
                    <a:pt x="2" y="12"/>
                  </a:lnTo>
                  <a:lnTo>
                    <a:pt x="2" y="12"/>
                  </a:lnTo>
                  <a:lnTo>
                    <a:pt x="3" y="11"/>
                  </a:lnTo>
                  <a:lnTo>
                    <a:pt x="3" y="10"/>
                  </a:lnTo>
                  <a:lnTo>
                    <a:pt x="4" y="10"/>
                  </a:lnTo>
                  <a:lnTo>
                    <a:pt x="5" y="9"/>
                  </a:lnTo>
                  <a:lnTo>
                    <a:pt x="5" y="8"/>
                  </a:lnTo>
                  <a:lnTo>
                    <a:pt x="6" y="7"/>
                  </a:lnTo>
                  <a:lnTo>
                    <a:pt x="7" y="6"/>
                  </a:lnTo>
                  <a:lnTo>
                    <a:pt x="8" y="6"/>
                  </a:lnTo>
                  <a:lnTo>
                    <a:pt x="8" y="5"/>
                  </a:lnTo>
                  <a:lnTo>
                    <a:pt x="9" y="4"/>
                  </a:lnTo>
                  <a:lnTo>
                    <a:pt x="10" y="4"/>
                  </a:lnTo>
                  <a:lnTo>
                    <a:pt x="10" y="4"/>
                  </a:lnTo>
                  <a:lnTo>
                    <a:pt x="10" y="3"/>
                  </a:lnTo>
                  <a:lnTo>
                    <a:pt x="11" y="3"/>
                  </a:lnTo>
                  <a:lnTo>
                    <a:pt x="11" y="3"/>
                  </a:lnTo>
                  <a:lnTo>
                    <a:pt x="11" y="3"/>
                  </a:lnTo>
                  <a:lnTo>
                    <a:pt x="12" y="3"/>
                  </a:lnTo>
                  <a:lnTo>
                    <a:pt x="12" y="3"/>
                  </a:lnTo>
                  <a:lnTo>
                    <a:pt x="12" y="3"/>
                  </a:lnTo>
                  <a:lnTo>
                    <a:pt x="13" y="3"/>
                  </a:lnTo>
                  <a:lnTo>
                    <a:pt x="13" y="3"/>
                  </a:lnTo>
                  <a:lnTo>
                    <a:pt x="13" y="3"/>
                  </a:lnTo>
                  <a:lnTo>
                    <a:pt x="15" y="3"/>
                  </a:lnTo>
                  <a:lnTo>
                    <a:pt x="15" y="3"/>
                  </a:lnTo>
                  <a:lnTo>
                    <a:pt x="16" y="3"/>
                  </a:lnTo>
                  <a:lnTo>
                    <a:pt x="16" y="3"/>
                  </a:lnTo>
                  <a:lnTo>
                    <a:pt x="16" y="3"/>
                  </a:lnTo>
                  <a:lnTo>
                    <a:pt x="17" y="3"/>
                  </a:lnTo>
                  <a:lnTo>
                    <a:pt x="17" y="3"/>
                  </a:lnTo>
                  <a:lnTo>
                    <a:pt x="17" y="3"/>
                  </a:lnTo>
                  <a:lnTo>
                    <a:pt x="18" y="2"/>
                  </a:lnTo>
                  <a:lnTo>
                    <a:pt x="18" y="2"/>
                  </a:lnTo>
                  <a:lnTo>
                    <a:pt x="19" y="2"/>
                  </a:lnTo>
                  <a:lnTo>
                    <a:pt x="19" y="2"/>
                  </a:lnTo>
                  <a:lnTo>
                    <a:pt x="20" y="2"/>
                  </a:lnTo>
                  <a:lnTo>
                    <a:pt x="20" y="2"/>
                  </a:lnTo>
                  <a:lnTo>
                    <a:pt x="21" y="2"/>
                  </a:lnTo>
                  <a:lnTo>
                    <a:pt x="21" y="0"/>
                  </a:lnTo>
                  <a:lnTo>
                    <a:pt x="22" y="0"/>
                  </a:lnTo>
                  <a:lnTo>
                    <a:pt x="22" y="0"/>
                  </a:lnTo>
                  <a:lnTo>
                    <a:pt x="23" y="0"/>
                  </a:lnTo>
                  <a:lnTo>
                    <a:pt x="23" y="0"/>
                  </a:lnTo>
                  <a:lnTo>
                    <a:pt x="24" y="2"/>
                  </a:lnTo>
                  <a:lnTo>
                    <a:pt x="24" y="2"/>
                  </a:lnTo>
                  <a:lnTo>
                    <a:pt x="24" y="2"/>
                  </a:lnTo>
                  <a:lnTo>
                    <a:pt x="24" y="2"/>
                  </a:lnTo>
                  <a:lnTo>
                    <a:pt x="25" y="3"/>
                  </a:lnTo>
                  <a:lnTo>
                    <a:pt x="25" y="3"/>
                  </a:lnTo>
                  <a:lnTo>
                    <a:pt x="25" y="3"/>
                  </a:lnTo>
                  <a:lnTo>
                    <a:pt x="25" y="3"/>
                  </a:lnTo>
                  <a:lnTo>
                    <a:pt x="25" y="4"/>
                  </a:lnTo>
                  <a:lnTo>
                    <a:pt x="25" y="4"/>
                  </a:lnTo>
                  <a:lnTo>
                    <a:pt x="25" y="4"/>
                  </a:lnTo>
                  <a:lnTo>
                    <a:pt x="25" y="5"/>
                  </a:lnTo>
                  <a:lnTo>
                    <a:pt x="25" y="5"/>
                  </a:lnTo>
                  <a:lnTo>
                    <a:pt x="25" y="5"/>
                  </a:lnTo>
                  <a:lnTo>
                    <a:pt x="25" y="5"/>
                  </a:lnTo>
                  <a:lnTo>
                    <a:pt x="25" y="6"/>
                  </a:lnTo>
                  <a:lnTo>
                    <a:pt x="24" y="6"/>
                  </a:lnTo>
                  <a:lnTo>
                    <a:pt x="24" y="6"/>
                  </a:lnTo>
                  <a:lnTo>
                    <a:pt x="24" y="6"/>
                  </a:lnTo>
                  <a:lnTo>
                    <a:pt x="23" y="6"/>
                  </a:lnTo>
                  <a:lnTo>
                    <a:pt x="23" y="7"/>
                  </a:lnTo>
                  <a:lnTo>
                    <a:pt x="23" y="7"/>
                  </a:lnTo>
                  <a:lnTo>
                    <a:pt x="22" y="7"/>
                  </a:lnTo>
                  <a:lnTo>
                    <a:pt x="22" y="7"/>
                  </a:lnTo>
                  <a:lnTo>
                    <a:pt x="21" y="7"/>
                  </a:lnTo>
                  <a:lnTo>
                    <a:pt x="21" y="7"/>
                  </a:lnTo>
                  <a:lnTo>
                    <a:pt x="20" y="8"/>
                  </a:lnTo>
                  <a:lnTo>
                    <a:pt x="20" y="8"/>
                  </a:lnTo>
                  <a:lnTo>
                    <a:pt x="20" y="8"/>
                  </a:lnTo>
                  <a:lnTo>
                    <a:pt x="19" y="8"/>
                  </a:lnTo>
                  <a:lnTo>
                    <a:pt x="19" y="9"/>
                  </a:lnTo>
                  <a:lnTo>
                    <a:pt x="18" y="9"/>
                  </a:lnTo>
                  <a:lnTo>
                    <a:pt x="18" y="9"/>
                  </a:lnTo>
                  <a:lnTo>
                    <a:pt x="18" y="10"/>
                  </a:lnTo>
                  <a:lnTo>
                    <a:pt x="17" y="10"/>
                  </a:lnTo>
                  <a:lnTo>
                    <a:pt x="17" y="11"/>
                  </a:lnTo>
                  <a:lnTo>
                    <a:pt x="17" y="11"/>
                  </a:lnTo>
                  <a:lnTo>
                    <a:pt x="16" y="11"/>
                  </a:lnTo>
                  <a:lnTo>
                    <a:pt x="16" y="12"/>
                  </a:lnTo>
                  <a:lnTo>
                    <a:pt x="16" y="12"/>
                  </a:lnTo>
                  <a:lnTo>
                    <a:pt x="16" y="13"/>
                  </a:lnTo>
                  <a:lnTo>
                    <a:pt x="16" y="13"/>
                  </a:lnTo>
                  <a:lnTo>
                    <a:pt x="15" y="14"/>
                  </a:lnTo>
                  <a:lnTo>
                    <a:pt x="15" y="14"/>
                  </a:lnTo>
                  <a:lnTo>
                    <a:pt x="15" y="14"/>
                  </a:lnTo>
                  <a:lnTo>
                    <a:pt x="15" y="15"/>
                  </a:lnTo>
                  <a:lnTo>
                    <a:pt x="15" y="15"/>
                  </a:lnTo>
                  <a:lnTo>
                    <a:pt x="15" y="15"/>
                  </a:lnTo>
                  <a:lnTo>
                    <a:pt x="15" y="16"/>
                  </a:lnTo>
                  <a:lnTo>
                    <a:pt x="15" y="16"/>
                  </a:lnTo>
                  <a:lnTo>
                    <a:pt x="15" y="16"/>
                  </a:lnTo>
                  <a:lnTo>
                    <a:pt x="16" y="17"/>
                  </a:lnTo>
                  <a:lnTo>
                    <a:pt x="16" y="17"/>
                  </a:lnTo>
                  <a:lnTo>
                    <a:pt x="16" y="17"/>
                  </a:lnTo>
                  <a:lnTo>
                    <a:pt x="16" y="17"/>
                  </a:lnTo>
                  <a:lnTo>
                    <a:pt x="17" y="19"/>
                  </a:lnTo>
                  <a:lnTo>
                    <a:pt x="17" y="19"/>
                  </a:lnTo>
                  <a:lnTo>
                    <a:pt x="17" y="19"/>
                  </a:lnTo>
                  <a:lnTo>
                    <a:pt x="17" y="19"/>
                  </a:lnTo>
                  <a:lnTo>
                    <a:pt x="17" y="20"/>
                  </a:lnTo>
                  <a:lnTo>
                    <a:pt x="18" y="20"/>
                  </a:lnTo>
                  <a:lnTo>
                    <a:pt x="18" y="20"/>
                  </a:lnTo>
                  <a:lnTo>
                    <a:pt x="18" y="20"/>
                  </a:lnTo>
                  <a:lnTo>
                    <a:pt x="18" y="21"/>
                  </a:lnTo>
                  <a:lnTo>
                    <a:pt x="18" y="21"/>
                  </a:lnTo>
                  <a:lnTo>
                    <a:pt x="18" y="21"/>
                  </a:lnTo>
                  <a:lnTo>
                    <a:pt x="17" y="22"/>
                  </a:lnTo>
                  <a:lnTo>
                    <a:pt x="17" y="22"/>
                  </a:lnTo>
                  <a:lnTo>
                    <a:pt x="17" y="23"/>
                  </a:lnTo>
                  <a:lnTo>
                    <a:pt x="17" y="23"/>
                  </a:lnTo>
                  <a:lnTo>
                    <a:pt x="16" y="24"/>
                  </a:lnTo>
                  <a:lnTo>
                    <a:pt x="16" y="24"/>
                  </a:lnTo>
                  <a:lnTo>
                    <a:pt x="16" y="25"/>
                  </a:lnTo>
                  <a:lnTo>
                    <a:pt x="15" y="25"/>
                  </a:lnTo>
                  <a:lnTo>
                    <a:pt x="15" y="25"/>
                  </a:lnTo>
                  <a:lnTo>
                    <a:pt x="15" y="26"/>
                  </a:lnTo>
                  <a:lnTo>
                    <a:pt x="15" y="26"/>
                  </a:lnTo>
                  <a:lnTo>
                    <a:pt x="15" y="27"/>
                  </a:lnTo>
                  <a:lnTo>
                    <a:pt x="15" y="27"/>
                  </a:lnTo>
                  <a:lnTo>
                    <a:pt x="15" y="28"/>
                  </a:lnTo>
                  <a:lnTo>
                    <a:pt x="15" y="28"/>
                  </a:lnTo>
                  <a:lnTo>
                    <a:pt x="15" y="28"/>
                  </a:lnTo>
                  <a:lnTo>
                    <a:pt x="15" y="28"/>
                  </a:lnTo>
                  <a:lnTo>
                    <a:pt x="15" y="29"/>
                  </a:lnTo>
                  <a:lnTo>
                    <a:pt x="15" y="29"/>
                  </a:lnTo>
                  <a:lnTo>
                    <a:pt x="16" y="29"/>
                  </a:lnTo>
                  <a:lnTo>
                    <a:pt x="16" y="30"/>
                  </a:lnTo>
                  <a:lnTo>
                    <a:pt x="16" y="30"/>
                  </a:lnTo>
                  <a:lnTo>
                    <a:pt x="16" y="30"/>
                  </a:lnTo>
                  <a:lnTo>
                    <a:pt x="17" y="30"/>
                  </a:lnTo>
                  <a:lnTo>
                    <a:pt x="17" y="31"/>
                  </a:lnTo>
                  <a:lnTo>
                    <a:pt x="17" y="31"/>
                  </a:lnTo>
                  <a:lnTo>
                    <a:pt x="17" y="31"/>
                  </a:lnTo>
                  <a:lnTo>
                    <a:pt x="17" y="32"/>
                  </a:lnTo>
                  <a:lnTo>
                    <a:pt x="17" y="32"/>
                  </a:lnTo>
                  <a:lnTo>
                    <a:pt x="17" y="32"/>
                  </a:lnTo>
                  <a:lnTo>
                    <a:pt x="17" y="32"/>
                  </a:lnTo>
                  <a:lnTo>
                    <a:pt x="17" y="32"/>
                  </a:lnTo>
                  <a:lnTo>
                    <a:pt x="17" y="32"/>
                  </a:lnTo>
                  <a:lnTo>
                    <a:pt x="16" y="32"/>
                  </a:lnTo>
                  <a:lnTo>
                    <a:pt x="16" y="32"/>
                  </a:lnTo>
                  <a:lnTo>
                    <a:pt x="16" y="32"/>
                  </a:lnTo>
                  <a:lnTo>
                    <a:pt x="16" y="33"/>
                  </a:lnTo>
                  <a:lnTo>
                    <a:pt x="15" y="33"/>
                  </a:lnTo>
                  <a:lnTo>
                    <a:pt x="15" y="33"/>
                  </a:lnTo>
                  <a:lnTo>
                    <a:pt x="15" y="33"/>
                  </a:lnTo>
                  <a:lnTo>
                    <a:pt x="15" y="33"/>
                  </a:lnTo>
                  <a:lnTo>
                    <a:pt x="13" y="33"/>
                  </a:lnTo>
                  <a:lnTo>
                    <a:pt x="13" y="33"/>
                  </a:lnTo>
                  <a:lnTo>
                    <a:pt x="13" y="33"/>
                  </a:lnTo>
                  <a:lnTo>
                    <a:pt x="13" y="33"/>
                  </a:lnTo>
                  <a:lnTo>
                    <a:pt x="12" y="33"/>
                  </a:lnTo>
                  <a:lnTo>
                    <a:pt x="12" y="34"/>
                  </a:lnTo>
                  <a:lnTo>
                    <a:pt x="12" y="34"/>
                  </a:lnTo>
                  <a:lnTo>
                    <a:pt x="12" y="34"/>
                  </a:lnTo>
                  <a:lnTo>
                    <a:pt x="11" y="35"/>
                  </a:lnTo>
                  <a:lnTo>
                    <a:pt x="11" y="35"/>
                  </a:lnTo>
                  <a:lnTo>
                    <a:pt x="11" y="35"/>
                  </a:lnTo>
                  <a:lnTo>
                    <a:pt x="10" y="35"/>
                  </a:lnTo>
                  <a:lnTo>
                    <a:pt x="10" y="35"/>
                  </a:lnTo>
                  <a:lnTo>
                    <a:pt x="10" y="35"/>
                  </a:lnTo>
                  <a:lnTo>
                    <a:pt x="9" y="35"/>
                  </a:lnTo>
                  <a:lnTo>
                    <a:pt x="9" y="35"/>
                  </a:lnTo>
                  <a:lnTo>
                    <a:pt x="9" y="35"/>
                  </a:lnTo>
                  <a:lnTo>
                    <a:pt x="9" y="35"/>
                  </a:lnTo>
                  <a:lnTo>
                    <a:pt x="8" y="35"/>
                  </a:lnTo>
                  <a:lnTo>
                    <a:pt x="8" y="34"/>
                  </a:lnTo>
                  <a:lnTo>
                    <a:pt x="8" y="34"/>
                  </a:lnTo>
                  <a:lnTo>
                    <a:pt x="8" y="34"/>
                  </a:lnTo>
                  <a:lnTo>
                    <a:pt x="8" y="34"/>
                  </a:lnTo>
                  <a:lnTo>
                    <a:pt x="7" y="34"/>
                  </a:lnTo>
                  <a:lnTo>
                    <a:pt x="7" y="33"/>
                  </a:lnTo>
                  <a:lnTo>
                    <a:pt x="7" y="33"/>
                  </a:lnTo>
                  <a:lnTo>
                    <a:pt x="7" y="33"/>
                  </a:lnTo>
                  <a:lnTo>
                    <a:pt x="6" y="32"/>
                  </a:lnTo>
                  <a:lnTo>
                    <a:pt x="6" y="32"/>
                  </a:lnTo>
                  <a:lnTo>
                    <a:pt x="6" y="32"/>
                  </a:lnTo>
                  <a:lnTo>
                    <a:pt x="6" y="31"/>
                  </a:lnTo>
                  <a:lnTo>
                    <a:pt x="5" y="31"/>
                  </a:lnTo>
                  <a:lnTo>
                    <a:pt x="5" y="31"/>
                  </a:lnTo>
                  <a:lnTo>
                    <a:pt x="5" y="30"/>
                  </a:lnTo>
                  <a:lnTo>
                    <a:pt x="4" y="30"/>
                  </a:lnTo>
                  <a:lnTo>
                    <a:pt x="4" y="29"/>
                  </a:lnTo>
                  <a:lnTo>
                    <a:pt x="4" y="29"/>
                  </a:lnTo>
                  <a:lnTo>
                    <a:pt x="4" y="28"/>
                  </a:lnTo>
                  <a:lnTo>
                    <a:pt x="4" y="28"/>
                  </a:lnTo>
                  <a:lnTo>
                    <a:pt x="4" y="28"/>
                  </a:lnTo>
                  <a:lnTo>
                    <a:pt x="4" y="27"/>
                  </a:lnTo>
                  <a:lnTo>
                    <a:pt x="4" y="27"/>
                  </a:lnTo>
                  <a:lnTo>
                    <a:pt x="4" y="26"/>
                  </a:lnTo>
                  <a:lnTo>
                    <a:pt x="4" y="26"/>
                  </a:lnTo>
                  <a:lnTo>
                    <a:pt x="5" y="25"/>
                  </a:lnTo>
                  <a:lnTo>
                    <a:pt x="5" y="25"/>
                  </a:lnTo>
                  <a:lnTo>
                    <a:pt x="5" y="25"/>
                  </a:lnTo>
                  <a:lnTo>
                    <a:pt x="5" y="24"/>
                  </a:lnTo>
                  <a:lnTo>
                    <a:pt x="6" y="24"/>
                  </a:lnTo>
                  <a:lnTo>
                    <a:pt x="6" y="23"/>
                  </a:lnTo>
                  <a:lnTo>
                    <a:pt x="6" y="23"/>
                  </a:lnTo>
                  <a:lnTo>
                    <a:pt x="7" y="23"/>
                  </a:lnTo>
                  <a:lnTo>
                    <a:pt x="7" y="23"/>
                  </a:lnTo>
                  <a:lnTo>
                    <a:pt x="7" y="22"/>
                  </a:lnTo>
                  <a:lnTo>
                    <a:pt x="8" y="22"/>
                  </a:lnTo>
                  <a:lnTo>
                    <a:pt x="8" y="22"/>
                  </a:lnTo>
                  <a:lnTo>
                    <a:pt x="8" y="22"/>
                  </a:lnTo>
                  <a:lnTo>
                    <a:pt x="8" y="22"/>
                  </a:lnTo>
                  <a:lnTo>
                    <a:pt x="9" y="23"/>
                  </a:lnTo>
                  <a:lnTo>
                    <a:pt x="9" y="23"/>
                  </a:lnTo>
                  <a:lnTo>
                    <a:pt x="9" y="23"/>
                  </a:lnTo>
                  <a:lnTo>
                    <a:pt x="10" y="23"/>
                  </a:lnTo>
                  <a:lnTo>
                    <a:pt x="10" y="23"/>
                  </a:lnTo>
                  <a:lnTo>
                    <a:pt x="10" y="23"/>
                  </a:lnTo>
                  <a:lnTo>
                    <a:pt x="10" y="23"/>
                  </a:lnTo>
                  <a:lnTo>
                    <a:pt x="11" y="22"/>
                  </a:lnTo>
                  <a:lnTo>
                    <a:pt x="11" y="22"/>
                  </a:lnTo>
                  <a:lnTo>
                    <a:pt x="11" y="22"/>
                  </a:lnTo>
                  <a:lnTo>
                    <a:pt x="11" y="22"/>
                  </a:lnTo>
                  <a:lnTo>
                    <a:pt x="11" y="22"/>
                  </a:lnTo>
                  <a:lnTo>
                    <a:pt x="11" y="21"/>
                  </a:lnTo>
                  <a:lnTo>
                    <a:pt x="12" y="21"/>
                  </a:lnTo>
                  <a:lnTo>
                    <a:pt x="12" y="21"/>
                  </a:lnTo>
                  <a:lnTo>
                    <a:pt x="12" y="20"/>
                  </a:lnTo>
                  <a:lnTo>
                    <a:pt x="12" y="20"/>
                  </a:lnTo>
                  <a:lnTo>
                    <a:pt x="12" y="19"/>
                  </a:lnTo>
                  <a:lnTo>
                    <a:pt x="12" y="19"/>
                  </a:lnTo>
                  <a:lnTo>
                    <a:pt x="12" y="19"/>
                  </a:lnTo>
                  <a:lnTo>
                    <a:pt x="12" y="19"/>
                  </a:lnTo>
                  <a:lnTo>
                    <a:pt x="11" y="17"/>
                  </a:lnTo>
                  <a:lnTo>
                    <a:pt x="11" y="17"/>
                  </a:lnTo>
                  <a:lnTo>
                    <a:pt x="11" y="17"/>
                  </a:lnTo>
                  <a:lnTo>
                    <a:pt x="11" y="17"/>
                  </a:lnTo>
                  <a:lnTo>
                    <a:pt x="10" y="17"/>
                  </a:lnTo>
                  <a:lnTo>
                    <a:pt x="10" y="17"/>
                  </a:lnTo>
                  <a:lnTo>
                    <a:pt x="10" y="17"/>
                  </a:lnTo>
                  <a:lnTo>
                    <a:pt x="9" y="17"/>
                  </a:lnTo>
                  <a:lnTo>
                    <a:pt x="9" y="17"/>
                  </a:lnTo>
                  <a:lnTo>
                    <a:pt x="9" y="17"/>
                  </a:lnTo>
                  <a:lnTo>
                    <a:pt x="8" y="17"/>
                  </a:lnTo>
                  <a:lnTo>
                    <a:pt x="8" y="17"/>
                  </a:lnTo>
                  <a:lnTo>
                    <a:pt x="8" y="19"/>
                  </a:lnTo>
                  <a:lnTo>
                    <a:pt x="7" y="19"/>
                  </a:lnTo>
                  <a:lnTo>
                    <a:pt x="7" y="19"/>
                  </a:lnTo>
                  <a:lnTo>
                    <a:pt x="7" y="19"/>
                  </a:lnTo>
                  <a:lnTo>
                    <a:pt x="6" y="19"/>
                  </a:lnTo>
                  <a:lnTo>
                    <a:pt x="6" y="19"/>
                  </a:lnTo>
                  <a:lnTo>
                    <a:pt x="5" y="19"/>
                  </a:lnTo>
                  <a:lnTo>
                    <a:pt x="5" y="20"/>
                  </a:lnTo>
                  <a:lnTo>
                    <a:pt x="5" y="20"/>
                  </a:lnTo>
                  <a:lnTo>
                    <a:pt x="4" y="20"/>
                  </a:lnTo>
                  <a:lnTo>
                    <a:pt x="4" y="20"/>
                  </a:lnTo>
                  <a:lnTo>
                    <a:pt x="4" y="20"/>
                  </a:lnTo>
                  <a:lnTo>
                    <a:pt x="3" y="20"/>
                  </a:lnTo>
                  <a:lnTo>
                    <a:pt x="3" y="20"/>
                  </a:lnTo>
                  <a:lnTo>
                    <a:pt x="2" y="20"/>
                  </a:lnTo>
                  <a:lnTo>
                    <a:pt x="2" y="19"/>
                  </a:lnTo>
                  <a:lnTo>
                    <a:pt x="2" y="19"/>
                  </a:lnTo>
                  <a:lnTo>
                    <a:pt x="1" y="19"/>
                  </a:lnTo>
                  <a:lnTo>
                    <a:pt x="1" y="19"/>
                  </a:lnTo>
                  <a:lnTo>
                    <a:pt x="0" y="17"/>
                  </a:lnTo>
                  <a:lnTo>
                    <a:pt x="0" y="17"/>
                  </a:lnTo>
                  <a:lnTo>
                    <a:pt x="0" y="16"/>
                  </a:lnTo>
                  <a:lnTo>
                    <a:pt x="0" y="16"/>
                  </a:lnTo>
                  <a:lnTo>
                    <a:pt x="0" y="16"/>
                  </a:lnTo>
                  <a:lnTo>
                    <a:pt x="0" y="15"/>
                  </a:lnTo>
                  <a:lnTo>
                    <a:pt x="0" y="14"/>
                  </a:lnTo>
                  <a:lnTo>
                    <a:pt x="0" y="14"/>
                  </a:lnTo>
                  <a:lnTo>
                    <a:pt x="1" y="13"/>
                  </a:lnTo>
                  <a:lnTo>
                    <a:pt x="1" y="12"/>
                  </a:lnTo>
                  <a:lnTo>
                    <a:pt x="1" y="12"/>
                  </a:lnTo>
                  <a:lnTo>
                    <a:pt x="1" y="12"/>
                  </a:lnTo>
                  <a:lnTo>
                    <a:pt x="1" y="12"/>
                  </a:lnTo>
                  <a:lnTo>
                    <a:pt x="1" y="12"/>
                  </a:lnTo>
                  <a:lnTo>
                    <a:pt x="1" y="12"/>
                  </a:lnTo>
                  <a:lnTo>
                    <a:pt x="1" y="12"/>
                  </a:lnTo>
                  <a:lnTo>
                    <a:pt x="1" y="12"/>
                  </a:lnTo>
                  <a:lnTo>
                    <a:pt x="1" y="12"/>
                  </a:lnTo>
                  <a:lnTo>
                    <a:pt x="1" y="12"/>
                  </a:lnTo>
                  <a:lnTo>
                    <a:pt x="1" y="12"/>
                  </a:lnTo>
                  <a:lnTo>
                    <a:pt x="1" y="12"/>
                  </a:lnTo>
                  <a:lnTo>
                    <a:pt x="1" y="12"/>
                  </a:lnTo>
                  <a:lnTo>
                    <a:pt x="1" y="12"/>
                  </a:lnTo>
                  <a:lnTo>
                    <a:pt x="1" y="12"/>
                  </a:lnTo>
                  <a:lnTo>
                    <a:pt x="1"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3" name="Freeform 707"/>
            <p:cNvSpPr/>
            <p:nvPr/>
          </p:nvSpPr>
          <p:spPr bwMode="auto">
            <a:xfrm>
              <a:off x="8334375" y="4894263"/>
              <a:ext cx="11113" cy="12700"/>
            </a:xfrm>
            <a:custGeom>
              <a:avLst/>
              <a:gdLst>
                <a:gd name="T0" fmla="*/ 0 w 22"/>
                <a:gd name="T1" fmla="*/ 17 h 23"/>
                <a:gd name="T2" fmla="*/ 1 w 22"/>
                <a:gd name="T3" fmla="*/ 14 h 23"/>
                <a:gd name="T4" fmla="*/ 3 w 22"/>
                <a:gd name="T5" fmla="*/ 11 h 23"/>
                <a:gd name="T6" fmla="*/ 5 w 22"/>
                <a:gd name="T7" fmla="*/ 9 h 23"/>
                <a:gd name="T8" fmla="*/ 8 w 22"/>
                <a:gd name="T9" fmla="*/ 7 h 23"/>
                <a:gd name="T10" fmla="*/ 10 w 22"/>
                <a:gd name="T11" fmla="*/ 4 h 23"/>
                <a:gd name="T12" fmla="*/ 12 w 22"/>
                <a:gd name="T13" fmla="*/ 2 h 23"/>
                <a:gd name="T14" fmla="*/ 14 w 22"/>
                <a:gd name="T15" fmla="*/ 1 h 23"/>
                <a:gd name="T16" fmla="*/ 17 w 22"/>
                <a:gd name="T17" fmla="*/ 0 h 23"/>
                <a:gd name="T18" fmla="*/ 19 w 22"/>
                <a:gd name="T19" fmla="*/ 1 h 23"/>
                <a:gd name="T20" fmla="*/ 21 w 22"/>
                <a:gd name="T21" fmla="*/ 1 h 23"/>
                <a:gd name="T22" fmla="*/ 22 w 22"/>
                <a:gd name="T23" fmla="*/ 3 h 23"/>
                <a:gd name="T24" fmla="*/ 21 w 22"/>
                <a:gd name="T25" fmla="*/ 4 h 23"/>
                <a:gd name="T26" fmla="*/ 20 w 22"/>
                <a:gd name="T27" fmla="*/ 5 h 23"/>
                <a:gd name="T28" fmla="*/ 20 w 22"/>
                <a:gd name="T29" fmla="*/ 5 h 23"/>
                <a:gd name="T30" fmla="*/ 19 w 22"/>
                <a:gd name="T31" fmla="*/ 7 h 23"/>
                <a:gd name="T32" fmla="*/ 19 w 22"/>
                <a:gd name="T33" fmla="*/ 8 h 23"/>
                <a:gd name="T34" fmla="*/ 18 w 22"/>
                <a:gd name="T35" fmla="*/ 9 h 23"/>
                <a:gd name="T36" fmla="*/ 18 w 22"/>
                <a:gd name="T37" fmla="*/ 9 h 23"/>
                <a:gd name="T38" fmla="*/ 18 w 22"/>
                <a:gd name="T39" fmla="*/ 10 h 23"/>
                <a:gd name="T40" fmla="*/ 18 w 22"/>
                <a:gd name="T41" fmla="*/ 11 h 23"/>
                <a:gd name="T42" fmla="*/ 19 w 22"/>
                <a:gd name="T43" fmla="*/ 11 h 23"/>
                <a:gd name="T44" fmla="*/ 20 w 22"/>
                <a:gd name="T45" fmla="*/ 12 h 23"/>
                <a:gd name="T46" fmla="*/ 21 w 22"/>
                <a:gd name="T47" fmla="*/ 12 h 23"/>
                <a:gd name="T48" fmla="*/ 20 w 22"/>
                <a:gd name="T49" fmla="*/ 14 h 23"/>
                <a:gd name="T50" fmla="*/ 19 w 22"/>
                <a:gd name="T51" fmla="*/ 15 h 23"/>
                <a:gd name="T52" fmla="*/ 17 w 22"/>
                <a:gd name="T53" fmla="*/ 17 h 23"/>
                <a:gd name="T54" fmla="*/ 15 w 22"/>
                <a:gd name="T55" fmla="*/ 17 h 23"/>
                <a:gd name="T56" fmla="*/ 14 w 22"/>
                <a:gd name="T57" fmla="*/ 18 h 23"/>
                <a:gd name="T58" fmla="*/ 13 w 22"/>
                <a:gd name="T59" fmla="*/ 17 h 23"/>
                <a:gd name="T60" fmla="*/ 12 w 22"/>
                <a:gd name="T61" fmla="*/ 17 h 23"/>
                <a:gd name="T62" fmla="*/ 10 w 22"/>
                <a:gd name="T63" fmla="*/ 16 h 23"/>
                <a:gd name="T64" fmla="*/ 8 w 22"/>
                <a:gd name="T65" fmla="*/ 16 h 23"/>
                <a:gd name="T66" fmla="*/ 6 w 22"/>
                <a:gd name="T67" fmla="*/ 16 h 23"/>
                <a:gd name="T68" fmla="*/ 4 w 22"/>
                <a:gd name="T69" fmla="*/ 17 h 23"/>
                <a:gd name="T70" fmla="*/ 4 w 22"/>
                <a:gd name="T71" fmla="*/ 17 h 23"/>
                <a:gd name="T72" fmla="*/ 3 w 22"/>
                <a:gd name="T73" fmla="*/ 18 h 23"/>
                <a:gd name="T74" fmla="*/ 3 w 22"/>
                <a:gd name="T75" fmla="*/ 18 h 23"/>
                <a:gd name="T76" fmla="*/ 4 w 22"/>
                <a:gd name="T77" fmla="*/ 19 h 23"/>
                <a:gd name="T78" fmla="*/ 4 w 22"/>
                <a:gd name="T79" fmla="*/ 19 h 23"/>
                <a:gd name="T80" fmla="*/ 5 w 22"/>
                <a:gd name="T81" fmla="*/ 20 h 23"/>
                <a:gd name="T82" fmla="*/ 4 w 22"/>
                <a:gd name="T83" fmla="*/ 21 h 23"/>
                <a:gd name="T84" fmla="*/ 4 w 22"/>
                <a:gd name="T85" fmla="*/ 22 h 23"/>
                <a:gd name="T86" fmla="*/ 3 w 22"/>
                <a:gd name="T87" fmla="*/ 23 h 23"/>
                <a:gd name="T88" fmla="*/ 2 w 22"/>
                <a:gd name="T89" fmla="*/ 22 h 23"/>
                <a:gd name="T90" fmla="*/ 1 w 22"/>
                <a:gd name="T91" fmla="*/ 21 h 23"/>
                <a:gd name="T92" fmla="*/ 0 w 22"/>
                <a:gd name="T93" fmla="*/ 19 h 23"/>
                <a:gd name="T94" fmla="*/ 0 w 22"/>
                <a:gd name="T95" fmla="*/ 18 h 23"/>
                <a:gd name="T96" fmla="*/ 0 w 22"/>
                <a:gd name="T97" fmla="*/ 18 h 23"/>
                <a:gd name="T98" fmla="*/ 0 w 22"/>
                <a:gd name="T99" fmla="*/ 18 h 23"/>
                <a:gd name="T100" fmla="*/ 0 w 22"/>
                <a:gd name="T101" fmla="*/ 18 h 23"/>
                <a:gd name="T102" fmla="*/ 0 w 22"/>
                <a:gd name="T103" fmla="*/ 18 h 23"/>
                <a:gd name="T104" fmla="*/ 0 w 22"/>
                <a:gd name="T105"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 h="23">
                  <a:moveTo>
                    <a:pt x="0" y="18"/>
                  </a:moveTo>
                  <a:lnTo>
                    <a:pt x="0" y="17"/>
                  </a:lnTo>
                  <a:lnTo>
                    <a:pt x="0" y="17"/>
                  </a:lnTo>
                  <a:lnTo>
                    <a:pt x="0" y="17"/>
                  </a:lnTo>
                  <a:lnTo>
                    <a:pt x="0" y="16"/>
                  </a:lnTo>
                  <a:lnTo>
                    <a:pt x="1" y="16"/>
                  </a:lnTo>
                  <a:lnTo>
                    <a:pt x="1" y="15"/>
                  </a:lnTo>
                  <a:lnTo>
                    <a:pt x="1" y="14"/>
                  </a:lnTo>
                  <a:lnTo>
                    <a:pt x="2" y="14"/>
                  </a:lnTo>
                  <a:lnTo>
                    <a:pt x="2" y="13"/>
                  </a:lnTo>
                  <a:lnTo>
                    <a:pt x="3" y="12"/>
                  </a:lnTo>
                  <a:lnTo>
                    <a:pt x="3" y="11"/>
                  </a:lnTo>
                  <a:lnTo>
                    <a:pt x="4" y="11"/>
                  </a:lnTo>
                  <a:lnTo>
                    <a:pt x="4" y="10"/>
                  </a:lnTo>
                  <a:lnTo>
                    <a:pt x="5" y="9"/>
                  </a:lnTo>
                  <a:lnTo>
                    <a:pt x="5" y="9"/>
                  </a:lnTo>
                  <a:lnTo>
                    <a:pt x="5" y="9"/>
                  </a:lnTo>
                  <a:lnTo>
                    <a:pt x="6" y="8"/>
                  </a:lnTo>
                  <a:lnTo>
                    <a:pt x="6" y="8"/>
                  </a:lnTo>
                  <a:lnTo>
                    <a:pt x="8" y="7"/>
                  </a:lnTo>
                  <a:lnTo>
                    <a:pt x="8" y="7"/>
                  </a:lnTo>
                  <a:lnTo>
                    <a:pt x="9" y="5"/>
                  </a:lnTo>
                  <a:lnTo>
                    <a:pt x="9" y="5"/>
                  </a:lnTo>
                  <a:lnTo>
                    <a:pt x="10" y="4"/>
                  </a:lnTo>
                  <a:lnTo>
                    <a:pt x="10" y="4"/>
                  </a:lnTo>
                  <a:lnTo>
                    <a:pt x="11" y="3"/>
                  </a:lnTo>
                  <a:lnTo>
                    <a:pt x="11" y="3"/>
                  </a:lnTo>
                  <a:lnTo>
                    <a:pt x="12" y="2"/>
                  </a:lnTo>
                  <a:lnTo>
                    <a:pt x="13" y="2"/>
                  </a:lnTo>
                  <a:lnTo>
                    <a:pt x="13" y="1"/>
                  </a:lnTo>
                  <a:lnTo>
                    <a:pt x="14" y="1"/>
                  </a:lnTo>
                  <a:lnTo>
                    <a:pt x="14" y="1"/>
                  </a:lnTo>
                  <a:lnTo>
                    <a:pt x="15" y="1"/>
                  </a:lnTo>
                  <a:lnTo>
                    <a:pt x="16" y="0"/>
                  </a:lnTo>
                  <a:lnTo>
                    <a:pt x="16" y="0"/>
                  </a:lnTo>
                  <a:lnTo>
                    <a:pt x="17" y="0"/>
                  </a:lnTo>
                  <a:lnTo>
                    <a:pt x="18" y="0"/>
                  </a:lnTo>
                  <a:lnTo>
                    <a:pt x="18" y="0"/>
                  </a:lnTo>
                  <a:lnTo>
                    <a:pt x="19" y="1"/>
                  </a:lnTo>
                  <a:lnTo>
                    <a:pt x="19" y="1"/>
                  </a:lnTo>
                  <a:lnTo>
                    <a:pt x="20" y="1"/>
                  </a:lnTo>
                  <a:lnTo>
                    <a:pt x="21" y="1"/>
                  </a:lnTo>
                  <a:lnTo>
                    <a:pt x="21" y="1"/>
                  </a:lnTo>
                  <a:lnTo>
                    <a:pt x="21" y="1"/>
                  </a:lnTo>
                  <a:lnTo>
                    <a:pt x="22" y="2"/>
                  </a:lnTo>
                  <a:lnTo>
                    <a:pt x="22" y="2"/>
                  </a:lnTo>
                  <a:lnTo>
                    <a:pt x="22" y="2"/>
                  </a:lnTo>
                  <a:lnTo>
                    <a:pt x="22" y="3"/>
                  </a:lnTo>
                  <a:lnTo>
                    <a:pt x="22" y="3"/>
                  </a:lnTo>
                  <a:lnTo>
                    <a:pt x="21" y="3"/>
                  </a:lnTo>
                  <a:lnTo>
                    <a:pt x="21" y="4"/>
                  </a:lnTo>
                  <a:lnTo>
                    <a:pt x="21" y="4"/>
                  </a:lnTo>
                  <a:lnTo>
                    <a:pt x="21" y="4"/>
                  </a:lnTo>
                  <a:lnTo>
                    <a:pt x="21" y="5"/>
                  </a:lnTo>
                  <a:lnTo>
                    <a:pt x="21" y="5"/>
                  </a:lnTo>
                  <a:lnTo>
                    <a:pt x="20" y="5"/>
                  </a:lnTo>
                  <a:lnTo>
                    <a:pt x="20" y="5"/>
                  </a:lnTo>
                  <a:lnTo>
                    <a:pt x="20" y="5"/>
                  </a:lnTo>
                  <a:lnTo>
                    <a:pt x="20" y="5"/>
                  </a:lnTo>
                  <a:lnTo>
                    <a:pt x="20" y="5"/>
                  </a:lnTo>
                  <a:lnTo>
                    <a:pt x="20" y="7"/>
                  </a:lnTo>
                  <a:lnTo>
                    <a:pt x="20" y="7"/>
                  </a:lnTo>
                  <a:lnTo>
                    <a:pt x="20" y="7"/>
                  </a:lnTo>
                  <a:lnTo>
                    <a:pt x="19" y="7"/>
                  </a:lnTo>
                  <a:lnTo>
                    <a:pt x="19" y="7"/>
                  </a:lnTo>
                  <a:lnTo>
                    <a:pt x="19" y="7"/>
                  </a:lnTo>
                  <a:lnTo>
                    <a:pt x="19" y="8"/>
                  </a:lnTo>
                  <a:lnTo>
                    <a:pt x="19" y="8"/>
                  </a:lnTo>
                  <a:lnTo>
                    <a:pt x="18" y="8"/>
                  </a:lnTo>
                  <a:lnTo>
                    <a:pt x="18" y="8"/>
                  </a:lnTo>
                  <a:lnTo>
                    <a:pt x="18" y="8"/>
                  </a:lnTo>
                  <a:lnTo>
                    <a:pt x="18" y="9"/>
                  </a:lnTo>
                  <a:lnTo>
                    <a:pt x="18" y="9"/>
                  </a:lnTo>
                  <a:lnTo>
                    <a:pt x="18" y="9"/>
                  </a:lnTo>
                  <a:lnTo>
                    <a:pt x="18" y="9"/>
                  </a:lnTo>
                  <a:lnTo>
                    <a:pt x="18" y="9"/>
                  </a:lnTo>
                  <a:lnTo>
                    <a:pt x="18" y="10"/>
                  </a:lnTo>
                  <a:lnTo>
                    <a:pt x="18" y="10"/>
                  </a:lnTo>
                  <a:lnTo>
                    <a:pt x="18" y="10"/>
                  </a:lnTo>
                  <a:lnTo>
                    <a:pt x="18" y="10"/>
                  </a:lnTo>
                  <a:lnTo>
                    <a:pt x="18" y="10"/>
                  </a:lnTo>
                  <a:lnTo>
                    <a:pt x="18" y="11"/>
                  </a:lnTo>
                  <a:lnTo>
                    <a:pt x="18" y="11"/>
                  </a:lnTo>
                  <a:lnTo>
                    <a:pt x="18" y="11"/>
                  </a:lnTo>
                  <a:lnTo>
                    <a:pt x="18" y="11"/>
                  </a:lnTo>
                  <a:lnTo>
                    <a:pt x="19" y="11"/>
                  </a:lnTo>
                  <a:lnTo>
                    <a:pt x="19" y="11"/>
                  </a:lnTo>
                  <a:lnTo>
                    <a:pt x="19" y="11"/>
                  </a:lnTo>
                  <a:lnTo>
                    <a:pt x="19" y="11"/>
                  </a:lnTo>
                  <a:lnTo>
                    <a:pt x="20" y="11"/>
                  </a:lnTo>
                  <a:lnTo>
                    <a:pt x="20" y="12"/>
                  </a:lnTo>
                  <a:lnTo>
                    <a:pt x="20" y="12"/>
                  </a:lnTo>
                  <a:lnTo>
                    <a:pt x="20" y="12"/>
                  </a:lnTo>
                  <a:lnTo>
                    <a:pt x="20" y="12"/>
                  </a:lnTo>
                  <a:lnTo>
                    <a:pt x="21" y="12"/>
                  </a:lnTo>
                  <a:lnTo>
                    <a:pt x="21" y="12"/>
                  </a:lnTo>
                  <a:lnTo>
                    <a:pt x="21" y="13"/>
                  </a:lnTo>
                  <a:lnTo>
                    <a:pt x="20" y="13"/>
                  </a:lnTo>
                  <a:lnTo>
                    <a:pt x="20" y="13"/>
                  </a:lnTo>
                  <a:lnTo>
                    <a:pt x="20" y="14"/>
                  </a:lnTo>
                  <a:lnTo>
                    <a:pt x="20" y="14"/>
                  </a:lnTo>
                  <a:lnTo>
                    <a:pt x="20" y="15"/>
                  </a:lnTo>
                  <a:lnTo>
                    <a:pt x="19" y="15"/>
                  </a:lnTo>
                  <a:lnTo>
                    <a:pt x="19" y="15"/>
                  </a:lnTo>
                  <a:lnTo>
                    <a:pt x="18" y="16"/>
                  </a:lnTo>
                  <a:lnTo>
                    <a:pt x="18" y="16"/>
                  </a:lnTo>
                  <a:lnTo>
                    <a:pt x="17" y="16"/>
                  </a:lnTo>
                  <a:lnTo>
                    <a:pt x="17" y="17"/>
                  </a:lnTo>
                  <a:lnTo>
                    <a:pt x="17" y="17"/>
                  </a:lnTo>
                  <a:lnTo>
                    <a:pt x="16" y="17"/>
                  </a:lnTo>
                  <a:lnTo>
                    <a:pt x="16" y="17"/>
                  </a:lnTo>
                  <a:lnTo>
                    <a:pt x="15" y="17"/>
                  </a:lnTo>
                  <a:lnTo>
                    <a:pt x="15" y="18"/>
                  </a:lnTo>
                  <a:lnTo>
                    <a:pt x="15" y="18"/>
                  </a:lnTo>
                  <a:lnTo>
                    <a:pt x="14" y="18"/>
                  </a:lnTo>
                  <a:lnTo>
                    <a:pt x="14" y="18"/>
                  </a:lnTo>
                  <a:lnTo>
                    <a:pt x="14" y="18"/>
                  </a:lnTo>
                  <a:lnTo>
                    <a:pt x="13" y="18"/>
                  </a:lnTo>
                  <a:lnTo>
                    <a:pt x="13" y="18"/>
                  </a:lnTo>
                  <a:lnTo>
                    <a:pt x="13" y="17"/>
                  </a:lnTo>
                  <a:lnTo>
                    <a:pt x="12" y="17"/>
                  </a:lnTo>
                  <a:lnTo>
                    <a:pt x="12" y="17"/>
                  </a:lnTo>
                  <a:lnTo>
                    <a:pt x="12" y="17"/>
                  </a:lnTo>
                  <a:lnTo>
                    <a:pt x="12" y="17"/>
                  </a:lnTo>
                  <a:lnTo>
                    <a:pt x="11" y="17"/>
                  </a:lnTo>
                  <a:lnTo>
                    <a:pt x="11" y="17"/>
                  </a:lnTo>
                  <a:lnTo>
                    <a:pt x="10" y="16"/>
                  </a:lnTo>
                  <a:lnTo>
                    <a:pt x="10" y="16"/>
                  </a:lnTo>
                  <a:lnTo>
                    <a:pt x="10" y="16"/>
                  </a:lnTo>
                  <a:lnTo>
                    <a:pt x="9" y="16"/>
                  </a:lnTo>
                  <a:lnTo>
                    <a:pt x="9" y="16"/>
                  </a:lnTo>
                  <a:lnTo>
                    <a:pt x="8" y="16"/>
                  </a:lnTo>
                  <a:lnTo>
                    <a:pt x="8" y="16"/>
                  </a:lnTo>
                  <a:lnTo>
                    <a:pt x="6" y="16"/>
                  </a:lnTo>
                  <a:lnTo>
                    <a:pt x="6" y="16"/>
                  </a:lnTo>
                  <a:lnTo>
                    <a:pt x="6" y="16"/>
                  </a:lnTo>
                  <a:lnTo>
                    <a:pt x="5" y="17"/>
                  </a:lnTo>
                  <a:lnTo>
                    <a:pt x="5" y="17"/>
                  </a:lnTo>
                  <a:lnTo>
                    <a:pt x="5" y="17"/>
                  </a:lnTo>
                  <a:lnTo>
                    <a:pt x="4" y="17"/>
                  </a:lnTo>
                  <a:lnTo>
                    <a:pt x="4" y="17"/>
                  </a:lnTo>
                  <a:lnTo>
                    <a:pt x="4" y="17"/>
                  </a:lnTo>
                  <a:lnTo>
                    <a:pt x="4" y="17"/>
                  </a:lnTo>
                  <a:lnTo>
                    <a:pt x="4" y="17"/>
                  </a:lnTo>
                  <a:lnTo>
                    <a:pt x="4" y="18"/>
                  </a:lnTo>
                  <a:lnTo>
                    <a:pt x="4" y="18"/>
                  </a:lnTo>
                  <a:lnTo>
                    <a:pt x="3" y="18"/>
                  </a:lnTo>
                  <a:lnTo>
                    <a:pt x="3" y="18"/>
                  </a:lnTo>
                  <a:lnTo>
                    <a:pt x="3" y="18"/>
                  </a:lnTo>
                  <a:lnTo>
                    <a:pt x="3" y="18"/>
                  </a:lnTo>
                  <a:lnTo>
                    <a:pt x="3" y="18"/>
                  </a:lnTo>
                  <a:lnTo>
                    <a:pt x="3" y="18"/>
                  </a:lnTo>
                  <a:lnTo>
                    <a:pt x="3" y="18"/>
                  </a:lnTo>
                  <a:lnTo>
                    <a:pt x="3" y="18"/>
                  </a:lnTo>
                  <a:lnTo>
                    <a:pt x="3" y="19"/>
                  </a:lnTo>
                  <a:lnTo>
                    <a:pt x="4" y="19"/>
                  </a:lnTo>
                  <a:lnTo>
                    <a:pt x="4" y="19"/>
                  </a:lnTo>
                  <a:lnTo>
                    <a:pt x="4" y="19"/>
                  </a:lnTo>
                  <a:lnTo>
                    <a:pt x="4" y="19"/>
                  </a:lnTo>
                  <a:lnTo>
                    <a:pt x="4" y="19"/>
                  </a:lnTo>
                  <a:lnTo>
                    <a:pt x="4" y="20"/>
                  </a:lnTo>
                  <a:lnTo>
                    <a:pt x="4" y="20"/>
                  </a:lnTo>
                  <a:lnTo>
                    <a:pt x="4" y="20"/>
                  </a:lnTo>
                  <a:lnTo>
                    <a:pt x="5" y="20"/>
                  </a:lnTo>
                  <a:lnTo>
                    <a:pt x="5" y="21"/>
                  </a:lnTo>
                  <a:lnTo>
                    <a:pt x="5" y="21"/>
                  </a:lnTo>
                  <a:lnTo>
                    <a:pt x="5" y="21"/>
                  </a:lnTo>
                  <a:lnTo>
                    <a:pt x="4" y="21"/>
                  </a:lnTo>
                  <a:lnTo>
                    <a:pt x="4" y="21"/>
                  </a:lnTo>
                  <a:lnTo>
                    <a:pt x="4" y="22"/>
                  </a:lnTo>
                  <a:lnTo>
                    <a:pt x="4" y="22"/>
                  </a:lnTo>
                  <a:lnTo>
                    <a:pt x="4" y="22"/>
                  </a:lnTo>
                  <a:lnTo>
                    <a:pt x="4" y="22"/>
                  </a:lnTo>
                  <a:lnTo>
                    <a:pt x="3" y="22"/>
                  </a:lnTo>
                  <a:lnTo>
                    <a:pt x="3" y="22"/>
                  </a:lnTo>
                  <a:lnTo>
                    <a:pt x="3" y="23"/>
                  </a:lnTo>
                  <a:lnTo>
                    <a:pt x="3" y="23"/>
                  </a:lnTo>
                  <a:lnTo>
                    <a:pt x="2" y="22"/>
                  </a:lnTo>
                  <a:lnTo>
                    <a:pt x="2" y="22"/>
                  </a:lnTo>
                  <a:lnTo>
                    <a:pt x="2" y="22"/>
                  </a:lnTo>
                  <a:lnTo>
                    <a:pt x="2" y="22"/>
                  </a:lnTo>
                  <a:lnTo>
                    <a:pt x="1" y="22"/>
                  </a:lnTo>
                  <a:lnTo>
                    <a:pt x="1" y="21"/>
                  </a:lnTo>
                  <a:lnTo>
                    <a:pt x="1" y="21"/>
                  </a:lnTo>
                  <a:lnTo>
                    <a:pt x="0" y="21"/>
                  </a:lnTo>
                  <a:lnTo>
                    <a:pt x="0" y="20"/>
                  </a:lnTo>
                  <a:lnTo>
                    <a:pt x="0" y="20"/>
                  </a:lnTo>
                  <a:lnTo>
                    <a:pt x="0" y="19"/>
                  </a:lnTo>
                  <a:lnTo>
                    <a:pt x="0" y="19"/>
                  </a:lnTo>
                  <a:lnTo>
                    <a:pt x="0" y="19"/>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4" name="Freeform 708"/>
            <p:cNvSpPr/>
            <p:nvPr/>
          </p:nvSpPr>
          <p:spPr bwMode="auto">
            <a:xfrm>
              <a:off x="8161338" y="4941888"/>
              <a:ext cx="15875" cy="9525"/>
            </a:xfrm>
            <a:custGeom>
              <a:avLst/>
              <a:gdLst>
                <a:gd name="T0" fmla="*/ 1 w 32"/>
                <a:gd name="T1" fmla="*/ 8 h 20"/>
                <a:gd name="T2" fmla="*/ 1 w 32"/>
                <a:gd name="T3" fmla="*/ 8 h 20"/>
                <a:gd name="T4" fmla="*/ 1 w 32"/>
                <a:gd name="T5" fmla="*/ 8 h 20"/>
                <a:gd name="T6" fmla="*/ 1 w 32"/>
                <a:gd name="T7" fmla="*/ 8 h 20"/>
                <a:gd name="T8" fmla="*/ 0 w 32"/>
                <a:gd name="T9" fmla="*/ 6 h 20"/>
                <a:gd name="T10" fmla="*/ 0 w 32"/>
                <a:gd name="T11" fmla="*/ 5 h 20"/>
                <a:gd name="T12" fmla="*/ 1 w 32"/>
                <a:gd name="T13" fmla="*/ 5 h 20"/>
                <a:gd name="T14" fmla="*/ 2 w 32"/>
                <a:gd name="T15" fmla="*/ 5 h 20"/>
                <a:gd name="T16" fmla="*/ 3 w 32"/>
                <a:gd name="T17" fmla="*/ 5 h 20"/>
                <a:gd name="T18" fmla="*/ 4 w 32"/>
                <a:gd name="T19" fmla="*/ 4 h 20"/>
                <a:gd name="T20" fmla="*/ 6 w 32"/>
                <a:gd name="T21" fmla="*/ 4 h 20"/>
                <a:gd name="T22" fmla="*/ 7 w 32"/>
                <a:gd name="T23" fmla="*/ 3 h 20"/>
                <a:gd name="T24" fmla="*/ 8 w 32"/>
                <a:gd name="T25" fmla="*/ 2 h 20"/>
                <a:gd name="T26" fmla="*/ 9 w 32"/>
                <a:gd name="T27" fmla="*/ 1 h 20"/>
                <a:gd name="T28" fmla="*/ 9 w 32"/>
                <a:gd name="T29" fmla="*/ 0 h 20"/>
                <a:gd name="T30" fmla="*/ 10 w 32"/>
                <a:gd name="T31" fmla="*/ 0 h 20"/>
                <a:gd name="T32" fmla="*/ 13 w 32"/>
                <a:gd name="T33" fmla="*/ 1 h 20"/>
                <a:gd name="T34" fmla="*/ 15 w 32"/>
                <a:gd name="T35" fmla="*/ 1 h 20"/>
                <a:gd name="T36" fmla="*/ 17 w 32"/>
                <a:gd name="T37" fmla="*/ 2 h 20"/>
                <a:gd name="T38" fmla="*/ 19 w 32"/>
                <a:gd name="T39" fmla="*/ 2 h 20"/>
                <a:gd name="T40" fmla="*/ 21 w 32"/>
                <a:gd name="T41" fmla="*/ 2 h 20"/>
                <a:gd name="T42" fmla="*/ 24 w 32"/>
                <a:gd name="T43" fmla="*/ 1 h 20"/>
                <a:gd name="T44" fmla="*/ 28 w 32"/>
                <a:gd name="T45" fmla="*/ 0 h 20"/>
                <a:gd name="T46" fmla="*/ 31 w 32"/>
                <a:gd name="T47" fmla="*/ 0 h 20"/>
                <a:gd name="T48" fmla="*/ 32 w 32"/>
                <a:gd name="T49" fmla="*/ 0 h 20"/>
                <a:gd name="T50" fmla="*/ 32 w 32"/>
                <a:gd name="T51" fmla="*/ 1 h 20"/>
                <a:gd name="T52" fmla="*/ 31 w 32"/>
                <a:gd name="T53" fmla="*/ 2 h 20"/>
                <a:gd name="T54" fmla="*/ 30 w 32"/>
                <a:gd name="T55" fmla="*/ 3 h 20"/>
                <a:gd name="T56" fmla="*/ 28 w 32"/>
                <a:gd name="T57" fmla="*/ 5 h 20"/>
                <a:gd name="T58" fmla="*/ 26 w 32"/>
                <a:gd name="T59" fmla="*/ 9 h 20"/>
                <a:gd name="T60" fmla="*/ 25 w 32"/>
                <a:gd name="T61" fmla="*/ 12 h 20"/>
                <a:gd name="T62" fmla="*/ 24 w 32"/>
                <a:gd name="T63" fmla="*/ 14 h 20"/>
                <a:gd name="T64" fmla="*/ 23 w 32"/>
                <a:gd name="T65" fmla="*/ 16 h 20"/>
                <a:gd name="T66" fmla="*/ 22 w 32"/>
                <a:gd name="T67" fmla="*/ 18 h 20"/>
                <a:gd name="T68" fmla="*/ 20 w 32"/>
                <a:gd name="T69" fmla="*/ 19 h 20"/>
                <a:gd name="T70" fmla="*/ 18 w 32"/>
                <a:gd name="T71" fmla="*/ 20 h 20"/>
                <a:gd name="T72" fmla="*/ 16 w 32"/>
                <a:gd name="T73" fmla="*/ 20 h 20"/>
                <a:gd name="T74" fmla="*/ 15 w 32"/>
                <a:gd name="T75" fmla="*/ 19 h 20"/>
                <a:gd name="T76" fmla="*/ 15 w 32"/>
                <a:gd name="T77" fmla="*/ 18 h 20"/>
                <a:gd name="T78" fmla="*/ 16 w 32"/>
                <a:gd name="T79" fmla="*/ 17 h 20"/>
                <a:gd name="T80" fmla="*/ 15 w 32"/>
                <a:gd name="T81" fmla="*/ 15 h 20"/>
                <a:gd name="T82" fmla="*/ 13 w 32"/>
                <a:gd name="T83" fmla="*/ 14 h 20"/>
                <a:gd name="T84" fmla="*/ 10 w 32"/>
                <a:gd name="T85" fmla="*/ 13 h 20"/>
                <a:gd name="T86" fmla="*/ 8 w 32"/>
                <a:gd name="T87" fmla="*/ 12 h 20"/>
                <a:gd name="T88" fmla="*/ 6 w 32"/>
                <a:gd name="T89" fmla="*/ 11 h 20"/>
                <a:gd name="T90" fmla="*/ 4 w 32"/>
                <a:gd name="T91" fmla="*/ 10 h 20"/>
                <a:gd name="T92" fmla="*/ 2 w 32"/>
                <a:gd name="T93" fmla="*/ 9 h 20"/>
                <a:gd name="T94" fmla="*/ 1 w 32"/>
                <a:gd name="T95" fmla="*/ 8 h 20"/>
                <a:gd name="T96" fmla="*/ 1 w 32"/>
                <a:gd name="T97"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 h="20">
                  <a:moveTo>
                    <a:pt x="1" y="8"/>
                  </a:moveTo>
                  <a:lnTo>
                    <a:pt x="1" y="8"/>
                  </a:lnTo>
                  <a:lnTo>
                    <a:pt x="1" y="8"/>
                  </a:lnTo>
                  <a:lnTo>
                    <a:pt x="1" y="8"/>
                  </a:lnTo>
                  <a:lnTo>
                    <a:pt x="1" y="8"/>
                  </a:lnTo>
                  <a:lnTo>
                    <a:pt x="1" y="8"/>
                  </a:lnTo>
                  <a:lnTo>
                    <a:pt x="1" y="8"/>
                  </a:lnTo>
                  <a:lnTo>
                    <a:pt x="1" y="8"/>
                  </a:lnTo>
                  <a:lnTo>
                    <a:pt x="1" y="8"/>
                  </a:lnTo>
                  <a:lnTo>
                    <a:pt x="1" y="8"/>
                  </a:lnTo>
                  <a:lnTo>
                    <a:pt x="1" y="8"/>
                  </a:lnTo>
                  <a:lnTo>
                    <a:pt x="1" y="8"/>
                  </a:lnTo>
                  <a:lnTo>
                    <a:pt x="1" y="8"/>
                  </a:lnTo>
                  <a:lnTo>
                    <a:pt x="1" y="8"/>
                  </a:lnTo>
                  <a:lnTo>
                    <a:pt x="1" y="8"/>
                  </a:lnTo>
                  <a:lnTo>
                    <a:pt x="1" y="8"/>
                  </a:lnTo>
                  <a:lnTo>
                    <a:pt x="1" y="8"/>
                  </a:lnTo>
                  <a:lnTo>
                    <a:pt x="1" y="6"/>
                  </a:lnTo>
                  <a:lnTo>
                    <a:pt x="0" y="6"/>
                  </a:lnTo>
                  <a:lnTo>
                    <a:pt x="0" y="6"/>
                  </a:lnTo>
                  <a:lnTo>
                    <a:pt x="0" y="6"/>
                  </a:lnTo>
                  <a:lnTo>
                    <a:pt x="0" y="6"/>
                  </a:lnTo>
                  <a:lnTo>
                    <a:pt x="0" y="6"/>
                  </a:lnTo>
                  <a:lnTo>
                    <a:pt x="0" y="5"/>
                  </a:lnTo>
                  <a:lnTo>
                    <a:pt x="0" y="5"/>
                  </a:lnTo>
                  <a:lnTo>
                    <a:pt x="0" y="5"/>
                  </a:lnTo>
                  <a:lnTo>
                    <a:pt x="0" y="5"/>
                  </a:lnTo>
                  <a:lnTo>
                    <a:pt x="1" y="5"/>
                  </a:lnTo>
                  <a:lnTo>
                    <a:pt x="1" y="5"/>
                  </a:lnTo>
                  <a:lnTo>
                    <a:pt x="1" y="5"/>
                  </a:lnTo>
                  <a:lnTo>
                    <a:pt x="2" y="5"/>
                  </a:lnTo>
                  <a:lnTo>
                    <a:pt x="2" y="5"/>
                  </a:lnTo>
                  <a:lnTo>
                    <a:pt x="2" y="5"/>
                  </a:lnTo>
                  <a:lnTo>
                    <a:pt x="3" y="5"/>
                  </a:lnTo>
                  <a:lnTo>
                    <a:pt x="3" y="5"/>
                  </a:lnTo>
                  <a:lnTo>
                    <a:pt x="3" y="5"/>
                  </a:lnTo>
                  <a:lnTo>
                    <a:pt x="4" y="5"/>
                  </a:lnTo>
                  <a:lnTo>
                    <a:pt x="4" y="4"/>
                  </a:lnTo>
                  <a:lnTo>
                    <a:pt x="4" y="4"/>
                  </a:lnTo>
                  <a:lnTo>
                    <a:pt x="4" y="4"/>
                  </a:lnTo>
                  <a:lnTo>
                    <a:pt x="5" y="4"/>
                  </a:lnTo>
                  <a:lnTo>
                    <a:pt x="5" y="4"/>
                  </a:lnTo>
                  <a:lnTo>
                    <a:pt x="5" y="4"/>
                  </a:lnTo>
                  <a:lnTo>
                    <a:pt x="6" y="4"/>
                  </a:lnTo>
                  <a:lnTo>
                    <a:pt x="6" y="3"/>
                  </a:lnTo>
                  <a:lnTo>
                    <a:pt x="6" y="3"/>
                  </a:lnTo>
                  <a:lnTo>
                    <a:pt x="6" y="3"/>
                  </a:lnTo>
                  <a:lnTo>
                    <a:pt x="7" y="3"/>
                  </a:lnTo>
                  <a:lnTo>
                    <a:pt x="7" y="2"/>
                  </a:lnTo>
                  <a:lnTo>
                    <a:pt x="7" y="2"/>
                  </a:lnTo>
                  <a:lnTo>
                    <a:pt x="8" y="2"/>
                  </a:lnTo>
                  <a:lnTo>
                    <a:pt x="8" y="2"/>
                  </a:lnTo>
                  <a:lnTo>
                    <a:pt x="8" y="1"/>
                  </a:lnTo>
                  <a:lnTo>
                    <a:pt x="8" y="1"/>
                  </a:lnTo>
                  <a:lnTo>
                    <a:pt x="9" y="1"/>
                  </a:lnTo>
                  <a:lnTo>
                    <a:pt x="9" y="1"/>
                  </a:lnTo>
                  <a:lnTo>
                    <a:pt x="9" y="1"/>
                  </a:lnTo>
                  <a:lnTo>
                    <a:pt x="9" y="1"/>
                  </a:lnTo>
                  <a:lnTo>
                    <a:pt x="9" y="1"/>
                  </a:lnTo>
                  <a:lnTo>
                    <a:pt x="9" y="0"/>
                  </a:lnTo>
                  <a:lnTo>
                    <a:pt x="9" y="0"/>
                  </a:lnTo>
                  <a:lnTo>
                    <a:pt x="9" y="0"/>
                  </a:lnTo>
                  <a:lnTo>
                    <a:pt x="10" y="0"/>
                  </a:lnTo>
                  <a:lnTo>
                    <a:pt x="10" y="0"/>
                  </a:lnTo>
                  <a:lnTo>
                    <a:pt x="10" y="0"/>
                  </a:lnTo>
                  <a:lnTo>
                    <a:pt x="12" y="0"/>
                  </a:lnTo>
                  <a:lnTo>
                    <a:pt x="12" y="0"/>
                  </a:lnTo>
                  <a:lnTo>
                    <a:pt x="13" y="1"/>
                  </a:lnTo>
                  <a:lnTo>
                    <a:pt x="13" y="1"/>
                  </a:lnTo>
                  <a:lnTo>
                    <a:pt x="14" y="1"/>
                  </a:lnTo>
                  <a:lnTo>
                    <a:pt x="14" y="1"/>
                  </a:lnTo>
                  <a:lnTo>
                    <a:pt x="15" y="1"/>
                  </a:lnTo>
                  <a:lnTo>
                    <a:pt x="15" y="1"/>
                  </a:lnTo>
                  <a:lnTo>
                    <a:pt x="16" y="2"/>
                  </a:lnTo>
                  <a:lnTo>
                    <a:pt x="16" y="2"/>
                  </a:lnTo>
                  <a:lnTo>
                    <a:pt x="17" y="2"/>
                  </a:lnTo>
                  <a:lnTo>
                    <a:pt x="17" y="2"/>
                  </a:lnTo>
                  <a:lnTo>
                    <a:pt x="18" y="2"/>
                  </a:lnTo>
                  <a:lnTo>
                    <a:pt x="18" y="2"/>
                  </a:lnTo>
                  <a:lnTo>
                    <a:pt x="19" y="2"/>
                  </a:lnTo>
                  <a:lnTo>
                    <a:pt x="19" y="2"/>
                  </a:lnTo>
                  <a:lnTo>
                    <a:pt x="20" y="2"/>
                  </a:lnTo>
                  <a:lnTo>
                    <a:pt x="20" y="2"/>
                  </a:lnTo>
                  <a:lnTo>
                    <a:pt x="21" y="2"/>
                  </a:lnTo>
                  <a:lnTo>
                    <a:pt x="22" y="2"/>
                  </a:lnTo>
                  <a:lnTo>
                    <a:pt x="23" y="2"/>
                  </a:lnTo>
                  <a:lnTo>
                    <a:pt x="24" y="1"/>
                  </a:lnTo>
                  <a:lnTo>
                    <a:pt x="24" y="1"/>
                  </a:lnTo>
                  <a:lnTo>
                    <a:pt x="25" y="1"/>
                  </a:lnTo>
                  <a:lnTo>
                    <a:pt x="26" y="1"/>
                  </a:lnTo>
                  <a:lnTo>
                    <a:pt x="27" y="0"/>
                  </a:lnTo>
                  <a:lnTo>
                    <a:pt x="28" y="0"/>
                  </a:lnTo>
                  <a:lnTo>
                    <a:pt x="30" y="0"/>
                  </a:lnTo>
                  <a:lnTo>
                    <a:pt x="30" y="0"/>
                  </a:lnTo>
                  <a:lnTo>
                    <a:pt x="31" y="0"/>
                  </a:lnTo>
                  <a:lnTo>
                    <a:pt x="31" y="0"/>
                  </a:lnTo>
                  <a:lnTo>
                    <a:pt x="31" y="0"/>
                  </a:lnTo>
                  <a:lnTo>
                    <a:pt x="32" y="0"/>
                  </a:lnTo>
                  <a:lnTo>
                    <a:pt x="32" y="0"/>
                  </a:lnTo>
                  <a:lnTo>
                    <a:pt x="32" y="0"/>
                  </a:lnTo>
                  <a:lnTo>
                    <a:pt x="32" y="0"/>
                  </a:lnTo>
                  <a:lnTo>
                    <a:pt x="32" y="1"/>
                  </a:lnTo>
                  <a:lnTo>
                    <a:pt x="32" y="1"/>
                  </a:lnTo>
                  <a:lnTo>
                    <a:pt x="32" y="1"/>
                  </a:lnTo>
                  <a:lnTo>
                    <a:pt x="32" y="1"/>
                  </a:lnTo>
                  <a:lnTo>
                    <a:pt x="32" y="2"/>
                  </a:lnTo>
                  <a:lnTo>
                    <a:pt x="32" y="2"/>
                  </a:lnTo>
                  <a:lnTo>
                    <a:pt x="31" y="2"/>
                  </a:lnTo>
                  <a:lnTo>
                    <a:pt x="31" y="2"/>
                  </a:lnTo>
                  <a:lnTo>
                    <a:pt x="31" y="3"/>
                  </a:lnTo>
                  <a:lnTo>
                    <a:pt x="31" y="3"/>
                  </a:lnTo>
                  <a:lnTo>
                    <a:pt x="30" y="3"/>
                  </a:lnTo>
                  <a:lnTo>
                    <a:pt x="30" y="4"/>
                  </a:lnTo>
                  <a:lnTo>
                    <a:pt x="30" y="4"/>
                  </a:lnTo>
                  <a:lnTo>
                    <a:pt x="28" y="4"/>
                  </a:lnTo>
                  <a:lnTo>
                    <a:pt x="28" y="5"/>
                  </a:lnTo>
                  <a:lnTo>
                    <a:pt x="28" y="5"/>
                  </a:lnTo>
                  <a:lnTo>
                    <a:pt x="27" y="6"/>
                  </a:lnTo>
                  <a:lnTo>
                    <a:pt x="27" y="8"/>
                  </a:lnTo>
                  <a:lnTo>
                    <a:pt x="26" y="9"/>
                  </a:lnTo>
                  <a:lnTo>
                    <a:pt x="26" y="9"/>
                  </a:lnTo>
                  <a:lnTo>
                    <a:pt x="26" y="10"/>
                  </a:lnTo>
                  <a:lnTo>
                    <a:pt x="25" y="11"/>
                  </a:lnTo>
                  <a:lnTo>
                    <a:pt x="25" y="12"/>
                  </a:lnTo>
                  <a:lnTo>
                    <a:pt x="25" y="12"/>
                  </a:lnTo>
                  <a:lnTo>
                    <a:pt x="24" y="13"/>
                  </a:lnTo>
                  <a:lnTo>
                    <a:pt x="24" y="14"/>
                  </a:lnTo>
                  <a:lnTo>
                    <a:pt x="24" y="14"/>
                  </a:lnTo>
                  <a:lnTo>
                    <a:pt x="24" y="15"/>
                  </a:lnTo>
                  <a:lnTo>
                    <a:pt x="24" y="15"/>
                  </a:lnTo>
                  <a:lnTo>
                    <a:pt x="24" y="16"/>
                  </a:lnTo>
                  <a:lnTo>
                    <a:pt x="23" y="16"/>
                  </a:lnTo>
                  <a:lnTo>
                    <a:pt x="23" y="17"/>
                  </a:lnTo>
                  <a:lnTo>
                    <a:pt x="23" y="17"/>
                  </a:lnTo>
                  <a:lnTo>
                    <a:pt x="23" y="18"/>
                  </a:lnTo>
                  <a:lnTo>
                    <a:pt x="22" y="18"/>
                  </a:lnTo>
                  <a:lnTo>
                    <a:pt x="22" y="19"/>
                  </a:lnTo>
                  <a:lnTo>
                    <a:pt x="21" y="19"/>
                  </a:lnTo>
                  <a:lnTo>
                    <a:pt x="21" y="19"/>
                  </a:lnTo>
                  <a:lnTo>
                    <a:pt x="20" y="19"/>
                  </a:lnTo>
                  <a:lnTo>
                    <a:pt x="20" y="20"/>
                  </a:lnTo>
                  <a:lnTo>
                    <a:pt x="19" y="20"/>
                  </a:lnTo>
                  <a:lnTo>
                    <a:pt x="19" y="20"/>
                  </a:lnTo>
                  <a:lnTo>
                    <a:pt x="18" y="20"/>
                  </a:lnTo>
                  <a:lnTo>
                    <a:pt x="17" y="20"/>
                  </a:lnTo>
                  <a:lnTo>
                    <a:pt x="17" y="20"/>
                  </a:lnTo>
                  <a:lnTo>
                    <a:pt x="16" y="20"/>
                  </a:lnTo>
                  <a:lnTo>
                    <a:pt x="16" y="20"/>
                  </a:lnTo>
                  <a:lnTo>
                    <a:pt x="16" y="20"/>
                  </a:lnTo>
                  <a:lnTo>
                    <a:pt x="16" y="20"/>
                  </a:lnTo>
                  <a:lnTo>
                    <a:pt x="15" y="19"/>
                  </a:lnTo>
                  <a:lnTo>
                    <a:pt x="15" y="19"/>
                  </a:lnTo>
                  <a:lnTo>
                    <a:pt x="15" y="19"/>
                  </a:lnTo>
                  <a:lnTo>
                    <a:pt x="15" y="19"/>
                  </a:lnTo>
                  <a:lnTo>
                    <a:pt x="15" y="18"/>
                  </a:lnTo>
                  <a:lnTo>
                    <a:pt x="15" y="18"/>
                  </a:lnTo>
                  <a:lnTo>
                    <a:pt x="16" y="18"/>
                  </a:lnTo>
                  <a:lnTo>
                    <a:pt x="16" y="17"/>
                  </a:lnTo>
                  <a:lnTo>
                    <a:pt x="16" y="17"/>
                  </a:lnTo>
                  <a:lnTo>
                    <a:pt x="16" y="17"/>
                  </a:lnTo>
                  <a:lnTo>
                    <a:pt x="15" y="16"/>
                  </a:lnTo>
                  <a:lnTo>
                    <a:pt x="15" y="16"/>
                  </a:lnTo>
                  <a:lnTo>
                    <a:pt x="15" y="15"/>
                  </a:lnTo>
                  <a:lnTo>
                    <a:pt x="15" y="15"/>
                  </a:lnTo>
                  <a:lnTo>
                    <a:pt x="14" y="15"/>
                  </a:lnTo>
                  <a:lnTo>
                    <a:pt x="14" y="14"/>
                  </a:lnTo>
                  <a:lnTo>
                    <a:pt x="13" y="14"/>
                  </a:lnTo>
                  <a:lnTo>
                    <a:pt x="13" y="14"/>
                  </a:lnTo>
                  <a:lnTo>
                    <a:pt x="12" y="14"/>
                  </a:lnTo>
                  <a:lnTo>
                    <a:pt x="12" y="13"/>
                  </a:lnTo>
                  <a:lnTo>
                    <a:pt x="10" y="13"/>
                  </a:lnTo>
                  <a:lnTo>
                    <a:pt x="10" y="13"/>
                  </a:lnTo>
                  <a:lnTo>
                    <a:pt x="9" y="13"/>
                  </a:lnTo>
                  <a:lnTo>
                    <a:pt x="9" y="13"/>
                  </a:lnTo>
                  <a:lnTo>
                    <a:pt x="8" y="12"/>
                  </a:lnTo>
                  <a:lnTo>
                    <a:pt x="8" y="12"/>
                  </a:lnTo>
                  <a:lnTo>
                    <a:pt x="7" y="12"/>
                  </a:lnTo>
                  <a:lnTo>
                    <a:pt x="7" y="12"/>
                  </a:lnTo>
                  <a:lnTo>
                    <a:pt x="7" y="12"/>
                  </a:lnTo>
                  <a:lnTo>
                    <a:pt x="6" y="11"/>
                  </a:lnTo>
                  <a:lnTo>
                    <a:pt x="6" y="11"/>
                  </a:lnTo>
                  <a:lnTo>
                    <a:pt x="5" y="11"/>
                  </a:lnTo>
                  <a:lnTo>
                    <a:pt x="5" y="10"/>
                  </a:lnTo>
                  <a:lnTo>
                    <a:pt x="4" y="10"/>
                  </a:lnTo>
                  <a:lnTo>
                    <a:pt x="4" y="10"/>
                  </a:lnTo>
                  <a:lnTo>
                    <a:pt x="3" y="9"/>
                  </a:lnTo>
                  <a:lnTo>
                    <a:pt x="3" y="9"/>
                  </a:lnTo>
                  <a:lnTo>
                    <a:pt x="2" y="9"/>
                  </a:lnTo>
                  <a:lnTo>
                    <a:pt x="2" y="8"/>
                  </a:lnTo>
                  <a:lnTo>
                    <a:pt x="1" y="8"/>
                  </a:lnTo>
                  <a:lnTo>
                    <a:pt x="1" y="8"/>
                  </a:lnTo>
                  <a:lnTo>
                    <a:pt x="1" y="8"/>
                  </a:lnTo>
                  <a:lnTo>
                    <a:pt x="1" y="8"/>
                  </a:lnTo>
                  <a:lnTo>
                    <a:pt x="1" y="8"/>
                  </a:lnTo>
                  <a:lnTo>
                    <a:pt x="1" y="8"/>
                  </a:lnTo>
                  <a:lnTo>
                    <a:pt x="1"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5" name="Freeform 710"/>
            <p:cNvSpPr/>
            <p:nvPr/>
          </p:nvSpPr>
          <p:spPr bwMode="auto">
            <a:xfrm>
              <a:off x="8140700" y="4962525"/>
              <a:ext cx="4763" cy="1588"/>
            </a:xfrm>
            <a:custGeom>
              <a:avLst/>
              <a:gdLst>
                <a:gd name="T0" fmla="*/ 2 w 8"/>
                <a:gd name="T1" fmla="*/ 1 h 4"/>
                <a:gd name="T2" fmla="*/ 3 w 8"/>
                <a:gd name="T3" fmla="*/ 1 h 4"/>
                <a:gd name="T4" fmla="*/ 3 w 8"/>
                <a:gd name="T5" fmla="*/ 1 h 4"/>
                <a:gd name="T6" fmla="*/ 4 w 8"/>
                <a:gd name="T7" fmla="*/ 1 h 4"/>
                <a:gd name="T8" fmla="*/ 4 w 8"/>
                <a:gd name="T9" fmla="*/ 1 h 4"/>
                <a:gd name="T10" fmla="*/ 5 w 8"/>
                <a:gd name="T11" fmla="*/ 1 h 4"/>
                <a:gd name="T12" fmla="*/ 5 w 8"/>
                <a:gd name="T13" fmla="*/ 1 h 4"/>
                <a:gd name="T14" fmla="*/ 6 w 8"/>
                <a:gd name="T15" fmla="*/ 0 h 4"/>
                <a:gd name="T16" fmla="*/ 6 w 8"/>
                <a:gd name="T17" fmla="*/ 0 h 4"/>
                <a:gd name="T18" fmla="*/ 7 w 8"/>
                <a:gd name="T19" fmla="*/ 0 h 4"/>
                <a:gd name="T20" fmla="*/ 7 w 8"/>
                <a:gd name="T21" fmla="*/ 0 h 4"/>
                <a:gd name="T22" fmla="*/ 7 w 8"/>
                <a:gd name="T23" fmla="*/ 0 h 4"/>
                <a:gd name="T24" fmla="*/ 7 w 8"/>
                <a:gd name="T25" fmla="*/ 0 h 4"/>
                <a:gd name="T26" fmla="*/ 8 w 8"/>
                <a:gd name="T27" fmla="*/ 0 h 4"/>
                <a:gd name="T28" fmla="*/ 8 w 8"/>
                <a:gd name="T29" fmla="*/ 0 h 4"/>
                <a:gd name="T30" fmla="*/ 8 w 8"/>
                <a:gd name="T31" fmla="*/ 0 h 4"/>
                <a:gd name="T32" fmla="*/ 8 w 8"/>
                <a:gd name="T33" fmla="*/ 0 h 4"/>
                <a:gd name="T34" fmla="*/ 8 w 8"/>
                <a:gd name="T35" fmla="*/ 1 h 4"/>
                <a:gd name="T36" fmla="*/ 8 w 8"/>
                <a:gd name="T37" fmla="*/ 1 h 4"/>
                <a:gd name="T38" fmla="*/ 8 w 8"/>
                <a:gd name="T39" fmla="*/ 1 h 4"/>
                <a:gd name="T40" fmla="*/ 8 w 8"/>
                <a:gd name="T41" fmla="*/ 1 h 4"/>
                <a:gd name="T42" fmla="*/ 7 w 8"/>
                <a:gd name="T43" fmla="*/ 1 h 4"/>
                <a:gd name="T44" fmla="*/ 7 w 8"/>
                <a:gd name="T45" fmla="*/ 1 h 4"/>
                <a:gd name="T46" fmla="*/ 7 w 8"/>
                <a:gd name="T47" fmla="*/ 1 h 4"/>
                <a:gd name="T48" fmla="*/ 6 w 8"/>
                <a:gd name="T49" fmla="*/ 2 h 4"/>
                <a:gd name="T50" fmla="*/ 6 w 8"/>
                <a:gd name="T51" fmla="*/ 2 h 4"/>
                <a:gd name="T52" fmla="*/ 5 w 8"/>
                <a:gd name="T53" fmla="*/ 2 h 4"/>
                <a:gd name="T54" fmla="*/ 5 w 8"/>
                <a:gd name="T55" fmla="*/ 2 h 4"/>
                <a:gd name="T56" fmla="*/ 5 w 8"/>
                <a:gd name="T57" fmla="*/ 2 h 4"/>
                <a:gd name="T58" fmla="*/ 4 w 8"/>
                <a:gd name="T59" fmla="*/ 2 h 4"/>
                <a:gd name="T60" fmla="*/ 4 w 8"/>
                <a:gd name="T61" fmla="*/ 2 h 4"/>
                <a:gd name="T62" fmla="*/ 3 w 8"/>
                <a:gd name="T63" fmla="*/ 2 h 4"/>
                <a:gd name="T64" fmla="*/ 3 w 8"/>
                <a:gd name="T65" fmla="*/ 4 h 4"/>
                <a:gd name="T66" fmla="*/ 2 w 8"/>
                <a:gd name="T67" fmla="*/ 4 h 4"/>
                <a:gd name="T68" fmla="*/ 2 w 8"/>
                <a:gd name="T69" fmla="*/ 4 h 4"/>
                <a:gd name="T70" fmla="*/ 2 w 8"/>
                <a:gd name="T71" fmla="*/ 4 h 4"/>
                <a:gd name="T72" fmla="*/ 1 w 8"/>
                <a:gd name="T73" fmla="*/ 4 h 4"/>
                <a:gd name="T74" fmla="*/ 1 w 8"/>
                <a:gd name="T75" fmla="*/ 4 h 4"/>
                <a:gd name="T76" fmla="*/ 1 w 8"/>
                <a:gd name="T77" fmla="*/ 4 h 4"/>
                <a:gd name="T78" fmla="*/ 0 w 8"/>
                <a:gd name="T79" fmla="*/ 2 h 4"/>
                <a:gd name="T80" fmla="*/ 0 w 8"/>
                <a:gd name="T81" fmla="*/ 2 h 4"/>
                <a:gd name="T82" fmla="*/ 0 w 8"/>
                <a:gd name="T83" fmla="*/ 1 h 4"/>
                <a:gd name="T84" fmla="*/ 1 w 8"/>
                <a:gd name="T85" fmla="*/ 1 h 4"/>
                <a:gd name="T86" fmla="*/ 1 w 8"/>
                <a:gd name="T87" fmla="*/ 1 h 4"/>
                <a:gd name="T88" fmla="*/ 1 w 8"/>
                <a:gd name="T89" fmla="*/ 1 h 4"/>
                <a:gd name="T90" fmla="*/ 1 w 8"/>
                <a:gd name="T91" fmla="*/ 1 h 4"/>
                <a:gd name="T92" fmla="*/ 2 w 8"/>
                <a:gd name="T93" fmla="*/ 1 h 4"/>
                <a:gd name="T94" fmla="*/ 2 w 8"/>
                <a:gd name="T95" fmla="*/ 1 h 4"/>
                <a:gd name="T96" fmla="*/ 2 w 8"/>
                <a:gd name="T97" fmla="*/ 1 h 4"/>
                <a:gd name="T98" fmla="*/ 2 w 8"/>
                <a:gd name="T99"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 h="4">
                  <a:moveTo>
                    <a:pt x="2" y="1"/>
                  </a:moveTo>
                  <a:lnTo>
                    <a:pt x="2" y="1"/>
                  </a:lnTo>
                  <a:lnTo>
                    <a:pt x="2" y="1"/>
                  </a:lnTo>
                  <a:lnTo>
                    <a:pt x="3" y="1"/>
                  </a:lnTo>
                  <a:lnTo>
                    <a:pt x="3" y="1"/>
                  </a:lnTo>
                  <a:lnTo>
                    <a:pt x="3" y="1"/>
                  </a:lnTo>
                  <a:lnTo>
                    <a:pt x="3" y="1"/>
                  </a:lnTo>
                  <a:lnTo>
                    <a:pt x="4" y="1"/>
                  </a:lnTo>
                  <a:lnTo>
                    <a:pt x="4" y="1"/>
                  </a:lnTo>
                  <a:lnTo>
                    <a:pt x="4" y="1"/>
                  </a:lnTo>
                  <a:lnTo>
                    <a:pt x="5" y="1"/>
                  </a:lnTo>
                  <a:lnTo>
                    <a:pt x="5" y="1"/>
                  </a:lnTo>
                  <a:lnTo>
                    <a:pt x="5" y="1"/>
                  </a:lnTo>
                  <a:lnTo>
                    <a:pt x="5" y="1"/>
                  </a:lnTo>
                  <a:lnTo>
                    <a:pt x="6" y="1"/>
                  </a:lnTo>
                  <a:lnTo>
                    <a:pt x="6" y="0"/>
                  </a:lnTo>
                  <a:lnTo>
                    <a:pt x="6" y="0"/>
                  </a:lnTo>
                  <a:lnTo>
                    <a:pt x="6" y="0"/>
                  </a:lnTo>
                  <a:lnTo>
                    <a:pt x="6" y="0"/>
                  </a:lnTo>
                  <a:lnTo>
                    <a:pt x="7" y="0"/>
                  </a:lnTo>
                  <a:lnTo>
                    <a:pt x="7" y="0"/>
                  </a:lnTo>
                  <a:lnTo>
                    <a:pt x="7" y="0"/>
                  </a:lnTo>
                  <a:lnTo>
                    <a:pt x="7" y="0"/>
                  </a:lnTo>
                  <a:lnTo>
                    <a:pt x="7" y="0"/>
                  </a:lnTo>
                  <a:lnTo>
                    <a:pt x="7" y="0"/>
                  </a:lnTo>
                  <a:lnTo>
                    <a:pt x="7" y="0"/>
                  </a:lnTo>
                  <a:lnTo>
                    <a:pt x="8" y="0"/>
                  </a:lnTo>
                  <a:lnTo>
                    <a:pt x="8" y="0"/>
                  </a:lnTo>
                  <a:lnTo>
                    <a:pt x="8" y="0"/>
                  </a:lnTo>
                  <a:lnTo>
                    <a:pt x="8" y="0"/>
                  </a:lnTo>
                  <a:lnTo>
                    <a:pt x="8" y="0"/>
                  </a:lnTo>
                  <a:lnTo>
                    <a:pt x="8" y="0"/>
                  </a:lnTo>
                  <a:lnTo>
                    <a:pt x="8" y="0"/>
                  </a:lnTo>
                  <a:lnTo>
                    <a:pt x="8" y="0"/>
                  </a:lnTo>
                  <a:lnTo>
                    <a:pt x="8" y="1"/>
                  </a:lnTo>
                  <a:lnTo>
                    <a:pt x="8" y="1"/>
                  </a:lnTo>
                  <a:lnTo>
                    <a:pt x="8" y="1"/>
                  </a:lnTo>
                  <a:lnTo>
                    <a:pt x="8" y="1"/>
                  </a:lnTo>
                  <a:lnTo>
                    <a:pt x="8" y="1"/>
                  </a:lnTo>
                  <a:lnTo>
                    <a:pt x="8" y="1"/>
                  </a:lnTo>
                  <a:lnTo>
                    <a:pt x="8" y="1"/>
                  </a:lnTo>
                  <a:lnTo>
                    <a:pt x="8" y="1"/>
                  </a:lnTo>
                  <a:lnTo>
                    <a:pt x="8" y="1"/>
                  </a:lnTo>
                  <a:lnTo>
                    <a:pt x="7" y="1"/>
                  </a:lnTo>
                  <a:lnTo>
                    <a:pt x="7" y="1"/>
                  </a:lnTo>
                  <a:lnTo>
                    <a:pt x="7" y="1"/>
                  </a:lnTo>
                  <a:lnTo>
                    <a:pt x="7" y="1"/>
                  </a:lnTo>
                  <a:lnTo>
                    <a:pt x="7" y="1"/>
                  </a:lnTo>
                  <a:lnTo>
                    <a:pt x="7" y="1"/>
                  </a:lnTo>
                  <a:lnTo>
                    <a:pt x="6" y="2"/>
                  </a:lnTo>
                  <a:lnTo>
                    <a:pt x="6" y="2"/>
                  </a:lnTo>
                  <a:lnTo>
                    <a:pt x="6" y="2"/>
                  </a:lnTo>
                  <a:lnTo>
                    <a:pt x="6" y="2"/>
                  </a:lnTo>
                  <a:lnTo>
                    <a:pt x="5" y="2"/>
                  </a:lnTo>
                  <a:lnTo>
                    <a:pt x="5" y="2"/>
                  </a:lnTo>
                  <a:lnTo>
                    <a:pt x="5" y="2"/>
                  </a:lnTo>
                  <a:lnTo>
                    <a:pt x="5" y="2"/>
                  </a:lnTo>
                  <a:lnTo>
                    <a:pt x="5" y="2"/>
                  </a:lnTo>
                  <a:lnTo>
                    <a:pt x="4" y="2"/>
                  </a:lnTo>
                  <a:lnTo>
                    <a:pt x="4" y="2"/>
                  </a:lnTo>
                  <a:lnTo>
                    <a:pt x="4" y="2"/>
                  </a:lnTo>
                  <a:lnTo>
                    <a:pt x="4" y="2"/>
                  </a:lnTo>
                  <a:lnTo>
                    <a:pt x="4" y="2"/>
                  </a:lnTo>
                  <a:lnTo>
                    <a:pt x="3" y="2"/>
                  </a:lnTo>
                  <a:lnTo>
                    <a:pt x="3" y="4"/>
                  </a:lnTo>
                  <a:lnTo>
                    <a:pt x="3" y="4"/>
                  </a:lnTo>
                  <a:lnTo>
                    <a:pt x="3" y="4"/>
                  </a:lnTo>
                  <a:lnTo>
                    <a:pt x="2" y="4"/>
                  </a:lnTo>
                  <a:lnTo>
                    <a:pt x="2" y="4"/>
                  </a:lnTo>
                  <a:lnTo>
                    <a:pt x="2" y="4"/>
                  </a:lnTo>
                  <a:lnTo>
                    <a:pt x="2" y="4"/>
                  </a:lnTo>
                  <a:lnTo>
                    <a:pt x="2" y="4"/>
                  </a:lnTo>
                  <a:lnTo>
                    <a:pt x="1" y="4"/>
                  </a:lnTo>
                  <a:lnTo>
                    <a:pt x="1" y="4"/>
                  </a:lnTo>
                  <a:lnTo>
                    <a:pt x="1" y="4"/>
                  </a:lnTo>
                  <a:lnTo>
                    <a:pt x="1" y="4"/>
                  </a:lnTo>
                  <a:lnTo>
                    <a:pt x="1" y="4"/>
                  </a:lnTo>
                  <a:lnTo>
                    <a:pt x="1" y="4"/>
                  </a:lnTo>
                  <a:lnTo>
                    <a:pt x="0" y="2"/>
                  </a:lnTo>
                  <a:lnTo>
                    <a:pt x="0" y="2"/>
                  </a:lnTo>
                  <a:lnTo>
                    <a:pt x="0" y="2"/>
                  </a:lnTo>
                  <a:lnTo>
                    <a:pt x="0" y="2"/>
                  </a:lnTo>
                  <a:lnTo>
                    <a:pt x="0" y="1"/>
                  </a:lnTo>
                  <a:lnTo>
                    <a:pt x="0" y="1"/>
                  </a:lnTo>
                  <a:lnTo>
                    <a:pt x="0" y="1"/>
                  </a:lnTo>
                  <a:lnTo>
                    <a:pt x="1" y="1"/>
                  </a:lnTo>
                  <a:lnTo>
                    <a:pt x="1" y="1"/>
                  </a:lnTo>
                  <a:lnTo>
                    <a:pt x="1" y="1"/>
                  </a:lnTo>
                  <a:lnTo>
                    <a:pt x="1" y="1"/>
                  </a:lnTo>
                  <a:lnTo>
                    <a:pt x="1" y="1"/>
                  </a:lnTo>
                  <a:lnTo>
                    <a:pt x="1" y="1"/>
                  </a:lnTo>
                  <a:lnTo>
                    <a:pt x="1" y="1"/>
                  </a:lnTo>
                  <a:lnTo>
                    <a:pt x="2" y="1"/>
                  </a:lnTo>
                  <a:lnTo>
                    <a:pt x="2" y="1"/>
                  </a:lnTo>
                  <a:lnTo>
                    <a:pt x="2" y="1"/>
                  </a:lnTo>
                  <a:lnTo>
                    <a:pt x="2" y="1"/>
                  </a:lnTo>
                  <a:lnTo>
                    <a:pt x="2" y="1"/>
                  </a:lnTo>
                  <a:lnTo>
                    <a:pt x="2" y="1"/>
                  </a:lnTo>
                  <a:lnTo>
                    <a:pt x="2" y="1"/>
                  </a:ln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6" name="Freeform 711"/>
            <p:cNvSpPr/>
            <p:nvPr/>
          </p:nvSpPr>
          <p:spPr bwMode="auto">
            <a:xfrm>
              <a:off x="8170863" y="4964113"/>
              <a:ext cx="7938" cy="6350"/>
            </a:xfrm>
            <a:custGeom>
              <a:avLst/>
              <a:gdLst>
                <a:gd name="T0" fmla="*/ 7 w 14"/>
                <a:gd name="T1" fmla="*/ 0 h 14"/>
                <a:gd name="T2" fmla="*/ 7 w 14"/>
                <a:gd name="T3" fmla="*/ 0 h 14"/>
                <a:gd name="T4" fmla="*/ 7 w 14"/>
                <a:gd name="T5" fmla="*/ 0 h 14"/>
                <a:gd name="T6" fmla="*/ 7 w 14"/>
                <a:gd name="T7" fmla="*/ 0 h 14"/>
                <a:gd name="T8" fmla="*/ 7 w 14"/>
                <a:gd name="T9" fmla="*/ 0 h 14"/>
                <a:gd name="T10" fmla="*/ 7 w 14"/>
                <a:gd name="T11" fmla="*/ 0 h 14"/>
                <a:gd name="T12" fmla="*/ 8 w 14"/>
                <a:gd name="T13" fmla="*/ 0 h 14"/>
                <a:gd name="T14" fmla="*/ 9 w 14"/>
                <a:gd name="T15" fmla="*/ 2 h 14"/>
                <a:gd name="T16" fmla="*/ 12 w 14"/>
                <a:gd name="T17" fmla="*/ 2 h 14"/>
                <a:gd name="T18" fmla="*/ 13 w 14"/>
                <a:gd name="T19" fmla="*/ 3 h 14"/>
                <a:gd name="T20" fmla="*/ 14 w 14"/>
                <a:gd name="T21" fmla="*/ 3 h 14"/>
                <a:gd name="T22" fmla="*/ 14 w 14"/>
                <a:gd name="T23" fmla="*/ 5 h 14"/>
                <a:gd name="T24" fmla="*/ 14 w 14"/>
                <a:gd name="T25" fmla="*/ 8 h 14"/>
                <a:gd name="T26" fmla="*/ 13 w 14"/>
                <a:gd name="T27" fmla="*/ 11 h 14"/>
                <a:gd name="T28" fmla="*/ 11 w 14"/>
                <a:gd name="T29" fmla="*/ 13 h 14"/>
                <a:gd name="T30" fmla="*/ 8 w 14"/>
                <a:gd name="T31" fmla="*/ 14 h 14"/>
                <a:gd name="T32" fmla="*/ 7 w 14"/>
                <a:gd name="T33" fmla="*/ 14 h 14"/>
                <a:gd name="T34" fmla="*/ 6 w 14"/>
                <a:gd name="T35" fmla="*/ 14 h 14"/>
                <a:gd name="T36" fmla="*/ 6 w 14"/>
                <a:gd name="T37" fmla="*/ 14 h 14"/>
                <a:gd name="T38" fmla="*/ 5 w 14"/>
                <a:gd name="T39" fmla="*/ 14 h 14"/>
                <a:gd name="T40" fmla="*/ 4 w 14"/>
                <a:gd name="T41" fmla="*/ 14 h 14"/>
                <a:gd name="T42" fmla="*/ 3 w 14"/>
                <a:gd name="T43" fmla="*/ 14 h 14"/>
                <a:gd name="T44" fmla="*/ 2 w 14"/>
                <a:gd name="T45" fmla="*/ 14 h 14"/>
                <a:gd name="T46" fmla="*/ 2 w 14"/>
                <a:gd name="T47" fmla="*/ 14 h 14"/>
                <a:gd name="T48" fmla="*/ 2 w 14"/>
                <a:gd name="T49" fmla="*/ 13 h 14"/>
                <a:gd name="T50" fmla="*/ 1 w 14"/>
                <a:gd name="T51" fmla="*/ 13 h 14"/>
                <a:gd name="T52" fmla="*/ 1 w 14"/>
                <a:gd name="T53" fmla="*/ 12 h 14"/>
                <a:gd name="T54" fmla="*/ 1 w 14"/>
                <a:gd name="T55" fmla="*/ 11 h 14"/>
                <a:gd name="T56" fmla="*/ 1 w 14"/>
                <a:gd name="T57" fmla="*/ 11 h 14"/>
                <a:gd name="T58" fmla="*/ 1 w 14"/>
                <a:gd name="T59" fmla="*/ 10 h 14"/>
                <a:gd name="T60" fmla="*/ 0 w 14"/>
                <a:gd name="T61" fmla="*/ 10 h 14"/>
                <a:gd name="T62" fmla="*/ 0 w 14"/>
                <a:gd name="T63" fmla="*/ 9 h 14"/>
                <a:gd name="T64" fmla="*/ 0 w 14"/>
                <a:gd name="T65" fmla="*/ 8 h 14"/>
                <a:gd name="T66" fmla="*/ 0 w 14"/>
                <a:gd name="T67" fmla="*/ 8 h 14"/>
                <a:gd name="T68" fmla="*/ 0 w 14"/>
                <a:gd name="T69" fmla="*/ 7 h 14"/>
                <a:gd name="T70" fmla="*/ 1 w 14"/>
                <a:gd name="T71" fmla="*/ 7 h 14"/>
                <a:gd name="T72" fmla="*/ 1 w 14"/>
                <a:gd name="T73" fmla="*/ 7 h 14"/>
                <a:gd name="T74" fmla="*/ 2 w 14"/>
                <a:gd name="T75" fmla="*/ 6 h 14"/>
                <a:gd name="T76" fmla="*/ 2 w 14"/>
                <a:gd name="T77" fmla="*/ 6 h 14"/>
                <a:gd name="T78" fmla="*/ 3 w 14"/>
                <a:gd name="T79" fmla="*/ 5 h 14"/>
                <a:gd name="T80" fmla="*/ 3 w 14"/>
                <a:gd name="T81" fmla="*/ 5 h 14"/>
                <a:gd name="T82" fmla="*/ 3 w 14"/>
                <a:gd name="T83" fmla="*/ 4 h 14"/>
                <a:gd name="T84" fmla="*/ 4 w 14"/>
                <a:gd name="T85" fmla="*/ 3 h 14"/>
                <a:gd name="T86" fmla="*/ 4 w 14"/>
                <a:gd name="T87" fmla="*/ 3 h 14"/>
                <a:gd name="T88" fmla="*/ 5 w 14"/>
                <a:gd name="T89" fmla="*/ 2 h 14"/>
                <a:gd name="T90" fmla="*/ 6 w 14"/>
                <a:gd name="T91" fmla="*/ 2 h 14"/>
                <a:gd name="T92" fmla="*/ 6 w 14"/>
                <a:gd name="T93" fmla="*/ 0 h 14"/>
                <a:gd name="T94" fmla="*/ 7 w 14"/>
                <a:gd name="T95" fmla="*/ 0 h 14"/>
                <a:gd name="T96" fmla="*/ 7 w 14"/>
                <a:gd name="T9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 h="14">
                  <a:moveTo>
                    <a:pt x="7" y="0"/>
                  </a:moveTo>
                  <a:lnTo>
                    <a:pt x="7" y="0"/>
                  </a:lnTo>
                  <a:lnTo>
                    <a:pt x="7" y="0"/>
                  </a:lnTo>
                  <a:lnTo>
                    <a:pt x="7" y="0"/>
                  </a:lnTo>
                  <a:lnTo>
                    <a:pt x="7" y="0"/>
                  </a:lnTo>
                  <a:lnTo>
                    <a:pt x="7" y="0"/>
                  </a:lnTo>
                  <a:lnTo>
                    <a:pt x="7" y="0"/>
                  </a:lnTo>
                  <a:lnTo>
                    <a:pt x="7" y="0"/>
                  </a:lnTo>
                  <a:lnTo>
                    <a:pt x="7" y="0"/>
                  </a:lnTo>
                  <a:lnTo>
                    <a:pt x="7" y="0"/>
                  </a:lnTo>
                  <a:lnTo>
                    <a:pt x="7" y="0"/>
                  </a:lnTo>
                  <a:lnTo>
                    <a:pt x="7" y="0"/>
                  </a:lnTo>
                  <a:lnTo>
                    <a:pt x="7" y="0"/>
                  </a:lnTo>
                  <a:lnTo>
                    <a:pt x="7" y="0"/>
                  </a:lnTo>
                  <a:lnTo>
                    <a:pt x="7" y="0"/>
                  </a:lnTo>
                  <a:lnTo>
                    <a:pt x="7" y="0"/>
                  </a:lnTo>
                  <a:lnTo>
                    <a:pt x="7" y="0"/>
                  </a:lnTo>
                  <a:lnTo>
                    <a:pt x="7" y="0"/>
                  </a:lnTo>
                  <a:lnTo>
                    <a:pt x="8" y="0"/>
                  </a:lnTo>
                  <a:lnTo>
                    <a:pt x="8" y="0"/>
                  </a:lnTo>
                  <a:lnTo>
                    <a:pt x="8" y="0"/>
                  </a:lnTo>
                  <a:lnTo>
                    <a:pt x="9" y="2"/>
                  </a:lnTo>
                  <a:lnTo>
                    <a:pt x="9" y="2"/>
                  </a:lnTo>
                  <a:lnTo>
                    <a:pt x="9" y="2"/>
                  </a:lnTo>
                  <a:lnTo>
                    <a:pt x="11" y="2"/>
                  </a:lnTo>
                  <a:lnTo>
                    <a:pt x="11" y="2"/>
                  </a:lnTo>
                  <a:lnTo>
                    <a:pt x="12" y="2"/>
                  </a:lnTo>
                  <a:lnTo>
                    <a:pt x="12" y="3"/>
                  </a:lnTo>
                  <a:lnTo>
                    <a:pt x="13" y="3"/>
                  </a:lnTo>
                  <a:lnTo>
                    <a:pt x="13" y="3"/>
                  </a:lnTo>
                  <a:lnTo>
                    <a:pt x="13" y="3"/>
                  </a:lnTo>
                  <a:lnTo>
                    <a:pt x="13" y="3"/>
                  </a:lnTo>
                  <a:lnTo>
                    <a:pt x="14" y="3"/>
                  </a:lnTo>
                  <a:lnTo>
                    <a:pt x="14" y="4"/>
                  </a:lnTo>
                  <a:lnTo>
                    <a:pt x="14" y="4"/>
                  </a:lnTo>
                  <a:lnTo>
                    <a:pt x="14" y="5"/>
                  </a:lnTo>
                  <a:lnTo>
                    <a:pt x="14" y="6"/>
                  </a:lnTo>
                  <a:lnTo>
                    <a:pt x="14" y="7"/>
                  </a:lnTo>
                  <a:lnTo>
                    <a:pt x="14" y="8"/>
                  </a:lnTo>
                  <a:lnTo>
                    <a:pt x="14" y="9"/>
                  </a:lnTo>
                  <a:lnTo>
                    <a:pt x="13" y="10"/>
                  </a:lnTo>
                  <a:lnTo>
                    <a:pt x="13" y="11"/>
                  </a:lnTo>
                  <a:lnTo>
                    <a:pt x="13" y="12"/>
                  </a:lnTo>
                  <a:lnTo>
                    <a:pt x="12" y="13"/>
                  </a:lnTo>
                  <a:lnTo>
                    <a:pt x="11" y="13"/>
                  </a:lnTo>
                  <a:lnTo>
                    <a:pt x="11" y="14"/>
                  </a:lnTo>
                  <a:lnTo>
                    <a:pt x="9" y="14"/>
                  </a:lnTo>
                  <a:lnTo>
                    <a:pt x="8" y="14"/>
                  </a:lnTo>
                  <a:lnTo>
                    <a:pt x="7" y="14"/>
                  </a:lnTo>
                  <a:lnTo>
                    <a:pt x="7" y="14"/>
                  </a:lnTo>
                  <a:lnTo>
                    <a:pt x="7" y="14"/>
                  </a:lnTo>
                  <a:lnTo>
                    <a:pt x="7" y="14"/>
                  </a:lnTo>
                  <a:lnTo>
                    <a:pt x="7" y="14"/>
                  </a:lnTo>
                  <a:lnTo>
                    <a:pt x="6" y="14"/>
                  </a:lnTo>
                  <a:lnTo>
                    <a:pt x="6" y="14"/>
                  </a:lnTo>
                  <a:lnTo>
                    <a:pt x="6" y="14"/>
                  </a:lnTo>
                  <a:lnTo>
                    <a:pt x="6" y="14"/>
                  </a:lnTo>
                  <a:lnTo>
                    <a:pt x="5" y="14"/>
                  </a:lnTo>
                  <a:lnTo>
                    <a:pt x="5" y="14"/>
                  </a:lnTo>
                  <a:lnTo>
                    <a:pt x="5" y="14"/>
                  </a:lnTo>
                  <a:lnTo>
                    <a:pt x="5" y="14"/>
                  </a:lnTo>
                  <a:lnTo>
                    <a:pt x="4" y="14"/>
                  </a:lnTo>
                  <a:lnTo>
                    <a:pt x="4" y="14"/>
                  </a:lnTo>
                  <a:lnTo>
                    <a:pt x="4" y="14"/>
                  </a:lnTo>
                  <a:lnTo>
                    <a:pt x="3" y="14"/>
                  </a:lnTo>
                  <a:lnTo>
                    <a:pt x="3" y="14"/>
                  </a:lnTo>
                  <a:lnTo>
                    <a:pt x="3" y="14"/>
                  </a:lnTo>
                  <a:lnTo>
                    <a:pt x="3" y="14"/>
                  </a:lnTo>
                  <a:lnTo>
                    <a:pt x="2" y="14"/>
                  </a:lnTo>
                  <a:lnTo>
                    <a:pt x="2" y="14"/>
                  </a:lnTo>
                  <a:lnTo>
                    <a:pt x="2" y="14"/>
                  </a:lnTo>
                  <a:lnTo>
                    <a:pt x="2" y="14"/>
                  </a:lnTo>
                  <a:lnTo>
                    <a:pt x="2" y="14"/>
                  </a:lnTo>
                  <a:lnTo>
                    <a:pt x="2" y="14"/>
                  </a:lnTo>
                  <a:lnTo>
                    <a:pt x="2" y="13"/>
                  </a:lnTo>
                  <a:lnTo>
                    <a:pt x="2" y="13"/>
                  </a:lnTo>
                  <a:lnTo>
                    <a:pt x="1" y="13"/>
                  </a:lnTo>
                  <a:lnTo>
                    <a:pt x="1" y="13"/>
                  </a:lnTo>
                  <a:lnTo>
                    <a:pt x="1" y="13"/>
                  </a:lnTo>
                  <a:lnTo>
                    <a:pt x="1" y="12"/>
                  </a:lnTo>
                  <a:lnTo>
                    <a:pt x="1" y="12"/>
                  </a:lnTo>
                  <a:lnTo>
                    <a:pt x="1" y="12"/>
                  </a:lnTo>
                  <a:lnTo>
                    <a:pt x="1" y="11"/>
                  </a:lnTo>
                  <a:lnTo>
                    <a:pt x="1" y="11"/>
                  </a:lnTo>
                  <a:lnTo>
                    <a:pt x="1" y="11"/>
                  </a:lnTo>
                  <a:lnTo>
                    <a:pt x="1" y="11"/>
                  </a:lnTo>
                  <a:lnTo>
                    <a:pt x="1" y="11"/>
                  </a:lnTo>
                  <a:lnTo>
                    <a:pt x="1" y="10"/>
                  </a:lnTo>
                  <a:lnTo>
                    <a:pt x="1" y="10"/>
                  </a:lnTo>
                  <a:lnTo>
                    <a:pt x="1" y="10"/>
                  </a:lnTo>
                  <a:lnTo>
                    <a:pt x="1" y="10"/>
                  </a:lnTo>
                  <a:lnTo>
                    <a:pt x="0" y="10"/>
                  </a:lnTo>
                  <a:lnTo>
                    <a:pt x="0" y="10"/>
                  </a:lnTo>
                  <a:lnTo>
                    <a:pt x="0" y="9"/>
                  </a:lnTo>
                  <a:lnTo>
                    <a:pt x="0" y="9"/>
                  </a:lnTo>
                  <a:lnTo>
                    <a:pt x="0" y="9"/>
                  </a:lnTo>
                  <a:lnTo>
                    <a:pt x="0" y="9"/>
                  </a:lnTo>
                  <a:lnTo>
                    <a:pt x="0" y="9"/>
                  </a:lnTo>
                  <a:lnTo>
                    <a:pt x="0" y="8"/>
                  </a:lnTo>
                  <a:lnTo>
                    <a:pt x="0" y="8"/>
                  </a:lnTo>
                  <a:lnTo>
                    <a:pt x="0" y="8"/>
                  </a:lnTo>
                  <a:lnTo>
                    <a:pt x="0" y="8"/>
                  </a:lnTo>
                  <a:lnTo>
                    <a:pt x="0" y="8"/>
                  </a:lnTo>
                  <a:lnTo>
                    <a:pt x="0" y="8"/>
                  </a:lnTo>
                  <a:lnTo>
                    <a:pt x="0" y="7"/>
                  </a:lnTo>
                  <a:lnTo>
                    <a:pt x="0" y="7"/>
                  </a:lnTo>
                  <a:lnTo>
                    <a:pt x="1" y="7"/>
                  </a:lnTo>
                  <a:lnTo>
                    <a:pt x="1" y="7"/>
                  </a:lnTo>
                  <a:lnTo>
                    <a:pt x="1" y="7"/>
                  </a:lnTo>
                  <a:lnTo>
                    <a:pt x="1" y="7"/>
                  </a:lnTo>
                  <a:lnTo>
                    <a:pt x="1" y="7"/>
                  </a:lnTo>
                  <a:lnTo>
                    <a:pt x="1" y="7"/>
                  </a:lnTo>
                  <a:lnTo>
                    <a:pt x="2" y="7"/>
                  </a:lnTo>
                  <a:lnTo>
                    <a:pt x="2" y="6"/>
                  </a:lnTo>
                  <a:lnTo>
                    <a:pt x="2" y="6"/>
                  </a:lnTo>
                  <a:lnTo>
                    <a:pt x="2" y="6"/>
                  </a:lnTo>
                  <a:lnTo>
                    <a:pt x="2" y="6"/>
                  </a:lnTo>
                  <a:lnTo>
                    <a:pt x="3" y="6"/>
                  </a:lnTo>
                  <a:lnTo>
                    <a:pt x="3" y="6"/>
                  </a:lnTo>
                  <a:lnTo>
                    <a:pt x="3" y="5"/>
                  </a:lnTo>
                  <a:lnTo>
                    <a:pt x="3" y="5"/>
                  </a:lnTo>
                  <a:lnTo>
                    <a:pt x="3" y="5"/>
                  </a:lnTo>
                  <a:lnTo>
                    <a:pt x="3" y="5"/>
                  </a:lnTo>
                  <a:lnTo>
                    <a:pt x="3" y="5"/>
                  </a:lnTo>
                  <a:lnTo>
                    <a:pt x="3" y="4"/>
                  </a:lnTo>
                  <a:lnTo>
                    <a:pt x="3" y="4"/>
                  </a:lnTo>
                  <a:lnTo>
                    <a:pt x="3" y="4"/>
                  </a:lnTo>
                  <a:lnTo>
                    <a:pt x="4" y="4"/>
                  </a:lnTo>
                  <a:lnTo>
                    <a:pt x="4" y="3"/>
                  </a:lnTo>
                  <a:lnTo>
                    <a:pt x="4" y="3"/>
                  </a:lnTo>
                  <a:lnTo>
                    <a:pt x="4" y="3"/>
                  </a:lnTo>
                  <a:lnTo>
                    <a:pt x="4" y="3"/>
                  </a:lnTo>
                  <a:lnTo>
                    <a:pt x="4" y="2"/>
                  </a:lnTo>
                  <a:lnTo>
                    <a:pt x="5" y="2"/>
                  </a:lnTo>
                  <a:lnTo>
                    <a:pt x="5" y="2"/>
                  </a:lnTo>
                  <a:lnTo>
                    <a:pt x="5" y="2"/>
                  </a:lnTo>
                  <a:lnTo>
                    <a:pt x="5" y="2"/>
                  </a:lnTo>
                  <a:lnTo>
                    <a:pt x="6" y="2"/>
                  </a:lnTo>
                  <a:lnTo>
                    <a:pt x="6" y="2"/>
                  </a:lnTo>
                  <a:lnTo>
                    <a:pt x="6" y="0"/>
                  </a:lnTo>
                  <a:lnTo>
                    <a:pt x="6" y="0"/>
                  </a:lnTo>
                  <a:lnTo>
                    <a:pt x="7" y="0"/>
                  </a:lnTo>
                  <a:lnTo>
                    <a:pt x="7" y="0"/>
                  </a:lnTo>
                  <a:lnTo>
                    <a:pt x="7" y="0"/>
                  </a:lnTo>
                  <a:lnTo>
                    <a:pt x="7" y="0"/>
                  </a:lnTo>
                  <a:lnTo>
                    <a:pt x="7" y="0"/>
                  </a:lnTo>
                  <a:lnTo>
                    <a:pt x="7" y="0"/>
                  </a:ln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7" name="Freeform 712"/>
            <p:cNvSpPr/>
            <p:nvPr/>
          </p:nvSpPr>
          <p:spPr bwMode="auto">
            <a:xfrm>
              <a:off x="8158163" y="4987925"/>
              <a:ext cx="6350" cy="7938"/>
            </a:xfrm>
            <a:custGeom>
              <a:avLst/>
              <a:gdLst>
                <a:gd name="T0" fmla="*/ 1 w 12"/>
                <a:gd name="T1" fmla="*/ 4 h 15"/>
                <a:gd name="T2" fmla="*/ 1 w 12"/>
                <a:gd name="T3" fmla="*/ 4 h 15"/>
                <a:gd name="T4" fmla="*/ 1 w 12"/>
                <a:gd name="T5" fmla="*/ 4 h 15"/>
                <a:gd name="T6" fmla="*/ 1 w 12"/>
                <a:gd name="T7" fmla="*/ 4 h 15"/>
                <a:gd name="T8" fmla="*/ 1 w 12"/>
                <a:gd name="T9" fmla="*/ 4 h 15"/>
                <a:gd name="T10" fmla="*/ 1 w 12"/>
                <a:gd name="T11" fmla="*/ 3 h 15"/>
                <a:gd name="T12" fmla="*/ 1 w 12"/>
                <a:gd name="T13" fmla="*/ 2 h 15"/>
                <a:gd name="T14" fmla="*/ 1 w 12"/>
                <a:gd name="T15" fmla="*/ 2 h 15"/>
                <a:gd name="T16" fmla="*/ 2 w 12"/>
                <a:gd name="T17" fmla="*/ 1 h 15"/>
                <a:gd name="T18" fmla="*/ 4 w 12"/>
                <a:gd name="T19" fmla="*/ 1 h 15"/>
                <a:gd name="T20" fmla="*/ 4 w 12"/>
                <a:gd name="T21" fmla="*/ 0 h 15"/>
                <a:gd name="T22" fmla="*/ 5 w 12"/>
                <a:gd name="T23" fmla="*/ 0 h 15"/>
                <a:gd name="T24" fmla="*/ 6 w 12"/>
                <a:gd name="T25" fmla="*/ 0 h 15"/>
                <a:gd name="T26" fmla="*/ 6 w 12"/>
                <a:gd name="T27" fmla="*/ 1 h 15"/>
                <a:gd name="T28" fmla="*/ 6 w 12"/>
                <a:gd name="T29" fmla="*/ 1 h 15"/>
                <a:gd name="T30" fmla="*/ 6 w 12"/>
                <a:gd name="T31" fmla="*/ 1 h 15"/>
                <a:gd name="T32" fmla="*/ 7 w 12"/>
                <a:gd name="T33" fmla="*/ 2 h 15"/>
                <a:gd name="T34" fmla="*/ 7 w 12"/>
                <a:gd name="T35" fmla="*/ 2 h 15"/>
                <a:gd name="T36" fmla="*/ 8 w 12"/>
                <a:gd name="T37" fmla="*/ 3 h 15"/>
                <a:gd name="T38" fmla="*/ 9 w 12"/>
                <a:gd name="T39" fmla="*/ 3 h 15"/>
                <a:gd name="T40" fmla="*/ 10 w 12"/>
                <a:gd name="T41" fmla="*/ 3 h 15"/>
                <a:gd name="T42" fmla="*/ 10 w 12"/>
                <a:gd name="T43" fmla="*/ 4 h 15"/>
                <a:gd name="T44" fmla="*/ 11 w 12"/>
                <a:gd name="T45" fmla="*/ 4 h 15"/>
                <a:gd name="T46" fmla="*/ 11 w 12"/>
                <a:gd name="T47" fmla="*/ 5 h 15"/>
                <a:gd name="T48" fmla="*/ 12 w 12"/>
                <a:gd name="T49" fmla="*/ 6 h 15"/>
                <a:gd name="T50" fmla="*/ 12 w 12"/>
                <a:gd name="T51" fmla="*/ 7 h 15"/>
                <a:gd name="T52" fmla="*/ 12 w 12"/>
                <a:gd name="T53" fmla="*/ 9 h 15"/>
                <a:gd name="T54" fmla="*/ 12 w 12"/>
                <a:gd name="T55" fmla="*/ 9 h 15"/>
                <a:gd name="T56" fmla="*/ 12 w 12"/>
                <a:gd name="T57" fmla="*/ 11 h 15"/>
                <a:gd name="T58" fmla="*/ 11 w 12"/>
                <a:gd name="T59" fmla="*/ 12 h 15"/>
                <a:gd name="T60" fmla="*/ 11 w 12"/>
                <a:gd name="T61" fmla="*/ 13 h 15"/>
                <a:gd name="T62" fmla="*/ 11 w 12"/>
                <a:gd name="T63" fmla="*/ 14 h 15"/>
                <a:gd name="T64" fmla="*/ 11 w 12"/>
                <a:gd name="T65" fmla="*/ 14 h 15"/>
                <a:gd name="T66" fmla="*/ 10 w 12"/>
                <a:gd name="T67" fmla="*/ 14 h 15"/>
                <a:gd name="T68" fmla="*/ 10 w 12"/>
                <a:gd name="T69" fmla="*/ 15 h 15"/>
                <a:gd name="T70" fmla="*/ 9 w 12"/>
                <a:gd name="T71" fmla="*/ 15 h 15"/>
                <a:gd name="T72" fmla="*/ 8 w 12"/>
                <a:gd name="T73" fmla="*/ 14 h 15"/>
                <a:gd name="T74" fmla="*/ 7 w 12"/>
                <a:gd name="T75" fmla="*/ 14 h 15"/>
                <a:gd name="T76" fmla="*/ 7 w 12"/>
                <a:gd name="T77" fmla="*/ 14 h 15"/>
                <a:gd name="T78" fmla="*/ 6 w 12"/>
                <a:gd name="T79" fmla="*/ 13 h 15"/>
                <a:gd name="T80" fmla="*/ 6 w 12"/>
                <a:gd name="T81" fmla="*/ 12 h 15"/>
                <a:gd name="T82" fmla="*/ 6 w 12"/>
                <a:gd name="T83" fmla="*/ 12 h 15"/>
                <a:gd name="T84" fmla="*/ 6 w 12"/>
                <a:gd name="T85" fmla="*/ 11 h 15"/>
                <a:gd name="T86" fmla="*/ 5 w 12"/>
                <a:gd name="T87" fmla="*/ 10 h 15"/>
                <a:gd name="T88" fmla="*/ 5 w 12"/>
                <a:gd name="T89" fmla="*/ 9 h 15"/>
                <a:gd name="T90" fmla="*/ 5 w 12"/>
                <a:gd name="T91" fmla="*/ 9 h 15"/>
                <a:gd name="T92" fmla="*/ 4 w 12"/>
                <a:gd name="T93" fmla="*/ 7 h 15"/>
                <a:gd name="T94" fmla="*/ 4 w 12"/>
                <a:gd name="T95" fmla="*/ 6 h 15"/>
                <a:gd name="T96" fmla="*/ 4 w 12"/>
                <a:gd name="T97" fmla="*/ 6 h 15"/>
                <a:gd name="T98" fmla="*/ 3 w 12"/>
                <a:gd name="T99" fmla="*/ 5 h 15"/>
                <a:gd name="T100" fmla="*/ 2 w 12"/>
                <a:gd name="T101" fmla="*/ 4 h 15"/>
                <a:gd name="T102" fmla="*/ 2 w 12"/>
                <a:gd name="T103" fmla="*/ 4 h 15"/>
                <a:gd name="T104" fmla="*/ 1 w 12"/>
                <a:gd name="T105" fmla="*/ 4 h 15"/>
                <a:gd name="T106" fmla="*/ 0 w 12"/>
                <a:gd name="T107" fmla="*/ 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 h="15">
                  <a:moveTo>
                    <a:pt x="0" y="3"/>
                  </a:moveTo>
                  <a:lnTo>
                    <a:pt x="1" y="4"/>
                  </a:lnTo>
                  <a:lnTo>
                    <a:pt x="1" y="4"/>
                  </a:lnTo>
                  <a:lnTo>
                    <a:pt x="1" y="4"/>
                  </a:lnTo>
                  <a:lnTo>
                    <a:pt x="1" y="4"/>
                  </a:lnTo>
                  <a:lnTo>
                    <a:pt x="1" y="4"/>
                  </a:lnTo>
                  <a:lnTo>
                    <a:pt x="1" y="4"/>
                  </a:lnTo>
                  <a:lnTo>
                    <a:pt x="1" y="4"/>
                  </a:lnTo>
                  <a:lnTo>
                    <a:pt x="1" y="4"/>
                  </a:lnTo>
                  <a:lnTo>
                    <a:pt x="1" y="4"/>
                  </a:lnTo>
                  <a:lnTo>
                    <a:pt x="1" y="4"/>
                  </a:lnTo>
                  <a:lnTo>
                    <a:pt x="1" y="4"/>
                  </a:lnTo>
                  <a:lnTo>
                    <a:pt x="1" y="4"/>
                  </a:lnTo>
                  <a:lnTo>
                    <a:pt x="1" y="4"/>
                  </a:lnTo>
                  <a:lnTo>
                    <a:pt x="1" y="4"/>
                  </a:lnTo>
                  <a:lnTo>
                    <a:pt x="1" y="4"/>
                  </a:lnTo>
                  <a:lnTo>
                    <a:pt x="1" y="4"/>
                  </a:lnTo>
                  <a:lnTo>
                    <a:pt x="1" y="3"/>
                  </a:lnTo>
                  <a:lnTo>
                    <a:pt x="1" y="3"/>
                  </a:lnTo>
                  <a:lnTo>
                    <a:pt x="1" y="3"/>
                  </a:lnTo>
                  <a:lnTo>
                    <a:pt x="1" y="2"/>
                  </a:lnTo>
                  <a:lnTo>
                    <a:pt x="1" y="2"/>
                  </a:lnTo>
                  <a:lnTo>
                    <a:pt x="1" y="2"/>
                  </a:lnTo>
                  <a:lnTo>
                    <a:pt x="1" y="2"/>
                  </a:lnTo>
                  <a:lnTo>
                    <a:pt x="2" y="2"/>
                  </a:lnTo>
                  <a:lnTo>
                    <a:pt x="2" y="1"/>
                  </a:lnTo>
                  <a:lnTo>
                    <a:pt x="2" y="1"/>
                  </a:lnTo>
                  <a:lnTo>
                    <a:pt x="3" y="1"/>
                  </a:lnTo>
                  <a:lnTo>
                    <a:pt x="3" y="1"/>
                  </a:lnTo>
                  <a:lnTo>
                    <a:pt x="4" y="1"/>
                  </a:lnTo>
                  <a:lnTo>
                    <a:pt x="4" y="1"/>
                  </a:lnTo>
                  <a:lnTo>
                    <a:pt x="4" y="1"/>
                  </a:lnTo>
                  <a:lnTo>
                    <a:pt x="4" y="0"/>
                  </a:lnTo>
                  <a:lnTo>
                    <a:pt x="5" y="0"/>
                  </a:lnTo>
                  <a:lnTo>
                    <a:pt x="5" y="0"/>
                  </a:lnTo>
                  <a:lnTo>
                    <a:pt x="5" y="0"/>
                  </a:lnTo>
                  <a:lnTo>
                    <a:pt x="5" y="0"/>
                  </a:lnTo>
                  <a:lnTo>
                    <a:pt x="5" y="0"/>
                  </a:lnTo>
                  <a:lnTo>
                    <a:pt x="6" y="0"/>
                  </a:lnTo>
                  <a:lnTo>
                    <a:pt x="6" y="0"/>
                  </a:lnTo>
                  <a:lnTo>
                    <a:pt x="6" y="1"/>
                  </a:lnTo>
                  <a:lnTo>
                    <a:pt x="6" y="1"/>
                  </a:lnTo>
                  <a:lnTo>
                    <a:pt x="6" y="1"/>
                  </a:lnTo>
                  <a:lnTo>
                    <a:pt x="6" y="1"/>
                  </a:lnTo>
                  <a:lnTo>
                    <a:pt x="6" y="1"/>
                  </a:lnTo>
                  <a:lnTo>
                    <a:pt x="6" y="1"/>
                  </a:lnTo>
                  <a:lnTo>
                    <a:pt x="6" y="1"/>
                  </a:lnTo>
                  <a:lnTo>
                    <a:pt x="6" y="1"/>
                  </a:lnTo>
                  <a:lnTo>
                    <a:pt x="7" y="2"/>
                  </a:lnTo>
                  <a:lnTo>
                    <a:pt x="7" y="2"/>
                  </a:lnTo>
                  <a:lnTo>
                    <a:pt x="7" y="2"/>
                  </a:lnTo>
                  <a:lnTo>
                    <a:pt x="7" y="2"/>
                  </a:lnTo>
                  <a:lnTo>
                    <a:pt x="7" y="2"/>
                  </a:lnTo>
                  <a:lnTo>
                    <a:pt x="7" y="2"/>
                  </a:lnTo>
                  <a:lnTo>
                    <a:pt x="8" y="2"/>
                  </a:lnTo>
                  <a:lnTo>
                    <a:pt x="8" y="3"/>
                  </a:lnTo>
                  <a:lnTo>
                    <a:pt x="8" y="3"/>
                  </a:lnTo>
                  <a:lnTo>
                    <a:pt x="8" y="3"/>
                  </a:lnTo>
                  <a:lnTo>
                    <a:pt x="9" y="3"/>
                  </a:lnTo>
                  <a:lnTo>
                    <a:pt x="9" y="3"/>
                  </a:lnTo>
                  <a:lnTo>
                    <a:pt x="9" y="3"/>
                  </a:lnTo>
                  <a:lnTo>
                    <a:pt x="10" y="3"/>
                  </a:lnTo>
                  <a:lnTo>
                    <a:pt x="10" y="3"/>
                  </a:lnTo>
                  <a:lnTo>
                    <a:pt x="10" y="4"/>
                  </a:lnTo>
                  <a:lnTo>
                    <a:pt x="10" y="4"/>
                  </a:lnTo>
                  <a:lnTo>
                    <a:pt x="10" y="4"/>
                  </a:lnTo>
                  <a:lnTo>
                    <a:pt x="10" y="4"/>
                  </a:lnTo>
                  <a:lnTo>
                    <a:pt x="11" y="4"/>
                  </a:lnTo>
                  <a:lnTo>
                    <a:pt x="11" y="4"/>
                  </a:lnTo>
                  <a:lnTo>
                    <a:pt x="11" y="4"/>
                  </a:lnTo>
                  <a:lnTo>
                    <a:pt x="11" y="5"/>
                  </a:lnTo>
                  <a:lnTo>
                    <a:pt x="11" y="5"/>
                  </a:lnTo>
                  <a:lnTo>
                    <a:pt x="11" y="5"/>
                  </a:lnTo>
                  <a:lnTo>
                    <a:pt x="12" y="5"/>
                  </a:lnTo>
                  <a:lnTo>
                    <a:pt x="12" y="6"/>
                  </a:lnTo>
                  <a:lnTo>
                    <a:pt x="12" y="6"/>
                  </a:lnTo>
                  <a:lnTo>
                    <a:pt x="12" y="6"/>
                  </a:lnTo>
                  <a:lnTo>
                    <a:pt x="12" y="7"/>
                  </a:lnTo>
                  <a:lnTo>
                    <a:pt x="12" y="7"/>
                  </a:lnTo>
                  <a:lnTo>
                    <a:pt x="12" y="7"/>
                  </a:lnTo>
                  <a:lnTo>
                    <a:pt x="12" y="9"/>
                  </a:lnTo>
                  <a:lnTo>
                    <a:pt x="12" y="9"/>
                  </a:lnTo>
                  <a:lnTo>
                    <a:pt x="12" y="9"/>
                  </a:lnTo>
                  <a:lnTo>
                    <a:pt x="12" y="9"/>
                  </a:lnTo>
                  <a:lnTo>
                    <a:pt x="12" y="10"/>
                  </a:lnTo>
                  <a:lnTo>
                    <a:pt x="12" y="10"/>
                  </a:lnTo>
                  <a:lnTo>
                    <a:pt x="12" y="11"/>
                  </a:lnTo>
                  <a:lnTo>
                    <a:pt x="11" y="11"/>
                  </a:lnTo>
                  <a:lnTo>
                    <a:pt x="11" y="12"/>
                  </a:lnTo>
                  <a:lnTo>
                    <a:pt x="11" y="12"/>
                  </a:lnTo>
                  <a:lnTo>
                    <a:pt x="11" y="12"/>
                  </a:lnTo>
                  <a:lnTo>
                    <a:pt x="11" y="13"/>
                  </a:lnTo>
                  <a:lnTo>
                    <a:pt x="11" y="13"/>
                  </a:lnTo>
                  <a:lnTo>
                    <a:pt x="11" y="13"/>
                  </a:lnTo>
                  <a:lnTo>
                    <a:pt x="11" y="14"/>
                  </a:lnTo>
                  <a:lnTo>
                    <a:pt x="11" y="14"/>
                  </a:lnTo>
                  <a:lnTo>
                    <a:pt x="11" y="14"/>
                  </a:lnTo>
                  <a:lnTo>
                    <a:pt x="11" y="14"/>
                  </a:lnTo>
                  <a:lnTo>
                    <a:pt x="11" y="14"/>
                  </a:lnTo>
                  <a:lnTo>
                    <a:pt x="11" y="14"/>
                  </a:lnTo>
                  <a:lnTo>
                    <a:pt x="11" y="14"/>
                  </a:lnTo>
                  <a:lnTo>
                    <a:pt x="10" y="14"/>
                  </a:lnTo>
                  <a:lnTo>
                    <a:pt x="10" y="14"/>
                  </a:lnTo>
                  <a:lnTo>
                    <a:pt x="10" y="15"/>
                  </a:lnTo>
                  <a:lnTo>
                    <a:pt x="10" y="15"/>
                  </a:lnTo>
                  <a:lnTo>
                    <a:pt x="9" y="15"/>
                  </a:lnTo>
                  <a:lnTo>
                    <a:pt x="9" y="15"/>
                  </a:lnTo>
                  <a:lnTo>
                    <a:pt x="9" y="15"/>
                  </a:lnTo>
                  <a:lnTo>
                    <a:pt x="9" y="15"/>
                  </a:lnTo>
                  <a:lnTo>
                    <a:pt x="8" y="15"/>
                  </a:lnTo>
                  <a:lnTo>
                    <a:pt x="8" y="14"/>
                  </a:lnTo>
                  <a:lnTo>
                    <a:pt x="8" y="14"/>
                  </a:lnTo>
                  <a:lnTo>
                    <a:pt x="7" y="14"/>
                  </a:lnTo>
                  <a:lnTo>
                    <a:pt x="7" y="14"/>
                  </a:lnTo>
                  <a:lnTo>
                    <a:pt x="7" y="14"/>
                  </a:lnTo>
                  <a:lnTo>
                    <a:pt x="7" y="14"/>
                  </a:lnTo>
                  <a:lnTo>
                    <a:pt x="7" y="14"/>
                  </a:lnTo>
                  <a:lnTo>
                    <a:pt x="6" y="14"/>
                  </a:lnTo>
                  <a:lnTo>
                    <a:pt x="6" y="13"/>
                  </a:lnTo>
                  <a:lnTo>
                    <a:pt x="6" y="13"/>
                  </a:lnTo>
                  <a:lnTo>
                    <a:pt x="6" y="13"/>
                  </a:lnTo>
                  <a:lnTo>
                    <a:pt x="6" y="13"/>
                  </a:lnTo>
                  <a:lnTo>
                    <a:pt x="6" y="12"/>
                  </a:lnTo>
                  <a:lnTo>
                    <a:pt x="6" y="12"/>
                  </a:lnTo>
                  <a:lnTo>
                    <a:pt x="6" y="12"/>
                  </a:lnTo>
                  <a:lnTo>
                    <a:pt x="6" y="12"/>
                  </a:lnTo>
                  <a:lnTo>
                    <a:pt x="6" y="12"/>
                  </a:lnTo>
                  <a:lnTo>
                    <a:pt x="6" y="11"/>
                  </a:lnTo>
                  <a:lnTo>
                    <a:pt x="6" y="11"/>
                  </a:lnTo>
                  <a:lnTo>
                    <a:pt x="6" y="11"/>
                  </a:lnTo>
                  <a:lnTo>
                    <a:pt x="6" y="11"/>
                  </a:lnTo>
                  <a:lnTo>
                    <a:pt x="5" y="10"/>
                  </a:lnTo>
                  <a:lnTo>
                    <a:pt x="5" y="10"/>
                  </a:lnTo>
                  <a:lnTo>
                    <a:pt x="5" y="10"/>
                  </a:lnTo>
                  <a:lnTo>
                    <a:pt x="5" y="9"/>
                  </a:lnTo>
                  <a:lnTo>
                    <a:pt x="5" y="9"/>
                  </a:lnTo>
                  <a:lnTo>
                    <a:pt x="5" y="9"/>
                  </a:lnTo>
                  <a:lnTo>
                    <a:pt x="5" y="9"/>
                  </a:lnTo>
                  <a:lnTo>
                    <a:pt x="5" y="7"/>
                  </a:lnTo>
                  <a:lnTo>
                    <a:pt x="4" y="7"/>
                  </a:lnTo>
                  <a:lnTo>
                    <a:pt x="4" y="7"/>
                  </a:lnTo>
                  <a:lnTo>
                    <a:pt x="4" y="6"/>
                  </a:lnTo>
                  <a:lnTo>
                    <a:pt x="4" y="6"/>
                  </a:lnTo>
                  <a:lnTo>
                    <a:pt x="4" y="6"/>
                  </a:lnTo>
                  <a:lnTo>
                    <a:pt x="4" y="6"/>
                  </a:lnTo>
                  <a:lnTo>
                    <a:pt x="4" y="6"/>
                  </a:lnTo>
                  <a:lnTo>
                    <a:pt x="4" y="6"/>
                  </a:lnTo>
                  <a:lnTo>
                    <a:pt x="3" y="5"/>
                  </a:lnTo>
                  <a:lnTo>
                    <a:pt x="3" y="5"/>
                  </a:lnTo>
                  <a:lnTo>
                    <a:pt x="3" y="5"/>
                  </a:lnTo>
                  <a:lnTo>
                    <a:pt x="3" y="5"/>
                  </a:lnTo>
                  <a:lnTo>
                    <a:pt x="3" y="5"/>
                  </a:lnTo>
                  <a:lnTo>
                    <a:pt x="2" y="4"/>
                  </a:lnTo>
                  <a:lnTo>
                    <a:pt x="2" y="4"/>
                  </a:lnTo>
                  <a:lnTo>
                    <a:pt x="2" y="4"/>
                  </a:lnTo>
                  <a:lnTo>
                    <a:pt x="2" y="4"/>
                  </a:lnTo>
                  <a:lnTo>
                    <a:pt x="2" y="4"/>
                  </a:lnTo>
                  <a:lnTo>
                    <a:pt x="1" y="4"/>
                  </a:lnTo>
                  <a:lnTo>
                    <a:pt x="1" y="4"/>
                  </a:lnTo>
                  <a:lnTo>
                    <a:pt x="1" y="4"/>
                  </a:lnTo>
                  <a:lnTo>
                    <a:pt x="0" y="3"/>
                  </a:lnTo>
                  <a:lnTo>
                    <a:pt x="0" y="3"/>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8" name="Freeform 713"/>
            <p:cNvSpPr/>
            <p:nvPr/>
          </p:nvSpPr>
          <p:spPr bwMode="auto">
            <a:xfrm>
              <a:off x="8170863" y="5013325"/>
              <a:ext cx="3175" cy="4763"/>
            </a:xfrm>
            <a:custGeom>
              <a:avLst/>
              <a:gdLst>
                <a:gd name="T0" fmla="*/ 5 w 6"/>
                <a:gd name="T1" fmla="*/ 1 h 10"/>
                <a:gd name="T2" fmla="*/ 5 w 6"/>
                <a:gd name="T3" fmla="*/ 1 h 10"/>
                <a:gd name="T4" fmla="*/ 5 w 6"/>
                <a:gd name="T5" fmla="*/ 1 h 10"/>
                <a:gd name="T6" fmla="*/ 5 w 6"/>
                <a:gd name="T7" fmla="*/ 1 h 10"/>
                <a:gd name="T8" fmla="*/ 5 w 6"/>
                <a:gd name="T9" fmla="*/ 1 h 10"/>
                <a:gd name="T10" fmla="*/ 5 w 6"/>
                <a:gd name="T11" fmla="*/ 1 h 10"/>
                <a:gd name="T12" fmla="*/ 5 w 6"/>
                <a:gd name="T13" fmla="*/ 1 h 10"/>
                <a:gd name="T14" fmla="*/ 5 w 6"/>
                <a:gd name="T15" fmla="*/ 1 h 10"/>
                <a:gd name="T16" fmla="*/ 5 w 6"/>
                <a:gd name="T17" fmla="*/ 0 h 10"/>
                <a:gd name="T18" fmla="*/ 5 w 6"/>
                <a:gd name="T19" fmla="*/ 0 h 10"/>
                <a:gd name="T20" fmla="*/ 5 w 6"/>
                <a:gd name="T21" fmla="*/ 0 h 10"/>
                <a:gd name="T22" fmla="*/ 5 w 6"/>
                <a:gd name="T23" fmla="*/ 0 h 10"/>
                <a:gd name="T24" fmla="*/ 5 w 6"/>
                <a:gd name="T25" fmla="*/ 0 h 10"/>
                <a:gd name="T26" fmla="*/ 5 w 6"/>
                <a:gd name="T27" fmla="*/ 0 h 10"/>
                <a:gd name="T28" fmla="*/ 6 w 6"/>
                <a:gd name="T29" fmla="*/ 0 h 10"/>
                <a:gd name="T30" fmla="*/ 6 w 6"/>
                <a:gd name="T31" fmla="*/ 0 h 10"/>
                <a:gd name="T32" fmla="*/ 6 w 6"/>
                <a:gd name="T33" fmla="*/ 1 h 10"/>
                <a:gd name="T34" fmla="*/ 6 w 6"/>
                <a:gd name="T35" fmla="*/ 1 h 10"/>
                <a:gd name="T36" fmla="*/ 6 w 6"/>
                <a:gd name="T37" fmla="*/ 2 h 10"/>
                <a:gd name="T38" fmla="*/ 6 w 6"/>
                <a:gd name="T39" fmla="*/ 2 h 10"/>
                <a:gd name="T40" fmla="*/ 6 w 6"/>
                <a:gd name="T41" fmla="*/ 3 h 10"/>
                <a:gd name="T42" fmla="*/ 6 w 6"/>
                <a:gd name="T43" fmla="*/ 3 h 10"/>
                <a:gd name="T44" fmla="*/ 6 w 6"/>
                <a:gd name="T45" fmla="*/ 4 h 10"/>
                <a:gd name="T46" fmla="*/ 5 w 6"/>
                <a:gd name="T47" fmla="*/ 5 h 10"/>
                <a:gd name="T48" fmla="*/ 5 w 6"/>
                <a:gd name="T49" fmla="*/ 6 h 10"/>
                <a:gd name="T50" fmla="*/ 4 w 6"/>
                <a:gd name="T51" fmla="*/ 7 h 10"/>
                <a:gd name="T52" fmla="*/ 3 w 6"/>
                <a:gd name="T53" fmla="*/ 8 h 10"/>
                <a:gd name="T54" fmla="*/ 3 w 6"/>
                <a:gd name="T55" fmla="*/ 8 h 10"/>
                <a:gd name="T56" fmla="*/ 2 w 6"/>
                <a:gd name="T57" fmla="*/ 9 h 10"/>
                <a:gd name="T58" fmla="*/ 1 w 6"/>
                <a:gd name="T59" fmla="*/ 10 h 10"/>
                <a:gd name="T60" fmla="*/ 1 w 6"/>
                <a:gd name="T61" fmla="*/ 10 h 10"/>
                <a:gd name="T62" fmla="*/ 0 w 6"/>
                <a:gd name="T63" fmla="*/ 10 h 10"/>
                <a:gd name="T64" fmla="*/ 0 w 6"/>
                <a:gd name="T65" fmla="*/ 10 h 10"/>
                <a:gd name="T66" fmla="*/ 0 w 6"/>
                <a:gd name="T67" fmla="*/ 9 h 10"/>
                <a:gd name="T68" fmla="*/ 0 w 6"/>
                <a:gd name="T69" fmla="*/ 9 h 10"/>
                <a:gd name="T70" fmla="*/ 0 w 6"/>
                <a:gd name="T71" fmla="*/ 9 h 10"/>
                <a:gd name="T72" fmla="*/ 0 w 6"/>
                <a:gd name="T73" fmla="*/ 9 h 10"/>
                <a:gd name="T74" fmla="*/ 0 w 6"/>
                <a:gd name="T75" fmla="*/ 9 h 10"/>
                <a:gd name="T76" fmla="*/ 1 w 6"/>
                <a:gd name="T77" fmla="*/ 8 h 10"/>
                <a:gd name="T78" fmla="*/ 1 w 6"/>
                <a:gd name="T79" fmla="*/ 8 h 10"/>
                <a:gd name="T80" fmla="*/ 1 w 6"/>
                <a:gd name="T81" fmla="*/ 8 h 10"/>
                <a:gd name="T82" fmla="*/ 2 w 6"/>
                <a:gd name="T83" fmla="*/ 7 h 10"/>
                <a:gd name="T84" fmla="*/ 2 w 6"/>
                <a:gd name="T85" fmla="*/ 7 h 10"/>
                <a:gd name="T86" fmla="*/ 3 w 6"/>
                <a:gd name="T87" fmla="*/ 6 h 10"/>
                <a:gd name="T88" fmla="*/ 3 w 6"/>
                <a:gd name="T89" fmla="*/ 5 h 10"/>
                <a:gd name="T90" fmla="*/ 4 w 6"/>
                <a:gd name="T91" fmla="*/ 5 h 10"/>
                <a:gd name="T92" fmla="*/ 4 w 6"/>
                <a:gd name="T93" fmla="*/ 4 h 10"/>
                <a:gd name="T94" fmla="*/ 4 w 6"/>
                <a:gd name="T95" fmla="*/ 4 h 10"/>
                <a:gd name="T96" fmla="*/ 5 w 6"/>
                <a:gd name="T97" fmla="*/ 3 h 10"/>
                <a:gd name="T98" fmla="*/ 5 w 6"/>
                <a:gd name="T99" fmla="*/ 2 h 10"/>
                <a:gd name="T100" fmla="*/ 5 w 6"/>
                <a:gd name="T101" fmla="*/ 2 h 10"/>
                <a:gd name="T102" fmla="*/ 5 w 6"/>
                <a:gd name="T103" fmla="*/ 2 h 10"/>
                <a:gd name="T104" fmla="*/ 5 w 6"/>
                <a:gd name="T105" fmla="*/ 1 h 10"/>
                <a:gd name="T106" fmla="*/ 5 w 6"/>
                <a:gd name="T107" fmla="*/ 1 h 10"/>
                <a:gd name="T108" fmla="*/ 5 w 6"/>
                <a:gd name="T109" fmla="*/ 1 h 10"/>
                <a:gd name="T110" fmla="*/ 5 w 6"/>
                <a:gd name="T111" fmla="*/ 1 h 10"/>
                <a:gd name="T112" fmla="*/ 5 w 6"/>
                <a:gd name="T113" fmla="*/ 1 h 10"/>
                <a:gd name="T114" fmla="*/ 5 w 6"/>
                <a:gd name="T115"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 h="10">
                  <a:moveTo>
                    <a:pt x="5" y="1"/>
                  </a:move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1"/>
                  </a:lnTo>
                  <a:lnTo>
                    <a:pt x="5" y="0"/>
                  </a:lnTo>
                  <a:lnTo>
                    <a:pt x="5" y="0"/>
                  </a:lnTo>
                  <a:lnTo>
                    <a:pt x="5" y="0"/>
                  </a:lnTo>
                  <a:lnTo>
                    <a:pt x="5" y="0"/>
                  </a:lnTo>
                  <a:lnTo>
                    <a:pt x="5" y="0"/>
                  </a:lnTo>
                  <a:lnTo>
                    <a:pt x="5" y="0"/>
                  </a:lnTo>
                  <a:lnTo>
                    <a:pt x="5" y="0"/>
                  </a:lnTo>
                  <a:lnTo>
                    <a:pt x="5" y="0"/>
                  </a:lnTo>
                  <a:lnTo>
                    <a:pt x="5" y="0"/>
                  </a:lnTo>
                  <a:lnTo>
                    <a:pt x="5" y="0"/>
                  </a:lnTo>
                  <a:lnTo>
                    <a:pt x="5" y="0"/>
                  </a:lnTo>
                  <a:lnTo>
                    <a:pt x="6" y="0"/>
                  </a:lnTo>
                  <a:lnTo>
                    <a:pt x="6" y="0"/>
                  </a:lnTo>
                  <a:lnTo>
                    <a:pt x="6" y="0"/>
                  </a:lnTo>
                  <a:lnTo>
                    <a:pt x="6" y="0"/>
                  </a:lnTo>
                  <a:lnTo>
                    <a:pt x="6" y="0"/>
                  </a:lnTo>
                  <a:lnTo>
                    <a:pt x="6" y="1"/>
                  </a:lnTo>
                  <a:lnTo>
                    <a:pt x="6" y="1"/>
                  </a:lnTo>
                  <a:lnTo>
                    <a:pt x="6" y="1"/>
                  </a:lnTo>
                  <a:lnTo>
                    <a:pt x="6" y="1"/>
                  </a:lnTo>
                  <a:lnTo>
                    <a:pt x="6" y="2"/>
                  </a:lnTo>
                  <a:lnTo>
                    <a:pt x="6" y="2"/>
                  </a:lnTo>
                  <a:lnTo>
                    <a:pt x="6" y="2"/>
                  </a:lnTo>
                  <a:lnTo>
                    <a:pt x="6" y="2"/>
                  </a:lnTo>
                  <a:lnTo>
                    <a:pt x="6" y="3"/>
                  </a:lnTo>
                  <a:lnTo>
                    <a:pt x="6" y="3"/>
                  </a:lnTo>
                  <a:lnTo>
                    <a:pt x="6" y="3"/>
                  </a:lnTo>
                  <a:lnTo>
                    <a:pt x="6" y="4"/>
                  </a:lnTo>
                  <a:lnTo>
                    <a:pt x="6" y="4"/>
                  </a:lnTo>
                  <a:lnTo>
                    <a:pt x="6" y="5"/>
                  </a:lnTo>
                  <a:lnTo>
                    <a:pt x="5" y="5"/>
                  </a:lnTo>
                  <a:lnTo>
                    <a:pt x="5" y="6"/>
                  </a:lnTo>
                  <a:lnTo>
                    <a:pt x="5" y="6"/>
                  </a:lnTo>
                  <a:lnTo>
                    <a:pt x="4" y="6"/>
                  </a:lnTo>
                  <a:lnTo>
                    <a:pt x="4" y="7"/>
                  </a:lnTo>
                  <a:lnTo>
                    <a:pt x="4" y="7"/>
                  </a:lnTo>
                  <a:lnTo>
                    <a:pt x="3" y="8"/>
                  </a:lnTo>
                  <a:lnTo>
                    <a:pt x="3" y="8"/>
                  </a:lnTo>
                  <a:lnTo>
                    <a:pt x="3" y="8"/>
                  </a:lnTo>
                  <a:lnTo>
                    <a:pt x="2" y="9"/>
                  </a:lnTo>
                  <a:lnTo>
                    <a:pt x="2" y="9"/>
                  </a:lnTo>
                  <a:lnTo>
                    <a:pt x="2" y="9"/>
                  </a:lnTo>
                  <a:lnTo>
                    <a:pt x="1" y="10"/>
                  </a:lnTo>
                  <a:lnTo>
                    <a:pt x="1" y="10"/>
                  </a:lnTo>
                  <a:lnTo>
                    <a:pt x="1" y="10"/>
                  </a:lnTo>
                  <a:lnTo>
                    <a:pt x="1" y="10"/>
                  </a:lnTo>
                  <a:lnTo>
                    <a:pt x="0" y="10"/>
                  </a:lnTo>
                  <a:lnTo>
                    <a:pt x="0" y="10"/>
                  </a:lnTo>
                  <a:lnTo>
                    <a:pt x="0" y="10"/>
                  </a:lnTo>
                  <a:lnTo>
                    <a:pt x="0" y="10"/>
                  </a:lnTo>
                  <a:lnTo>
                    <a:pt x="0" y="9"/>
                  </a:lnTo>
                  <a:lnTo>
                    <a:pt x="0" y="9"/>
                  </a:lnTo>
                  <a:lnTo>
                    <a:pt x="0" y="9"/>
                  </a:lnTo>
                  <a:lnTo>
                    <a:pt x="0" y="9"/>
                  </a:lnTo>
                  <a:lnTo>
                    <a:pt x="0" y="9"/>
                  </a:lnTo>
                  <a:lnTo>
                    <a:pt x="0" y="9"/>
                  </a:lnTo>
                  <a:lnTo>
                    <a:pt x="0" y="9"/>
                  </a:lnTo>
                  <a:lnTo>
                    <a:pt x="0" y="9"/>
                  </a:lnTo>
                  <a:lnTo>
                    <a:pt x="0" y="9"/>
                  </a:lnTo>
                  <a:lnTo>
                    <a:pt x="1" y="8"/>
                  </a:lnTo>
                  <a:lnTo>
                    <a:pt x="1" y="8"/>
                  </a:lnTo>
                  <a:lnTo>
                    <a:pt x="1" y="8"/>
                  </a:lnTo>
                  <a:lnTo>
                    <a:pt x="1" y="8"/>
                  </a:lnTo>
                  <a:lnTo>
                    <a:pt x="1" y="8"/>
                  </a:lnTo>
                  <a:lnTo>
                    <a:pt x="1" y="8"/>
                  </a:lnTo>
                  <a:lnTo>
                    <a:pt x="2" y="7"/>
                  </a:lnTo>
                  <a:lnTo>
                    <a:pt x="2" y="7"/>
                  </a:lnTo>
                  <a:lnTo>
                    <a:pt x="2" y="7"/>
                  </a:lnTo>
                  <a:lnTo>
                    <a:pt x="2" y="7"/>
                  </a:lnTo>
                  <a:lnTo>
                    <a:pt x="3" y="6"/>
                  </a:lnTo>
                  <a:lnTo>
                    <a:pt x="3" y="6"/>
                  </a:lnTo>
                  <a:lnTo>
                    <a:pt x="3" y="6"/>
                  </a:lnTo>
                  <a:lnTo>
                    <a:pt x="3" y="5"/>
                  </a:lnTo>
                  <a:lnTo>
                    <a:pt x="4" y="5"/>
                  </a:lnTo>
                  <a:lnTo>
                    <a:pt x="4" y="5"/>
                  </a:lnTo>
                  <a:lnTo>
                    <a:pt x="4" y="4"/>
                  </a:lnTo>
                  <a:lnTo>
                    <a:pt x="4" y="4"/>
                  </a:lnTo>
                  <a:lnTo>
                    <a:pt x="4" y="4"/>
                  </a:lnTo>
                  <a:lnTo>
                    <a:pt x="4" y="4"/>
                  </a:lnTo>
                  <a:lnTo>
                    <a:pt x="4" y="3"/>
                  </a:lnTo>
                  <a:lnTo>
                    <a:pt x="5" y="3"/>
                  </a:lnTo>
                  <a:lnTo>
                    <a:pt x="5" y="3"/>
                  </a:lnTo>
                  <a:lnTo>
                    <a:pt x="5" y="2"/>
                  </a:lnTo>
                  <a:lnTo>
                    <a:pt x="5" y="2"/>
                  </a:lnTo>
                  <a:lnTo>
                    <a:pt x="5" y="2"/>
                  </a:lnTo>
                  <a:lnTo>
                    <a:pt x="5" y="2"/>
                  </a:lnTo>
                  <a:lnTo>
                    <a:pt x="5" y="2"/>
                  </a:lnTo>
                  <a:lnTo>
                    <a:pt x="5" y="1"/>
                  </a:lnTo>
                  <a:lnTo>
                    <a:pt x="5" y="1"/>
                  </a:lnTo>
                  <a:lnTo>
                    <a:pt x="5" y="1"/>
                  </a:lnTo>
                  <a:lnTo>
                    <a:pt x="5" y="1"/>
                  </a:lnTo>
                  <a:lnTo>
                    <a:pt x="5" y="1"/>
                  </a:lnTo>
                  <a:lnTo>
                    <a:pt x="5" y="1"/>
                  </a:lnTo>
                  <a:lnTo>
                    <a:pt x="5" y="1"/>
                  </a:lnTo>
                  <a:lnTo>
                    <a:pt x="5" y="1"/>
                  </a:lnTo>
                  <a:lnTo>
                    <a:pt x="5" y="1"/>
                  </a:lnTo>
                  <a:lnTo>
                    <a:pt x="5" y="1"/>
                  </a:lnTo>
                  <a:lnTo>
                    <a:pt x="5" y="1"/>
                  </a:lnTo>
                  <a:lnTo>
                    <a:pt x="5"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9" name="Freeform 718"/>
            <p:cNvSpPr/>
            <p:nvPr/>
          </p:nvSpPr>
          <p:spPr bwMode="auto">
            <a:xfrm>
              <a:off x="8410575" y="4845050"/>
              <a:ext cx="15875" cy="14288"/>
            </a:xfrm>
            <a:custGeom>
              <a:avLst/>
              <a:gdLst>
                <a:gd name="T0" fmla="*/ 28 w 28"/>
                <a:gd name="T1" fmla="*/ 14 h 27"/>
                <a:gd name="T2" fmla="*/ 28 w 28"/>
                <a:gd name="T3" fmla="*/ 14 h 27"/>
                <a:gd name="T4" fmla="*/ 27 w 28"/>
                <a:gd name="T5" fmla="*/ 8 h 27"/>
                <a:gd name="T6" fmla="*/ 23 w 28"/>
                <a:gd name="T7" fmla="*/ 4 h 27"/>
                <a:gd name="T8" fmla="*/ 19 w 28"/>
                <a:gd name="T9" fmla="*/ 1 h 27"/>
                <a:gd name="T10" fmla="*/ 14 w 28"/>
                <a:gd name="T11" fmla="*/ 0 h 27"/>
                <a:gd name="T12" fmla="*/ 14 w 28"/>
                <a:gd name="T13" fmla="*/ 0 h 27"/>
                <a:gd name="T14" fmla="*/ 9 w 28"/>
                <a:gd name="T15" fmla="*/ 1 h 27"/>
                <a:gd name="T16" fmla="*/ 3 w 28"/>
                <a:gd name="T17" fmla="*/ 4 h 27"/>
                <a:gd name="T18" fmla="*/ 1 w 28"/>
                <a:gd name="T19" fmla="*/ 8 h 27"/>
                <a:gd name="T20" fmla="*/ 0 w 28"/>
                <a:gd name="T21" fmla="*/ 14 h 27"/>
                <a:gd name="T22" fmla="*/ 0 w 28"/>
                <a:gd name="T23" fmla="*/ 14 h 27"/>
                <a:gd name="T24" fmla="*/ 1 w 28"/>
                <a:gd name="T25" fmla="*/ 19 h 27"/>
                <a:gd name="T26" fmla="*/ 3 w 28"/>
                <a:gd name="T27" fmla="*/ 23 h 27"/>
                <a:gd name="T28" fmla="*/ 9 w 28"/>
                <a:gd name="T29" fmla="*/ 26 h 27"/>
                <a:gd name="T30" fmla="*/ 14 w 28"/>
                <a:gd name="T31" fmla="*/ 27 h 27"/>
                <a:gd name="T32" fmla="*/ 14 w 28"/>
                <a:gd name="T33" fmla="*/ 27 h 27"/>
                <a:gd name="T34" fmla="*/ 19 w 28"/>
                <a:gd name="T35" fmla="*/ 26 h 27"/>
                <a:gd name="T36" fmla="*/ 23 w 28"/>
                <a:gd name="T37" fmla="*/ 23 h 27"/>
                <a:gd name="T38" fmla="*/ 27 w 28"/>
                <a:gd name="T39" fmla="*/ 19 h 27"/>
                <a:gd name="T40" fmla="*/ 28 w 28"/>
                <a:gd name="T41" fmla="*/ 14 h 27"/>
                <a:gd name="T42" fmla="*/ 28 w 28"/>
                <a:gd name="T43"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27">
                  <a:moveTo>
                    <a:pt x="28" y="14"/>
                  </a:moveTo>
                  <a:lnTo>
                    <a:pt x="28" y="14"/>
                  </a:lnTo>
                  <a:lnTo>
                    <a:pt x="27" y="8"/>
                  </a:lnTo>
                  <a:lnTo>
                    <a:pt x="23" y="4"/>
                  </a:lnTo>
                  <a:lnTo>
                    <a:pt x="19" y="1"/>
                  </a:lnTo>
                  <a:lnTo>
                    <a:pt x="14" y="0"/>
                  </a:lnTo>
                  <a:lnTo>
                    <a:pt x="14" y="0"/>
                  </a:lnTo>
                  <a:lnTo>
                    <a:pt x="9" y="1"/>
                  </a:lnTo>
                  <a:lnTo>
                    <a:pt x="3" y="4"/>
                  </a:lnTo>
                  <a:lnTo>
                    <a:pt x="1" y="8"/>
                  </a:lnTo>
                  <a:lnTo>
                    <a:pt x="0" y="14"/>
                  </a:lnTo>
                  <a:lnTo>
                    <a:pt x="0" y="14"/>
                  </a:lnTo>
                  <a:lnTo>
                    <a:pt x="1" y="19"/>
                  </a:lnTo>
                  <a:lnTo>
                    <a:pt x="3" y="23"/>
                  </a:lnTo>
                  <a:lnTo>
                    <a:pt x="9" y="26"/>
                  </a:lnTo>
                  <a:lnTo>
                    <a:pt x="14" y="27"/>
                  </a:lnTo>
                  <a:lnTo>
                    <a:pt x="14" y="27"/>
                  </a:lnTo>
                  <a:lnTo>
                    <a:pt x="19" y="26"/>
                  </a:lnTo>
                  <a:lnTo>
                    <a:pt x="23" y="23"/>
                  </a:lnTo>
                  <a:lnTo>
                    <a:pt x="27" y="19"/>
                  </a:lnTo>
                  <a:lnTo>
                    <a:pt x="28" y="14"/>
                  </a:lnTo>
                  <a:lnTo>
                    <a:pt x="28"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sp>
        <p:nvSpPr>
          <p:cNvPr id="180" name="Freeform 769"/>
          <p:cNvSpPr/>
          <p:nvPr/>
        </p:nvSpPr>
        <p:spPr bwMode="auto">
          <a:xfrm>
            <a:off x="762654" y="5596827"/>
            <a:ext cx="86218" cy="102052"/>
          </a:xfrm>
          <a:custGeom>
            <a:avLst/>
            <a:gdLst>
              <a:gd name="T0" fmla="*/ 30 w 148"/>
              <a:gd name="T1" fmla="*/ 0 h 174"/>
              <a:gd name="T2" fmla="*/ 30 w 148"/>
              <a:gd name="T3" fmla="*/ 0 h 174"/>
              <a:gd name="T4" fmla="*/ 39 w 148"/>
              <a:gd name="T5" fmla="*/ 7 h 174"/>
              <a:gd name="T6" fmla="*/ 53 w 148"/>
              <a:gd name="T7" fmla="*/ 19 h 174"/>
              <a:gd name="T8" fmla="*/ 72 w 148"/>
              <a:gd name="T9" fmla="*/ 38 h 174"/>
              <a:gd name="T10" fmla="*/ 83 w 148"/>
              <a:gd name="T11" fmla="*/ 48 h 174"/>
              <a:gd name="T12" fmla="*/ 94 w 148"/>
              <a:gd name="T13" fmla="*/ 61 h 174"/>
              <a:gd name="T14" fmla="*/ 104 w 148"/>
              <a:gd name="T15" fmla="*/ 75 h 174"/>
              <a:gd name="T16" fmla="*/ 114 w 148"/>
              <a:gd name="T17" fmla="*/ 90 h 174"/>
              <a:gd name="T18" fmla="*/ 124 w 148"/>
              <a:gd name="T19" fmla="*/ 105 h 174"/>
              <a:gd name="T20" fmla="*/ 133 w 148"/>
              <a:gd name="T21" fmla="*/ 122 h 174"/>
              <a:gd name="T22" fmla="*/ 140 w 148"/>
              <a:gd name="T23" fmla="*/ 142 h 174"/>
              <a:gd name="T24" fmla="*/ 148 w 148"/>
              <a:gd name="T25" fmla="*/ 161 h 174"/>
              <a:gd name="T26" fmla="*/ 147 w 148"/>
              <a:gd name="T27" fmla="*/ 162 h 174"/>
              <a:gd name="T28" fmla="*/ 148 w 148"/>
              <a:gd name="T29" fmla="*/ 162 h 174"/>
              <a:gd name="T30" fmla="*/ 101 w 148"/>
              <a:gd name="T31" fmla="*/ 174 h 174"/>
              <a:gd name="T32" fmla="*/ 96 w 148"/>
              <a:gd name="T33" fmla="*/ 158 h 174"/>
              <a:gd name="T34" fmla="*/ 89 w 148"/>
              <a:gd name="T35" fmla="*/ 144 h 174"/>
              <a:gd name="T36" fmla="*/ 82 w 148"/>
              <a:gd name="T37" fmla="*/ 130 h 174"/>
              <a:gd name="T38" fmla="*/ 73 w 148"/>
              <a:gd name="T39" fmla="*/ 116 h 174"/>
              <a:gd name="T40" fmla="*/ 65 w 148"/>
              <a:gd name="T41" fmla="*/ 103 h 174"/>
              <a:gd name="T42" fmla="*/ 55 w 148"/>
              <a:gd name="T43" fmla="*/ 92 h 174"/>
              <a:gd name="T44" fmla="*/ 47 w 148"/>
              <a:gd name="T45" fmla="*/ 80 h 174"/>
              <a:gd name="T46" fmla="*/ 37 w 148"/>
              <a:gd name="T47" fmla="*/ 71 h 174"/>
              <a:gd name="T48" fmla="*/ 21 w 148"/>
              <a:gd name="T49" fmla="*/ 55 h 174"/>
              <a:gd name="T50" fmla="*/ 9 w 148"/>
              <a:gd name="T51" fmla="*/ 44 h 174"/>
              <a:gd name="T52" fmla="*/ 0 w 148"/>
              <a:gd name="T53" fmla="*/ 37 h 174"/>
              <a:gd name="T54" fmla="*/ 30 w 148"/>
              <a:gd name="T55" fmla="*/ 0 h 174"/>
              <a:gd name="T56" fmla="*/ 30 w 148"/>
              <a:gd name="T57"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8" h="174">
                <a:moveTo>
                  <a:pt x="30" y="0"/>
                </a:moveTo>
                <a:lnTo>
                  <a:pt x="30" y="0"/>
                </a:lnTo>
                <a:lnTo>
                  <a:pt x="39" y="7"/>
                </a:lnTo>
                <a:lnTo>
                  <a:pt x="53" y="19"/>
                </a:lnTo>
                <a:lnTo>
                  <a:pt x="72" y="38"/>
                </a:lnTo>
                <a:lnTo>
                  <a:pt x="83" y="48"/>
                </a:lnTo>
                <a:lnTo>
                  <a:pt x="94" y="61"/>
                </a:lnTo>
                <a:lnTo>
                  <a:pt x="104" y="75"/>
                </a:lnTo>
                <a:lnTo>
                  <a:pt x="114" y="90"/>
                </a:lnTo>
                <a:lnTo>
                  <a:pt x="124" y="105"/>
                </a:lnTo>
                <a:lnTo>
                  <a:pt x="133" y="122"/>
                </a:lnTo>
                <a:lnTo>
                  <a:pt x="140" y="142"/>
                </a:lnTo>
                <a:lnTo>
                  <a:pt x="148" y="161"/>
                </a:lnTo>
                <a:lnTo>
                  <a:pt x="147" y="162"/>
                </a:lnTo>
                <a:lnTo>
                  <a:pt x="148" y="162"/>
                </a:lnTo>
                <a:lnTo>
                  <a:pt x="101" y="174"/>
                </a:lnTo>
                <a:lnTo>
                  <a:pt x="96" y="158"/>
                </a:lnTo>
                <a:lnTo>
                  <a:pt x="89" y="144"/>
                </a:lnTo>
                <a:lnTo>
                  <a:pt x="82" y="130"/>
                </a:lnTo>
                <a:lnTo>
                  <a:pt x="73" y="116"/>
                </a:lnTo>
                <a:lnTo>
                  <a:pt x="65" y="103"/>
                </a:lnTo>
                <a:lnTo>
                  <a:pt x="55" y="92"/>
                </a:lnTo>
                <a:lnTo>
                  <a:pt x="47" y="80"/>
                </a:lnTo>
                <a:lnTo>
                  <a:pt x="37" y="71"/>
                </a:lnTo>
                <a:lnTo>
                  <a:pt x="21" y="55"/>
                </a:lnTo>
                <a:lnTo>
                  <a:pt x="9" y="44"/>
                </a:lnTo>
                <a:lnTo>
                  <a:pt x="0" y="37"/>
                </a:lnTo>
                <a:lnTo>
                  <a:pt x="30" y="0"/>
                </a:lnTo>
                <a:lnTo>
                  <a:pt x="30" y="0"/>
                </a:lnTo>
                <a:close/>
              </a:path>
            </a:pathLst>
          </a:custGeom>
          <a:solidFill>
            <a:srgbClr val="FF0000"/>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1" name="Freeform 770"/>
          <p:cNvSpPr/>
          <p:nvPr/>
        </p:nvSpPr>
        <p:spPr bwMode="auto">
          <a:xfrm>
            <a:off x="848871" y="5948733"/>
            <a:ext cx="49267" cy="119648"/>
          </a:xfrm>
          <a:custGeom>
            <a:avLst/>
            <a:gdLst>
              <a:gd name="T0" fmla="*/ 83 w 85"/>
              <a:gd name="T1" fmla="*/ 0 h 203"/>
              <a:gd name="T2" fmla="*/ 83 w 85"/>
              <a:gd name="T3" fmla="*/ 0 h 203"/>
              <a:gd name="T4" fmla="*/ 85 w 85"/>
              <a:gd name="T5" fmla="*/ 12 h 203"/>
              <a:gd name="T6" fmla="*/ 85 w 85"/>
              <a:gd name="T7" fmla="*/ 32 h 203"/>
              <a:gd name="T8" fmla="*/ 85 w 85"/>
              <a:gd name="T9" fmla="*/ 58 h 203"/>
              <a:gd name="T10" fmla="*/ 84 w 85"/>
              <a:gd name="T11" fmla="*/ 73 h 203"/>
              <a:gd name="T12" fmla="*/ 82 w 85"/>
              <a:gd name="T13" fmla="*/ 89 h 203"/>
              <a:gd name="T14" fmla="*/ 80 w 85"/>
              <a:gd name="T15" fmla="*/ 106 h 203"/>
              <a:gd name="T16" fmla="*/ 77 w 85"/>
              <a:gd name="T17" fmla="*/ 123 h 203"/>
              <a:gd name="T18" fmla="*/ 72 w 85"/>
              <a:gd name="T19" fmla="*/ 140 h 203"/>
              <a:gd name="T20" fmla="*/ 65 w 85"/>
              <a:gd name="T21" fmla="*/ 157 h 203"/>
              <a:gd name="T22" fmla="*/ 58 w 85"/>
              <a:gd name="T23" fmla="*/ 173 h 203"/>
              <a:gd name="T24" fmla="*/ 49 w 85"/>
              <a:gd name="T25" fmla="*/ 188 h 203"/>
              <a:gd name="T26" fmla="*/ 39 w 85"/>
              <a:gd name="T27" fmla="*/ 203 h 203"/>
              <a:gd name="T28" fmla="*/ 0 w 85"/>
              <a:gd name="T29" fmla="*/ 176 h 203"/>
              <a:gd name="T30" fmla="*/ 9 w 85"/>
              <a:gd name="T31" fmla="*/ 163 h 203"/>
              <a:gd name="T32" fmla="*/ 15 w 85"/>
              <a:gd name="T33" fmla="*/ 151 h 203"/>
              <a:gd name="T34" fmla="*/ 21 w 85"/>
              <a:gd name="T35" fmla="*/ 139 h 203"/>
              <a:gd name="T36" fmla="*/ 26 w 85"/>
              <a:gd name="T37" fmla="*/ 125 h 203"/>
              <a:gd name="T38" fmla="*/ 30 w 85"/>
              <a:gd name="T39" fmla="*/ 111 h 203"/>
              <a:gd name="T40" fmla="*/ 32 w 85"/>
              <a:gd name="T41" fmla="*/ 96 h 203"/>
              <a:gd name="T42" fmla="*/ 34 w 85"/>
              <a:gd name="T43" fmla="*/ 83 h 203"/>
              <a:gd name="T44" fmla="*/ 37 w 85"/>
              <a:gd name="T45" fmla="*/ 69 h 203"/>
              <a:gd name="T46" fmla="*/ 38 w 85"/>
              <a:gd name="T47" fmla="*/ 56 h 203"/>
              <a:gd name="T48" fmla="*/ 38 w 85"/>
              <a:gd name="T49" fmla="*/ 32 h 203"/>
              <a:gd name="T50" fmla="*/ 37 w 85"/>
              <a:gd name="T51" fmla="*/ 15 h 203"/>
              <a:gd name="T52" fmla="*/ 36 w 85"/>
              <a:gd name="T53" fmla="*/ 4 h 203"/>
              <a:gd name="T54" fmla="*/ 83 w 85"/>
              <a:gd name="T55" fmla="*/ 0 h 203"/>
              <a:gd name="T56" fmla="*/ 83 w 85"/>
              <a:gd name="T5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5" h="203">
                <a:moveTo>
                  <a:pt x="83" y="0"/>
                </a:moveTo>
                <a:lnTo>
                  <a:pt x="83" y="0"/>
                </a:lnTo>
                <a:lnTo>
                  <a:pt x="85" y="12"/>
                </a:lnTo>
                <a:lnTo>
                  <a:pt x="85" y="32"/>
                </a:lnTo>
                <a:lnTo>
                  <a:pt x="85" y="58"/>
                </a:lnTo>
                <a:lnTo>
                  <a:pt x="84" y="73"/>
                </a:lnTo>
                <a:lnTo>
                  <a:pt x="82" y="89"/>
                </a:lnTo>
                <a:lnTo>
                  <a:pt x="80" y="106"/>
                </a:lnTo>
                <a:lnTo>
                  <a:pt x="77" y="123"/>
                </a:lnTo>
                <a:lnTo>
                  <a:pt x="72" y="140"/>
                </a:lnTo>
                <a:lnTo>
                  <a:pt x="65" y="157"/>
                </a:lnTo>
                <a:lnTo>
                  <a:pt x="58" y="173"/>
                </a:lnTo>
                <a:lnTo>
                  <a:pt x="49" y="188"/>
                </a:lnTo>
                <a:lnTo>
                  <a:pt x="39" y="203"/>
                </a:lnTo>
                <a:lnTo>
                  <a:pt x="0" y="176"/>
                </a:lnTo>
                <a:lnTo>
                  <a:pt x="9" y="163"/>
                </a:lnTo>
                <a:lnTo>
                  <a:pt x="15" y="151"/>
                </a:lnTo>
                <a:lnTo>
                  <a:pt x="21" y="139"/>
                </a:lnTo>
                <a:lnTo>
                  <a:pt x="26" y="125"/>
                </a:lnTo>
                <a:lnTo>
                  <a:pt x="30" y="111"/>
                </a:lnTo>
                <a:lnTo>
                  <a:pt x="32" y="96"/>
                </a:lnTo>
                <a:lnTo>
                  <a:pt x="34" y="83"/>
                </a:lnTo>
                <a:lnTo>
                  <a:pt x="37" y="69"/>
                </a:lnTo>
                <a:lnTo>
                  <a:pt x="38" y="56"/>
                </a:lnTo>
                <a:lnTo>
                  <a:pt x="38" y="32"/>
                </a:lnTo>
                <a:lnTo>
                  <a:pt x="37" y="15"/>
                </a:lnTo>
                <a:lnTo>
                  <a:pt x="36" y="4"/>
                </a:lnTo>
                <a:lnTo>
                  <a:pt x="83" y="0"/>
                </a:lnTo>
                <a:lnTo>
                  <a:pt x="83" y="0"/>
                </a:lnTo>
                <a:close/>
              </a:path>
            </a:pathLst>
          </a:custGeom>
          <a:solidFill>
            <a:srgbClr val="FF0000"/>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2" name="Freeform 771"/>
          <p:cNvSpPr/>
          <p:nvPr/>
        </p:nvSpPr>
        <p:spPr bwMode="auto">
          <a:xfrm>
            <a:off x="646525" y="6416766"/>
            <a:ext cx="36951" cy="131965"/>
          </a:xfrm>
          <a:custGeom>
            <a:avLst/>
            <a:gdLst>
              <a:gd name="T0" fmla="*/ 52 w 63"/>
              <a:gd name="T1" fmla="*/ 1 h 225"/>
              <a:gd name="T2" fmla="*/ 52 w 63"/>
              <a:gd name="T3" fmla="*/ 1 h 225"/>
              <a:gd name="T4" fmla="*/ 50 w 63"/>
              <a:gd name="T5" fmla="*/ 51 h 225"/>
              <a:gd name="T6" fmla="*/ 49 w 63"/>
              <a:gd name="T7" fmla="*/ 96 h 225"/>
              <a:gd name="T8" fmla="*/ 49 w 63"/>
              <a:gd name="T9" fmla="*/ 119 h 225"/>
              <a:gd name="T10" fmla="*/ 49 w 63"/>
              <a:gd name="T11" fmla="*/ 138 h 225"/>
              <a:gd name="T12" fmla="*/ 51 w 63"/>
              <a:gd name="T13" fmla="*/ 156 h 225"/>
              <a:gd name="T14" fmla="*/ 53 w 63"/>
              <a:gd name="T15" fmla="*/ 175 h 225"/>
              <a:gd name="T16" fmla="*/ 58 w 63"/>
              <a:gd name="T17" fmla="*/ 192 h 225"/>
              <a:gd name="T18" fmla="*/ 61 w 63"/>
              <a:gd name="T19" fmla="*/ 199 h 225"/>
              <a:gd name="T20" fmla="*/ 63 w 63"/>
              <a:gd name="T21" fmla="*/ 207 h 225"/>
              <a:gd name="T22" fmla="*/ 19 w 63"/>
              <a:gd name="T23" fmla="*/ 225 h 225"/>
              <a:gd name="T24" fmla="*/ 15 w 63"/>
              <a:gd name="T25" fmla="*/ 216 h 225"/>
              <a:gd name="T26" fmla="*/ 12 w 63"/>
              <a:gd name="T27" fmla="*/ 205 h 225"/>
              <a:gd name="T28" fmla="*/ 7 w 63"/>
              <a:gd name="T29" fmla="*/ 184 h 225"/>
              <a:gd name="T30" fmla="*/ 4 w 63"/>
              <a:gd name="T31" fmla="*/ 162 h 225"/>
              <a:gd name="T32" fmla="*/ 1 w 63"/>
              <a:gd name="T33" fmla="*/ 140 h 225"/>
              <a:gd name="T34" fmla="*/ 0 w 63"/>
              <a:gd name="T35" fmla="*/ 120 h 225"/>
              <a:gd name="T36" fmla="*/ 0 w 63"/>
              <a:gd name="T37" fmla="*/ 95 h 225"/>
              <a:gd name="T38" fmla="*/ 3 w 63"/>
              <a:gd name="T39" fmla="*/ 50 h 225"/>
              <a:gd name="T40" fmla="*/ 4 w 63"/>
              <a:gd name="T41" fmla="*/ 0 h 225"/>
              <a:gd name="T42" fmla="*/ 52 w 63"/>
              <a:gd name="T43" fmla="*/ 1 h 225"/>
              <a:gd name="T44" fmla="*/ 52 w 63"/>
              <a:gd name="T45" fmla="*/ 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 h="225">
                <a:moveTo>
                  <a:pt x="52" y="1"/>
                </a:moveTo>
                <a:lnTo>
                  <a:pt x="52" y="1"/>
                </a:lnTo>
                <a:lnTo>
                  <a:pt x="50" y="51"/>
                </a:lnTo>
                <a:lnTo>
                  <a:pt x="49" y="96"/>
                </a:lnTo>
                <a:lnTo>
                  <a:pt x="49" y="119"/>
                </a:lnTo>
                <a:lnTo>
                  <a:pt x="49" y="138"/>
                </a:lnTo>
                <a:lnTo>
                  <a:pt x="51" y="156"/>
                </a:lnTo>
                <a:lnTo>
                  <a:pt x="53" y="175"/>
                </a:lnTo>
                <a:lnTo>
                  <a:pt x="58" y="192"/>
                </a:lnTo>
                <a:lnTo>
                  <a:pt x="61" y="199"/>
                </a:lnTo>
                <a:lnTo>
                  <a:pt x="63" y="207"/>
                </a:lnTo>
                <a:lnTo>
                  <a:pt x="19" y="225"/>
                </a:lnTo>
                <a:lnTo>
                  <a:pt x="15" y="216"/>
                </a:lnTo>
                <a:lnTo>
                  <a:pt x="12" y="205"/>
                </a:lnTo>
                <a:lnTo>
                  <a:pt x="7" y="184"/>
                </a:lnTo>
                <a:lnTo>
                  <a:pt x="4" y="162"/>
                </a:lnTo>
                <a:lnTo>
                  <a:pt x="1" y="140"/>
                </a:lnTo>
                <a:lnTo>
                  <a:pt x="0" y="120"/>
                </a:lnTo>
                <a:lnTo>
                  <a:pt x="0" y="95"/>
                </a:lnTo>
                <a:lnTo>
                  <a:pt x="3" y="50"/>
                </a:lnTo>
                <a:lnTo>
                  <a:pt x="4" y="0"/>
                </a:lnTo>
                <a:lnTo>
                  <a:pt x="52" y="1"/>
                </a:lnTo>
                <a:lnTo>
                  <a:pt x="52" y="1"/>
                </a:lnTo>
                <a:close/>
              </a:path>
            </a:pathLst>
          </a:custGeom>
          <a:solidFill>
            <a:srgbClr val="FF0000"/>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3" name="Freeform 772"/>
          <p:cNvSpPr/>
          <p:nvPr/>
        </p:nvSpPr>
        <p:spPr bwMode="auto">
          <a:xfrm>
            <a:off x="1081128" y="6728202"/>
            <a:ext cx="128446" cy="61584"/>
          </a:xfrm>
          <a:custGeom>
            <a:avLst/>
            <a:gdLst>
              <a:gd name="T0" fmla="*/ 0 w 217"/>
              <a:gd name="T1" fmla="*/ 61 h 107"/>
              <a:gd name="T2" fmla="*/ 0 w 217"/>
              <a:gd name="T3" fmla="*/ 61 h 107"/>
              <a:gd name="T4" fmla="*/ 9 w 217"/>
              <a:gd name="T5" fmla="*/ 59 h 107"/>
              <a:gd name="T6" fmla="*/ 40 w 217"/>
              <a:gd name="T7" fmla="*/ 52 h 107"/>
              <a:gd name="T8" fmla="*/ 76 w 217"/>
              <a:gd name="T9" fmla="*/ 43 h 107"/>
              <a:gd name="T10" fmla="*/ 113 w 217"/>
              <a:gd name="T11" fmla="*/ 33 h 107"/>
              <a:gd name="T12" fmla="*/ 149 w 217"/>
              <a:gd name="T13" fmla="*/ 21 h 107"/>
              <a:gd name="T14" fmla="*/ 165 w 217"/>
              <a:gd name="T15" fmla="*/ 14 h 107"/>
              <a:gd name="T16" fmla="*/ 181 w 217"/>
              <a:gd name="T17" fmla="*/ 7 h 107"/>
              <a:gd name="T18" fmla="*/ 193 w 217"/>
              <a:gd name="T19" fmla="*/ 0 h 107"/>
              <a:gd name="T20" fmla="*/ 217 w 217"/>
              <a:gd name="T21" fmla="*/ 42 h 107"/>
              <a:gd name="T22" fmla="*/ 202 w 217"/>
              <a:gd name="T23" fmla="*/ 51 h 107"/>
              <a:gd name="T24" fmla="*/ 184 w 217"/>
              <a:gd name="T25" fmla="*/ 58 h 107"/>
              <a:gd name="T26" fmla="*/ 165 w 217"/>
              <a:gd name="T27" fmla="*/ 66 h 107"/>
              <a:gd name="T28" fmla="*/ 127 w 217"/>
              <a:gd name="T29" fmla="*/ 78 h 107"/>
              <a:gd name="T30" fmla="*/ 88 w 217"/>
              <a:gd name="T31" fmla="*/ 90 h 107"/>
              <a:gd name="T32" fmla="*/ 50 w 217"/>
              <a:gd name="T33" fmla="*/ 98 h 107"/>
              <a:gd name="T34" fmla="*/ 19 w 217"/>
              <a:gd name="T35" fmla="*/ 106 h 107"/>
              <a:gd name="T36" fmla="*/ 9 w 217"/>
              <a:gd name="T37" fmla="*/ 107 h 107"/>
              <a:gd name="T38" fmla="*/ 0 w 217"/>
              <a:gd name="T39" fmla="*/ 61 h 107"/>
              <a:gd name="T40" fmla="*/ 0 w 217"/>
              <a:gd name="T41" fmla="*/ 6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7" h="107">
                <a:moveTo>
                  <a:pt x="0" y="61"/>
                </a:moveTo>
                <a:lnTo>
                  <a:pt x="0" y="61"/>
                </a:lnTo>
                <a:lnTo>
                  <a:pt x="9" y="59"/>
                </a:lnTo>
                <a:lnTo>
                  <a:pt x="40" y="52"/>
                </a:lnTo>
                <a:lnTo>
                  <a:pt x="76" y="43"/>
                </a:lnTo>
                <a:lnTo>
                  <a:pt x="113" y="33"/>
                </a:lnTo>
                <a:lnTo>
                  <a:pt x="149" y="21"/>
                </a:lnTo>
                <a:lnTo>
                  <a:pt x="165" y="14"/>
                </a:lnTo>
                <a:lnTo>
                  <a:pt x="181" y="7"/>
                </a:lnTo>
                <a:lnTo>
                  <a:pt x="193" y="0"/>
                </a:lnTo>
                <a:lnTo>
                  <a:pt x="217" y="42"/>
                </a:lnTo>
                <a:lnTo>
                  <a:pt x="202" y="51"/>
                </a:lnTo>
                <a:lnTo>
                  <a:pt x="184" y="58"/>
                </a:lnTo>
                <a:lnTo>
                  <a:pt x="165" y="66"/>
                </a:lnTo>
                <a:lnTo>
                  <a:pt x="127" y="78"/>
                </a:lnTo>
                <a:lnTo>
                  <a:pt x="88" y="90"/>
                </a:lnTo>
                <a:lnTo>
                  <a:pt x="50" y="98"/>
                </a:lnTo>
                <a:lnTo>
                  <a:pt x="19" y="106"/>
                </a:lnTo>
                <a:lnTo>
                  <a:pt x="9" y="107"/>
                </a:lnTo>
                <a:lnTo>
                  <a:pt x="0" y="61"/>
                </a:lnTo>
                <a:lnTo>
                  <a:pt x="0" y="61"/>
                </a:lnTo>
                <a:close/>
              </a:path>
            </a:pathLst>
          </a:custGeom>
          <a:solidFill>
            <a:srgbClr val="FF0000"/>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4" name="Freeform 773"/>
          <p:cNvSpPr/>
          <p:nvPr/>
        </p:nvSpPr>
        <p:spPr bwMode="auto">
          <a:xfrm>
            <a:off x="1455907" y="6328790"/>
            <a:ext cx="98533" cy="109090"/>
          </a:xfrm>
          <a:custGeom>
            <a:avLst/>
            <a:gdLst>
              <a:gd name="T0" fmla="*/ 132 w 169"/>
              <a:gd name="T1" fmla="*/ 0 h 186"/>
              <a:gd name="T2" fmla="*/ 132 w 169"/>
              <a:gd name="T3" fmla="*/ 0 h 186"/>
              <a:gd name="T4" fmla="*/ 0 w 169"/>
              <a:gd name="T5" fmla="*/ 155 h 186"/>
              <a:gd name="T6" fmla="*/ 36 w 169"/>
              <a:gd name="T7" fmla="*/ 186 h 186"/>
              <a:gd name="T8" fmla="*/ 169 w 169"/>
              <a:gd name="T9" fmla="*/ 32 h 186"/>
              <a:gd name="T10" fmla="*/ 132 w 169"/>
              <a:gd name="T11" fmla="*/ 0 h 186"/>
              <a:gd name="T12" fmla="*/ 132 w 169"/>
              <a:gd name="T13" fmla="*/ 0 h 186"/>
            </a:gdLst>
            <a:ahLst/>
            <a:cxnLst>
              <a:cxn ang="0">
                <a:pos x="T0" y="T1"/>
              </a:cxn>
              <a:cxn ang="0">
                <a:pos x="T2" y="T3"/>
              </a:cxn>
              <a:cxn ang="0">
                <a:pos x="T4" y="T5"/>
              </a:cxn>
              <a:cxn ang="0">
                <a:pos x="T6" y="T7"/>
              </a:cxn>
              <a:cxn ang="0">
                <a:pos x="T8" y="T9"/>
              </a:cxn>
              <a:cxn ang="0">
                <a:pos x="T10" y="T11"/>
              </a:cxn>
              <a:cxn ang="0">
                <a:pos x="T12" y="T13"/>
              </a:cxn>
            </a:cxnLst>
            <a:rect l="0" t="0" r="r" b="b"/>
            <a:pathLst>
              <a:path w="169" h="186">
                <a:moveTo>
                  <a:pt x="132" y="0"/>
                </a:moveTo>
                <a:lnTo>
                  <a:pt x="132" y="0"/>
                </a:lnTo>
                <a:lnTo>
                  <a:pt x="0" y="155"/>
                </a:lnTo>
                <a:lnTo>
                  <a:pt x="36" y="186"/>
                </a:lnTo>
                <a:lnTo>
                  <a:pt x="169" y="32"/>
                </a:lnTo>
                <a:lnTo>
                  <a:pt x="132" y="0"/>
                </a:lnTo>
                <a:lnTo>
                  <a:pt x="132" y="0"/>
                </a:lnTo>
                <a:close/>
              </a:path>
            </a:pathLst>
          </a:custGeom>
          <a:solidFill>
            <a:srgbClr val="FF0000"/>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5" name="Freeform 774"/>
          <p:cNvSpPr/>
          <p:nvPr/>
        </p:nvSpPr>
        <p:spPr bwMode="auto">
          <a:xfrm>
            <a:off x="1739191" y="5939934"/>
            <a:ext cx="66862" cy="130205"/>
          </a:xfrm>
          <a:custGeom>
            <a:avLst/>
            <a:gdLst>
              <a:gd name="T0" fmla="*/ 68 w 115"/>
              <a:gd name="T1" fmla="*/ 0 h 220"/>
              <a:gd name="T2" fmla="*/ 68 w 115"/>
              <a:gd name="T3" fmla="*/ 0 h 220"/>
              <a:gd name="T4" fmla="*/ 67 w 115"/>
              <a:gd name="T5" fmla="*/ 12 h 220"/>
              <a:gd name="T6" fmla="*/ 64 w 115"/>
              <a:gd name="T7" fmla="*/ 26 h 220"/>
              <a:gd name="T8" fmla="*/ 61 w 115"/>
              <a:gd name="T9" fmla="*/ 40 h 220"/>
              <a:gd name="T10" fmla="*/ 52 w 115"/>
              <a:gd name="T11" fmla="*/ 73 h 220"/>
              <a:gd name="T12" fmla="*/ 40 w 115"/>
              <a:gd name="T13" fmla="*/ 106 h 220"/>
              <a:gd name="T14" fmla="*/ 28 w 115"/>
              <a:gd name="T15" fmla="*/ 138 h 220"/>
              <a:gd name="T16" fmla="*/ 11 w 115"/>
              <a:gd name="T17" fmla="*/ 177 h 220"/>
              <a:gd name="T18" fmla="*/ 0 w 115"/>
              <a:gd name="T19" fmla="*/ 200 h 220"/>
              <a:gd name="T20" fmla="*/ 43 w 115"/>
              <a:gd name="T21" fmla="*/ 220 h 220"/>
              <a:gd name="T22" fmla="*/ 55 w 115"/>
              <a:gd name="T23" fmla="*/ 197 h 220"/>
              <a:gd name="T24" fmla="*/ 72 w 115"/>
              <a:gd name="T25" fmla="*/ 157 h 220"/>
              <a:gd name="T26" fmla="*/ 86 w 115"/>
              <a:gd name="T27" fmla="*/ 123 h 220"/>
              <a:gd name="T28" fmla="*/ 98 w 115"/>
              <a:gd name="T29" fmla="*/ 88 h 220"/>
              <a:gd name="T30" fmla="*/ 108 w 115"/>
              <a:gd name="T31" fmla="*/ 53 h 220"/>
              <a:gd name="T32" fmla="*/ 112 w 115"/>
              <a:gd name="T33" fmla="*/ 35 h 220"/>
              <a:gd name="T34" fmla="*/ 115 w 115"/>
              <a:gd name="T35" fmla="*/ 17 h 220"/>
              <a:gd name="T36" fmla="*/ 115 w 115"/>
              <a:gd name="T37" fmla="*/ 3 h 220"/>
              <a:gd name="T38" fmla="*/ 68 w 115"/>
              <a:gd name="T39" fmla="*/ 0 h 220"/>
              <a:gd name="T40" fmla="*/ 68 w 115"/>
              <a:gd name="T41"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5" h="220">
                <a:moveTo>
                  <a:pt x="68" y="0"/>
                </a:moveTo>
                <a:lnTo>
                  <a:pt x="68" y="0"/>
                </a:lnTo>
                <a:lnTo>
                  <a:pt x="67" y="12"/>
                </a:lnTo>
                <a:lnTo>
                  <a:pt x="64" y="26"/>
                </a:lnTo>
                <a:lnTo>
                  <a:pt x="61" y="40"/>
                </a:lnTo>
                <a:lnTo>
                  <a:pt x="52" y="73"/>
                </a:lnTo>
                <a:lnTo>
                  <a:pt x="40" y="106"/>
                </a:lnTo>
                <a:lnTo>
                  <a:pt x="28" y="138"/>
                </a:lnTo>
                <a:lnTo>
                  <a:pt x="11" y="177"/>
                </a:lnTo>
                <a:lnTo>
                  <a:pt x="0" y="200"/>
                </a:lnTo>
                <a:lnTo>
                  <a:pt x="43" y="220"/>
                </a:lnTo>
                <a:lnTo>
                  <a:pt x="55" y="197"/>
                </a:lnTo>
                <a:lnTo>
                  <a:pt x="72" y="157"/>
                </a:lnTo>
                <a:lnTo>
                  <a:pt x="86" y="123"/>
                </a:lnTo>
                <a:lnTo>
                  <a:pt x="98" y="88"/>
                </a:lnTo>
                <a:lnTo>
                  <a:pt x="108" y="53"/>
                </a:lnTo>
                <a:lnTo>
                  <a:pt x="112" y="35"/>
                </a:lnTo>
                <a:lnTo>
                  <a:pt x="115" y="17"/>
                </a:lnTo>
                <a:lnTo>
                  <a:pt x="115" y="3"/>
                </a:lnTo>
                <a:lnTo>
                  <a:pt x="68" y="0"/>
                </a:lnTo>
                <a:lnTo>
                  <a:pt x="68" y="0"/>
                </a:lnTo>
                <a:close/>
              </a:path>
            </a:pathLst>
          </a:custGeom>
          <a:solidFill>
            <a:srgbClr val="FF0000"/>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6" name="Freeform 775"/>
          <p:cNvSpPr/>
          <p:nvPr/>
        </p:nvSpPr>
        <p:spPr bwMode="auto">
          <a:xfrm>
            <a:off x="1746229" y="5561637"/>
            <a:ext cx="40470" cy="128446"/>
          </a:xfrm>
          <a:custGeom>
            <a:avLst/>
            <a:gdLst>
              <a:gd name="T0" fmla="*/ 0 w 68"/>
              <a:gd name="T1" fmla="*/ 5 h 217"/>
              <a:gd name="T2" fmla="*/ 0 w 68"/>
              <a:gd name="T3" fmla="*/ 5 h 217"/>
              <a:gd name="T4" fmla="*/ 21 w 68"/>
              <a:gd name="T5" fmla="*/ 217 h 217"/>
              <a:gd name="T6" fmla="*/ 68 w 68"/>
              <a:gd name="T7" fmla="*/ 212 h 217"/>
              <a:gd name="T8" fmla="*/ 47 w 68"/>
              <a:gd name="T9" fmla="*/ 0 h 217"/>
              <a:gd name="T10" fmla="*/ 0 w 68"/>
              <a:gd name="T11" fmla="*/ 5 h 217"/>
              <a:gd name="T12" fmla="*/ 0 w 68"/>
              <a:gd name="T13" fmla="*/ 5 h 217"/>
            </a:gdLst>
            <a:ahLst/>
            <a:cxnLst>
              <a:cxn ang="0">
                <a:pos x="T0" y="T1"/>
              </a:cxn>
              <a:cxn ang="0">
                <a:pos x="T2" y="T3"/>
              </a:cxn>
              <a:cxn ang="0">
                <a:pos x="T4" y="T5"/>
              </a:cxn>
              <a:cxn ang="0">
                <a:pos x="T6" y="T7"/>
              </a:cxn>
              <a:cxn ang="0">
                <a:pos x="T8" y="T9"/>
              </a:cxn>
              <a:cxn ang="0">
                <a:pos x="T10" y="T11"/>
              </a:cxn>
              <a:cxn ang="0">
                <a:pos x="T12" y="T13"/>
              </a:cxn>
            </a:cxnLst>
            <a:rect l="0" t="0" r="r" b="b"/>
            <a:pathLst>
              <a:path w="68" h="217">
                <a:moveTo>
                  <a:pt x="0" y="5"/>
                </a:moveTo>
                <a:lnTo>
                  <a:pt x="0" y="5"/>
                </a:lnTo>
                <a:lnTo>
                  <a:pt x="21" y="217"/>
                </a:lnTo>
                <a:lnTo>
                  <a:pt x="68" y="212"/>
                </a:lnTo>
                <a:lnTo>
                  <a:pt x="47" y="0"/>
                </a:lnTo>
                <a:lnTo>
                  <a:pt x="0" y="5"/>
                </a:lnTo>
                <a:lnTo>
                  <a:pt x="0" y="5"/>
                </a:lnTo>
                <a:close/>
              </a:path>
            </a:pathLst>
          </a:custGeom>
          <a:solidFill>
            <a:srgbClr val="FF0000"/>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7" name="Freeform 776"/>
          <p:cNvSpPr/>
          <p:nvPr/>
        </p:nvSpPr>
        <p:spPr bwMode="auto">
          <a:xfrm>
            <a:off x="1770863" y="5292428"/>
            <a:ext cx="65103" cy="117888"/>
          </a:xfrm>
          <a:custGeom>
            <a:avLst/>
            <a:gdLst>
              <a:gd name="T0" fmla="*/ 0 w 112"/>
              <a:gd name="T1" fmla="*/ 184 h 200"/>
              <a:gd name="T2" fmla="*/ 0 w 112"/>
              <a:gd name="T3" fmla="*/ 184 h 200"/>
              <a:gd name="T4" fmla="*/ 18 w 112"/>
              <a:gd name="T5" fmla="*/ 131 h 200"/>
              <a:gd name="T6" fmla="*/ 37 w 112"/>
              <a:gd name="T7" fmla="*/ 78 h 200"/>
              <a:gd name="T8" fmla="*/ 51 w 112"/>
              <a:gd name="T9" fmla="*/ 41 h 200"/>
              <a:gd name="T10" fmla="*/ 68 w 112"/>
              <a:gd name="T11" fmla="*/ 0 h 200"/>
              <a:gd name="T12" fmla="*/ 112 w 112"/>
              <a:gd name="T13" fmla="*/ 17 h 200"/>
              <a:gd name="T14" fmla="*/ 96 w 112"/>
              <a:gd name="T15" fmla="*/ 58 h 200"/>
              <a:gd name="T16" fmla="*/ 82 w 112"/>
              <a:gd name="T17" fmla="*/ 94 h 200"/>
              <a:gd name="T18" fmla="*/ 63 w 112"/>
              <a:gd name="T19" fmla="*/ 147 h 200"/>
              <a:gd name="T20" fmla="*/ 45 w 112"/>
              <a:gd name="T21" fmla="*/ 200 h 200"/>
              <a:gd name="T22" fmla="*/ 0 w 112"/>
              <a:gd name="T23" fmla="*/ 184 h 200"/>
              <a:gd name="T24" fmla="*/ 0 w 112"/>
              <a:gd name="T25" fmla="*/ 18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2" h="200">
                <a:moveTo>
                  <a:pt x="0" y="184"/>
                </a:moveTo>
                <a:lnTo>
                  <a:pt x="0" y="184"/>
                </a:lnTo>
                <a:lnTo>
                  <a:pt x="18" y="131"/>
                </a:lnTo>
                <a:lnTo>
                  <a:pt x="37" y="78"/>
                </a:lnTo>
                <a:lnTo>
                  <a:pt x="51" y="41"/>
                </a:lnTo>
                <a:lnTo>
                  <a:pt x="68" y="0"/>
                </a:lnTo>
                <a:lnTo>
                  <a:pt x="112" y="17"/>
                </a:lnTo>
                <a:lnTo>
                  <a:pt x="96" y="58"/>
                </a:lnTo>
                <a:lnTo>
                  <a:pt x="82" y="94"/>
                </a:lnTo>
                <a:lnTo>
                  <a:pt x="63" y="147"/>
                </a:lnTo>
                <a:lnTo>
                  <a:pt x="45" y="200"/>
                </a:lnTo>
                <a:lnTo>
                  <a:pt x="0" y="184"/>
                </a:lnTo>
                <a:lnTo>
                  <a:pt x="0" y="184"/>
                </a:lnTo>
                <a:close/>
              </a:path>
            </a:pathLst>
          </a:custGeom>
          <a:solidFill>
            <a:srgbClr val="FF0000"/>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8" name="Freeform 777"/>
          <p:cNvSpPr/>
          <p:nvPr/>
        </p:nvSpPr>
        <p:spPr bwMode="auto">
          <a:xfrm>
            <a:off x="1911624" y="5003866"/>
            <a:ext cx="82699" cy="110851"/>
          </a:xfrm>
          <a:custGeom>
            <a:avLst/>
            <a:gdLst>
              <a:gd name="T0" fmla="*/ 98 w 141"/>
              <a:gd name="T1" fmla="*/ 0 h 189"/>
              <a:gd name="T2" fmla="*/ 98 w 141"/>
              <a:gd name="T3" fmla="*/ 0 h 189"/>
              <a:gd name="T4" fmla="*/ 0 w 141"/>
              <a:gd name="T5" fmla="*/ 163 h 189"/>
              <a:gd name="T6" fmla="*/ 40 w 141"/>
              <a:gd name="T7" fmla="*/ 189 h 189"/>
              <a:gd name="T8" fmla="*/ 141 w 141"/>
              <a:gd name="T9" fmla="*/ 29 h 189"/>
              <a:gd name="T10" fmla="*/ 98 w 141"/>
              <a:gd name="T11" fmla="*/ 0 h 189"/>
              <a:gd name="T12" fmla="*/ 98 w 141"/>
              <a:gd name="T13" fmla="*/ 0 h 189"/>
            </a:gdLst>
            <a:ahLst/>
            <a:cxnLst>
              <a:cxn ang="0">
                <a:pos x="T0" y="T1"/>
              </a:cxn>
              <a:cxn ang="0">
                <a:pos x="T2" y="T3"/>
              </a:cxn>
              <a:cxn ang="0">
                <a:pos x="T4" y="T5"/>
              </a:cxn>
              <a:cxn ang="0">
                <a:pos x="T6" y="T7"/>
              </a:cxn>
              <a:cxn ang="0">
                <a:pos x="T8" y="T9"/>
              </a:cxn>
              <a:cxn ang="0">
                <a:pos x="T10" y="T11"/>
              </a:cxn>
              <a:cxn ang="0">
                <a:pos x="T12" y="T13"/>
              </a:cxn>
            </a:cxnLst>
            <a:rect l="0" t="0" r="r" b="b"/>
            <a:pathLst>
              <a:path w="141" h="189">
                <a:moveTo>
                  <a:pt x="98" y="0"/>
                </a:moveTo>
                <a:lnTo>
                  <a:pt x="98" y="0"/>
                </a:lnTo>
                <a:lnTo>
                  <a:pt x="0" y="163"/>
                </a:lnTo>
                <a:lnTo>
                  <a:pt x="40" y="189"/>
                </a:lnTo>
                <a:lnTo>
                  <a:pt x="141" y="29"/>
                </a:lnTo>
                <a:lnTo>
                  <a:pt x="98" y="0"/>
                </a:lnTo>
                <a:lnTo>
                  <a:pt x="98" y="0"/>
                </a:lnTo>
                <a:close/>
              </a:path>
            </a:pathLst>
          </a:custGeom>
          <a:solidFill>
            <a:srgbClr val="FF0000"/>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09" name="object 3"/>
          <p:cNvSpPr txBox="1"/>
          <p:nvPr/>
        </p:nvSpPr>
        <p:spPr>
          <a:xfrm>
            <a:off x="6734175" y="1700530"/>
            <a:ext cx="4951095" cy="3482340"/>
          </a:xfrm>
          <a:prstGeom prst="rect">
            <a:avLst/>
          </a:prstGeom>
          <a:effectLst>
            <a:outerShdw blurRad="50800" dist="50800" dir="5400000" algn="ctr" rotWithShape="0">
              <a:srgbClr val="000000">
                <a:alpha val="29000"/>
              </a:srgbClr>
            </a:outerShdw>
          </a:effectLst>
        </p:spPr>
        <p:txBody>
          <a:bodyPr vert="horz" wrap="square" lIns="0" tIns="85345" rIns="0" bIns="0" rtlCol="0">
            <a:spAutoFit/>
          </a:bodyPr>
          <a:lstStyle/>
          <a:p>
            <a:pPr marL="285750" indent="-285750" algn="just" defTabSz="914400" fontAlgn="auto">
              <a:lnSpc>
                <a:spcPts val="5000"/>
              </a:lnSpc>
              <a:spcBef>
                <a:spcPts val="795"/>
              </a:spcBef>
              <a:spcAft>
                <a:spcPts val="0"/>
              </a:spcAft>
              <a:buClr>
                <a:srgbClr val="DBB33C"/>
              </a:buClr>
              <a:buSzTx/>
              <a:buFont typeface="Wingdings" panose="05000000000000000000" charset="0"/>
              <a:buChar char="l"/>
            </a:pPr>
            <a:r>
              <a:rPr lang="zh-CN" altLang="en-US" sz="1600" b="1" spc="60" dirty="0">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全球</a:t>
            </a:r>
            <a:r>
              <a:rPr lang="en-US" sz="1600" b="1" spc="60" dirty="0">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运营管理</a:t>
            </a:r>
            <a:r>
              <a:rPr lang="zh-CN" altLang="en-US" sz="1600" b="1" spc="60" dirty="0">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高端</a:t>
            </a:r>
            <a:r>
              <a:rPr lang="en-US" sz="1600" b="1" spc="60" dirty="0">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酒店总数超过</a:t>
            </a:r>
            <a:r>
              <a:rPr lang="en-US" sz="2800" b="1" spc="60" dirty="0">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40</a:t>
            </a:r>
            <a:r>
              <a:rPr lang="en-US" altLang="zh-CN" sz="2800" b="1" spc="60" dirty="0">
                <a:ln w="3175">
                  <a:noFill/>
                  <a:prstDash val="dash"/>
                </a:ln>
                <a:solidFill>
                  <a:srgbClr val="DBB33C"/>
                </a:solidFill>
                <a:latin typeface="微软雅黑" panose="020B0503020204020204" charset="-122"/>
                <a:ea typeface="微软雅黑" panose="020B0503020204020204" charset="-122"/>
              </a:rPr>
              <a:t>0+</a:t>
            </a:r>
            <a:r>
              <a:rPr lang="zh-CN" altLang="en-US" sz="1600" b="1" spc="60" dirty="0">
                <a:ln w="3175">
                  <a:noFill/>
                  <a:prstDash val="dash"/>
                </a:ln>
                <a:solidFill>
                  <a:srgbClr val="DBB33C"/>
                </a:solidFill>
                <a:latin typeface="微软雅黑" panose="020B0503020204020204" charset="-122"/>
                <a:ea typeface="微软雅黑" panose="020B0503020204020204" charset="-122"/>
              </a:rPr>
              <a:t>家</a:t>
            </a:r>
            <a:endParaRPr lang="en-US" altLang="zh-CN" sz="1600" b="1" spc="60" dirty="0">
              <a:ln w="3175">
                <a:noFill/>
                <a:prstDash val="dash"/>
              </a:ln>
              <a:solidFill>
                <a:srgbClr val="DBB33C"/>
              </a:solidFill>
              <a:latin typeface="微软雅黑" panose="020B0503020204020204" charset="-122"/>
              <a:ea typeface="微软雅黑" panose="020B0503020204020204" charset="-122"/>
            </a:endParaRPr>
          </a:p>
          <a:p>
            <a:pPr marL="285750" indent="-285750" algn="just" defTabSz="914400" fontAlgn="auto">
              <a:lnSpc>
                <a:spcPts val="5000"/>
              </a:lnSpc>
              <a:spcBef>
                <a:spcPts val="795"/>
              </a:spcBef>
              <a:spcAft>
                <a:spcPts val="0"/>
              </a:spcAft>
              <a:buClr>
                <a:srgbClr val="DBB33C"/>
              </a:buClr>
              <a:buSzTx/>
              <a:buFont typeface="Wingdings" panose="05000000000000000000" charset="0"/>
              <a:buChar char="l"/>
            </a:pPr>
            <a:r>
              <a:rPr lang="zh-CN" altLang="en-US" sz="1600" b="1" spc="60" dirty="0">
                <a:ln w="3175">
                  <a:noFill/>
                  <a:prstDash val="dash"/>
                </a:ln>
                <a:solidFill>
                  <a:srgbClr val="DBB33C"/>
                </a:solidFill>
                <a:latin typeface="微软雅黑" panose="020B0503020204020204" charset="-122"/>
                <a:ea typeface="微软雅黑" panose="020B0503020204020204" charset="-122"/>
                <a:cs typeface="微软雅黑" panose="020B0503020204020204" charset="-122"/>
              </a:rPr>
              <a:t>房间总数合计</a:t>
            </a:r>
            <a:r>
              <a:rPr lang="en-US" altLang="zh-CN" sz="2800" b="1" spc="60" dirty="0">
                <a:ln w="3175">
                  <a:noFill/>
                  <a:prstDash val="dash"/>
                </a:ln>
                <a:solidFill>
                  <a:srgbClr val="DBB33C"/>
                </a:solidFill>
                <a:latin typeface="微软雅黑" panose="020B0503020204020204" charset="-122"/>
                <a:ea typeface="微软雅黑" panose="020B0503020204020204" charset="-122"/>
                <a:cs typeface="微软雅黑" panose="020B0503020204020204" charset="-122"/>
              </a:rPr>
              <a:t>84,000+</a:t>
            </a:r>
            <a:r>
              <a:rPr lang="zh-CN" altLang="en-US" sz="1600" b="1" spc="60" dirty="0">
                <a:ln w="3175">
                  <a:noFill/>
                  <a:prstDash val="dash"/>
                </a:ln>
                <a:solidFill>
                  <a:srgbClr val="DBB33C"/>
                </a:solidFill>
                <a:latin typeface="微软雅黑" panose="020B0503020204020204" charset="-122"/>
                <a:ea typeface="微软雅黑" panose="020B0503020204020204" charset="-122"/>
              </a:rPr>
              <a:t>间</a:t>
            </a:r>
            <a:endParaRPr lang="en-US" altLang="zh-CN" sz="1600" b="1" spc="60" dirty="0">
              <a:ln w="3175">
                <a:noFill/>
                <a:prstDash val="dash"/>
              </a:ln>
              <a:solidFill>
                <a:srgbClr val="DBB33C"/>
              </a:solidFill>
              <a:latin typeface="微软雅黑" panose="020B0503020204020204" charset="-122"/>
              <a:ea typeface="微软雅黑" panose="020B0503020204020204" charset="-122"/>
            </a:endParaRPr>
          </a:p>
          <a:p>
            <a:pPr marL="285750" indent="-285750" algn="just" defTabSz="914400" fontAlgn="auto">
              <a:lnSpc>
                <a:spcPts val="5000"/>
              </a:lnSpc>
              <a:spcBef>
                <a:spcPts val="700"/>
              </a:spcBef>
              <a:spcAft>
                <a:spcPts val="0"/>
              </a:spcAft>
              <a:buClr>
                <a:srgbClr val="DBB33C"/>
              </a:buClr>
              <a:buSzTx/>
              <a:buFont typeface="Wingdings" panose="05000000000000000000" charset="0"/>
              <a:buChar char="l"/>
            </a:pPr>
            <a:r>
              <a:rPr lang="zh-CN" altLang="en-US" sz="1600" b="1" dirty="0">
                <a:ln w="3175">
                  <a:noFill/>
                  <a:prstDash val="dash"/>
                </a:ln>
                <a:solidFill>
                  <a:srgbClr val="DBB33C"/>
                </a:solidFill>
                <a:uFillTx/>
                <a:latin typeface="微软雅黑" panose="020B0503020204020204" charset="-122"/>
                <a:ea typeface="微软雅黑" panose="020B0503020204020204" charset="-122"/>
                <a:sym typeface="+mn-ea"/>
              </a:rPr>
              <a:t>国内覆盖北京、上海、广州、深圳、重庆</a:t>
            </a:r>
            <a:r>
              <a:rPr lang="zh-CN" altLang="en-US" sz="1600" b="1" dirty="0">
                <a:ln w="3175">
                  <a:noFill/>
                  <a:prstDash val="dash"/>
                </a:ln>
                <a:solidFill>
                  <a:srgbClr val="DBB33C"/>
                </a:solidFill>
                <a:latin typeface="微软雅黑" panose="020B0503020204020204" charset="-122"/>
                <a:ea typeface="微软雅黑" panose="020B0503020204020204" charset="-122"/>
                <a:sym typeface="+mn-ea"/>
              </a:rPr>
              <a:t>、</a:t>
            </a:r>
            <a:r>
              <a:rPr lang="zh-CN" altLang="en-US" sz="1600" b="1" dirty="0">
                <a:ln w="3175">
                  <a:noFill/>
                  <a:prstDash val="dash"/>
                </a:ln>
                <a:solidFill>
                  <a:srgbClr val="DBB33C"/>
                </a:solidFill>
                <a:uFillTx/>
                <a:latin typeface="微软雅黑" panose="020B0503020204020204" charset="-122"/>
                <a:ea typeface="微软雅黑" panose="020B0503020204020204" charset="-122"/>
                <a:sym typeface="+mn-ea"/>
              </a:rPr>
              <a:t>海口、三亚、南京、杭州、成都、大理、丽江、珠海、天津、武汉、西安等内地</a:t>
            </a:r>
            <a:r>
              <a:rPr lang="en-US" altLang="zh-CN" sz="2800" b="1" dirty="0">
                <a:ln w="3175">
                  <a:noFill/>
                  <a:prstDash val="dash"/>
                </a:ln>
                <a:solidFill>
                  <a:srgbClr val="DBB33C"/>
                </a:solidFill>
                <a:uFillTx/>
                <a:latin typeface="微软雅黑" panose="020B0503020204020204" charset="-122"/>
                <a:ea typeface="微软雅黑" panose="020B0503020204020204" charset="-122"/>
                <a:cs typeface="微软雅黑" panose="020B0503020204020204" charset="-122"/>
                <a:sym typeface="+mn-ea"/>
              </a:rPr>
              <a:t>140+</a:t>
            </a:r>
            <a:r>
              <a:rPr lang="en-US" altLang="zh-CN" sz="1600" b="1" dirty="0">
                <a:ln w="3175">
                  <a:noFill/>
                  <a:prstDash val="dash"/>
                </a:ln>
                <a:solidFill>
                  <a:srgbClr val="DBB33C"/>
                </a:solidFill>
                <a:uFillTx/>
                <a:latin typeface="微软雅黑" panose="020B0503020204020204" charset="-122"/>
                <a:ea typeface="微软雅黑" panose="020B0503020204020204" charset="-122"/>
                <a:cs typeface="微软雅黑" panose="020B0503020204020204" charset="-122"/>
                <a:sym typeface="+mn-ea"/>
              </a:rPr>
              <a:t>城市</a:t>
            </a:r>
            <a:r>
              <a:rPr lang="zh-CN" altLang="en-US" sz="1600" b="1" dirty="0">
                <a:ln w="3175">
                  <a:noFill/>
                  <a:prstDash val="dash"/>
                </a:ln>
                <a:solidFill>
                  <a:srgbClr val="DBB33C"/>
                </a:solidFill>
                <a:uFillTx/>
                <a:latin typeface="微软雅黑" panose="020B0503020204020204" charset="-122"/>
                <a:ea typeface="微软雅黑" panose="020B0503020204020204" charset="-122"/>
                <a:sym typeface="+mn-ea"/>
              </a:rPr>
              <a:t>和</a:t>
            </a:r>
            <a:r>
              <a:rPr lang="en-US" altLang="zh-CN" sz="1600" b="1" dirty="0">
                <a:ln w="3175">
                  <a:noFill/>
                  <a:prstDash val="dash"/>
                </a:ln>
                <a:solidFill>
                  <a:srgbClr val="DBB33C"/>
                </a:solidFill>
                <a:uFillTx/>
                <a:latin typeface="微软雅黑" panose="020B0503020204020204" charset="-122"/>
                <a:ea typeface="微软雅黑" panose="020B0503020204020204" charset="-122"/>
                <a:cs typeface="微软雅黑" panose="020B0503020204020204" charset="-122"/>
                <a:sym typeface="+mn-ea"/>
              </a:rPr>
              <a:t>香港、澳门</a:t>
            </a:r>
          </a:p>
        </p:txBody>
      </p:sp>
      <p:grpSp>
        <p:nvGrpSpPr>
          <p:cNvPr id="311" name="组合 310"/>
          <p:cNvGrpSpPr/>
          <p:nvPr/>
        </p:nvGrpSpPr>
        <p:grpSpPr>
          <a:xfrm>
            <a:off x="1387319" y="2605428"/>
            <a:ext cx="348875" cy="499637"/>
            <a:chOff x="2975703" y="3972781"/>
            <a:chExt cx="490091" cy="761263"/>
          </a:xfrm>
        </p:grpSpPr>
        <p:sp>
          <p:nvSpPr>
            <p:cNvPr id="432"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文本框 432"/>
            <p:cNvSpPr txBox="1"/>
            <p:nvPr/>
          </p:nvSpPr>
          <p:spPr>
            <a:xfrm>
              <a:off x="2990714" y="4082902"/>
              <a:ext cx="467941"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新疆</a:t>
              </a:r>
              <a:endParaRPr lang="en-US" altLang="zh-CN" sz="1000" dirty="0">
                <a:solidFill>
                  <a:schemeClr val="bg1"/>
                </a:solidFill>
                <a:latin typeface="微软雅黑" panose="020B0503020204020204" charset="-122"/>
                <a:ea typeface="微软雅黑" panose="020B0503020204020204" charset="-122"/>
              </a:endParaRPr>
            </a:p>
          </p:txBody>
        </p:sp>
        <p:sp>
          <p:nvSpPr>
            <p:cNvPr id="434" name="椭圆 433"/>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2" name="组合 311"/>
          <p:cNvGrpSpPr/>
          <p:nvPr/>
        </p:nvGrpSpPr>
        <p:grpSpPr>
          <a:xfrm>
            <a:off x="1380003" y="3645024"/>
            <a:ext cx="348874" cy="499637"/>
            <a:chOff x="2975703" y="3972781"/>
            <a:chExt cx="490091" cy="761263"/>
          </a:xfrm>
        </p:grpSpPr>
        <p:sp>
          <p:nvSpPr>
            <p:cNvPr id="429"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0" name="文本框 429"/>
            <p:cNvSpPr txBox="1"/>
            <p:nvPr/>
          </p:nvSpPr>
          <p:spPr>
            <a:xfrm>
              <a:off x="2977436" y="4127004"/>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西藏</a:t>
              </a:r>
              <a:endParaRPr lang="en-US" altLang="zh-CN" sz="1000" dirty="0">
                <a:solidFill>
                  <a:schemeClr val="bg1"/>
                </a:solidFill>
                <a:latin typeface="微软雅黑" panose="020B0503020204020204" charset="-122"/>
                <a:ea typeface="微软雅黑" panose="020B0503020204020204" charset="-122"/>
              </a:endParaRPr>
            </a:p>
          </p:txBody>
        </p:sp>
        <p:sp>
          <p:nvSpPr>
            <p:cNvPr id="431" name="椭圆 430"/>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3" name="组合 312"/>
          <p:cNvGrpSpPr/>
          <p:nvPr/>
        </p:nvGrpSpPr>
        <p:grpSpPr>
          <a:xfrm>
            <a:off x="2351584" y="3179181"/>
            <a:ext cx="348874" cy="499637"/>
            <a:chOff x="2975703" y="3972781"/>
            <a:chExt cx="490091" cy="761263"/>
          </a:xfrm>
        </p:grpSpPr>
        <p:sp>
          <p:nvSpPr>
            <p:cNvPr id="426"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7" name="文本框 426"/>
            <p:cNvSpPr txBox="1"/>
            <p:nvPr/>
          </p:nvSpPr>
          <p:spPr>
            <a:xfrm>
              <a:off x="2977437" y="407342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青海</a:t>
              </a:r>
              <a:endParaRPr lang="en-US" altLang="zh-CN" sz="1000" dirty="0">
                <a:solidFill>
                  <a:schemeClr val="bg1"/>
                </a:solidFill>
                <a:latin typeface="微软雅黑" panose="020B0503020204020204" charset="-122"/>
                <a:ea typeface="微软雅黑" panose="020B0503020204020204" charset="-122"/>
              </a:endParaRPr>
            </a:p>
          </p:txBody>
        </p:sp>
        <p:sp>
          <p:nvSpPr>
            <p:cNvPr id="428" name="椭圆 427"/>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4" name="组合 313"/>
          <p:cNvGrpSpPr/>
          <p:nvPr/>
        </p:nvGrpSpPr>
        <p:grpSpPr>
          <a:xfrm>
            <a:off x="3104541" y="2723600"/>
            <a:ext cx="348874" cy="499637"/>
            <a:chOff x="2975703" y="3972781"/>
            <a:chExt cx="490091" cy="761263"/>
          </a:xfrm>
        </p:grpSpPr>
        <p:sp>
          <p:nvSpPr>
            <p:cNvPr id="423"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4" name="文本框 423"/>
            <p:cNvSpPr txBox="1"/>
            <p:nvPr/>
          </p:nvSpPr>
          <p:spPr>
            <a:xfrm>
              <a:off x="2977438" y="4080701"/>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甘肃</a:t>
              </a:r>
              <a:endParaRPr lang="en-US" altLang="zh-CN" sz="1000" dirty="0">
                <a:solidFill>
                  <a:schemeClr val="bg1"/>
                </a:solidFill>
                <a:latin typeface="微软雅黑" panose="020B0503020204020204" charset="-122"/>
                <a:ea typeface="微软雅黑" panose="020B0503020204020204" charset="-122"/>
              </a:endParaRPr>
            </a:p>
          </p:txBody>
        </p:sp>
        <p:sp>
          <p:nvSpPr>
            <p:cNvPr id="425" name="椭圆 424"/>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5" name="组合 314"/>
          <p:cNvGrpSpPr/>
          <p:nvPr/>
        </p:nvGrpSpPr>
        <p:grpSpPr>
          <a:xfrm>
            <a:off x="4015338" y="3861048"/>
            <a:ext cx="348875" cy="499637"/>
            <a:chOff x="2975703" y="3972781"/>
            <a:chExt cx="490091" cy="761263"/>
          </a:xfrm>
        </p:grpSpPr>
        <p:sp>
          <p:nvSpPr>
            <p:cNvPr id="420"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1" name="文本框 420"/>
            <p:cNvSpPr txBox="1"/>
            <p:nvPr/>
          </p:nvSpPr>
          <p:spPr>
            <a:xfrm>
              <a:off x="2977438" y="4051766"/>
              <a:ext cx="467941"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重庆</a:t>
              </a:r>
              <a:endParaRPr lang="en-US" altLang="zh-CN" sz="1000" dirty="0">
                <a:solidFill>
                  <a:schemeClr val="bg1"/>
                </a:solidFill>
                <a:latin typeface="微软雅黑" panose="020B0503020204020204" charset="-122"/>
                <a:ea typeface="微软雅黑" panose="020B0503020204020204" charset="-122"/>
              </a:endParaRPr>
            </a:p>
          </p:txBody>
        </p:sp>
        <p:sp>
          <p:nvSpPr>
            <p:cNvPr id="422" name="椭圆 421"/>
            <p:cNvSpPr/>
            <p:nvPr/>
          </p:nvSpPr>
          <p:spPr>
            <a:xfrm>
              <a:off x="3151080" y="4613473"/>
              <a:ext cx="120774" cy="120571"/>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6" name="组合 315"/>
          <p:cNvGrpSpPr/>
          <p:nvPr/>
        </p:nvGrpSpPr>
        <p:grpSpPr>
          <a:xfrm>
            <a:off x="3192615" y="3861048"/>
            <a:ext cx="348875" cy="499637"/>
            <a:chOff x="2975703" y="3972781"/>
            <a:chExt cx="490091" cy="761263"/>
          </a:xfrm>
        </p:grpSpPr>
        <p:sp>
          <p:nvSpPr>
            <p:cNvPr id="417"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8" name="文本框 417"/>
            <p:cNvSpPr txBox="1"/>
            <p:nvPr/>
          </p:nvSpPr>
          <p:spPr>
            <a:xfrm>
              <a:off x="2977438" y="4051766"/>
              <a:ext cx="467941"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四川</a:t>
              </a:r>
              <a:endParaRPr lang="en-US" altLang="zh-CN" sz="1000" dirty="0">
                <a:solidFill>
                  <a:schemeClr val="bg1"/>
                </a:solidFill>
                <a:latin typeface="微软雅黑" panose="020B0503020204020204" charset="-122"/>
                <a:ea typeface="微软雅黑" panose="020B0503020204020204" charset="-122"/>
              </a:endParaRPr>
            </a:p>
          </p:txBody>
        </p:sp>
        <p:sp>
          <p:nvSpPr>
            <p:cNvPr id="419" name="椭圆 418"/>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7" name="组合 316"/>
          <p:cNvGrpSpPr/>
          <p:nvPr/>
        </p:nvGrpSpPr>
        <p:grpSpPr>
          <a:xfrm>
            <a:off x="3018179" y="4754047"/>
            <a:ext cx="348874" cy="499637"/>
            <a:chOff x="2975703" y="3972781"/>
            <a:chExt cx="490091" cy="761263"/>
          </a:xfrm>
        </p:grpSpPr>
        <p:sp>
          <p:nvSpPr>
            <p:cNvPr id="414"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文本框 414"/>
            <p:cNvSpPr txBox="1"/>
            <p:nvPr/>
          </p:nvSpPr>
          <p:spPr>
            <a:xfrm>
              <a:off x="2977438"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云南</a:t>
              </a:r>
              <a:endParaRPr lang="en-US" altLang="zh-CN" sz="1000" dirty="0">
                <a:solidFill>
                  <a:schemeClr val="bg1"/>
                </a:solidFill>
                <a:latin typeface="微软雅黑" panose="020B0503020204020204" charset="-122"/>
                <a:ea typeface="微软雅黑" panose="020B0503020204020204" charset="-122"/>
              </a:endParaRPr>
            </a:p>
          </p:txBody>
        </p:sp>
        <p:sp>
          <p:nvSpPr>
            <p:cNvPr id="416" name="椭圆 415"/>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8" name="组合 317"/>
          <p:cNvGrpSpPr/>
          <p:nvPr/>
        </p:nvGrpSpPr>
        <p:grpSpPr>
          <a:xfrm>
            <a:off x="4182284" y="3247385"/>
            <a:ext cx="348873" cy="499637"/>
            <a:chOff x="2975703" y="3972781"/>
            <a:chExt cx="490091" cy="761263"/>
          </a:xfrm>
        </p:grpSpPr>
        <p:sp>
          <p:nvSpPr>
            <p:cNvPr id="411"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 name="文本框 411"/>
            <p:cNvSpPr txBox="1"/>
            <p:nvPr/>
          </p:nvSpPr>
          <p:spPr>
            <a:xfrm>
              <a:off x="2977438" y="4051766"/>
              <a:ext cx="467943"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陕西</a:t>
              </a:r>
              <a:endParaRPr lang="en-US" altLang="zh-CN" sz="1000" dirty="0">
                <a:solidFill>
                  <a:schemeClr val="bg1"/>
                </a:solidFill>
                <a:latin typeface="微软雅黑" panose="020B0503020204020204" charset="-122"/>
                <a:ea typeface="微软雅黑" panose="020B0503020204020204" charset="-122"/>
              </a:endParaRPr>
            </a:p>
          </p:txBody>
        </p:sp>
        <p:sp>
          <p:nvSpPr>
            <p:cNvPr id="413" name="椭圆 412"/>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9" name="组合 318"/>
          <p:cNvGrpSpPr/>
          <p:nvPr/>
        </p:nvGrpSpPr>
        <p:grpSpPr>
          <a:xfrm>
            <a:off x="3843649" y="4361708"/>
            <a:ext cx="348874" cy="499637"/>
            <a:chOff x="2975703" y="3972781"/>
            <a:chExt cx="490091" cy="761263"/>
          </a:xfrm>
        </p:grpSpPr>
        <p:sp>
          <p:nvSpPr>
            <p:cNvPr id="408"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文本框 408"/>
            <p:cNvSpPr txBox="1"/>
            <p:nvPr/>
          </p:nvSpPr>
          <p:spPr>
            <a:xfrm>
              <a:off x="2977436"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贵州</a:t>
              </a:r>
              <a:endParaRPr lang="en-US" altLang="zh-CN" sz="1000" dirty="0">
                <a:solidFill>
                  <a:schemeClr val="bg1"/>
                </a:solidFill>
                <a:latin typeface="微软雅黑" panose="020B0503020204020204" charset="-122"/>
                <a:ea typeface="微软雅黑" panose="020B0503020204020204" charset="-122"/>
              </a:endParaRPr>
            </a:p>
          </p:txBody>
        </p:sp>
        <p:sp>
          <p:nvSpPr>
            <p:cNvPr id="410" name="椭圆 409"/>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0" name="组合 319"/>
          <p:cNvGrpSpPr/>
          <p:nvPr/>
        </p:nvGrpSpPr>
        <p:grpSpPr>
          <a:xfrm>
            <a:off x="4179905" y="4910679"/>
            <a:ext cx="348873" cy="499637"/>
            <a:chOff x="2975703" y="3972781"/>
            <a:chExt cx="490091" cy="761263"/>
          </a:xfrm>
        </p:grpSpPr>
        <p:sp>
          <p:nvSpPr>
            <p:cNvPr id="405"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文本框 405"/>
            <p:cNvSpPr txBox="1"/>
            <p:nvPr/>
          </p:nvSpPr>
          <p:spPr>
            <a:xfrm>
              <a:off x="2977438" y="4051766"/>
              <a:ext cx="467943"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广西</a:t>
              </a:r>
              <a:endParaRPr lang="en-US" altLang="zh-CN" sz="1000" dirty="0">
                <a:solidFill>
                  <a:schemeClr val="bg1"/>
                </a:solidFill>
                <a:latin typeface="微软雅黑" panose="020B0503020204020204" charset="-122"/>
                <a:ea typeface="微软雅黑" panose="020B0503020204020204" charset="-122"/>
              </a:endParaRPr>
            </a:p>
          </p:txBody>
        </p:sp>
        <p:sp>
          <p:nvSpPr>
            <p:cNvPr id="407" name="椭圆 406"/>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1" name="组合 320"/>
          <p:cNvGrpSpPr/>
          <p:nvPr/>
        </p:nvGrpSpPr>
        <p:grpSpPr>
          <a:xfrm>
            <a:off x="4439816" y="5506213"/>
            <a:ext cx="348874" cy="499638"/>
            <a:chOff x="2975703" y="3972781"/>
            <a:chExt cx="490091" cy="761265"/>
          </a:xfrm>
        </p:grpSpPr>
        <p:sp>
          <p:nvSpPr>
            <p:cNvPr id="402"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文本框 402"/>
            <p:cNvSpPr txBox="1"/>
            <p:nvPr/>
          </p:nvSpPr>
          <p:spPr>
            <a:xfrm>
              <a:off x="2977437"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海南</a:t>
              </a:r>
              <a:endParaRPr lang="en-US" altLang="zh-CN" sz="1000" dirty="0">
                <a:solidFill>
                  <a:schemeClr val="bg1"/>
                </a:solidFill>
                <a:latin typeface="微软雅黑" panose="020B0503020204020204" charset="-122"/>
                <a:ea typeface="微软雅黑" panose="020B0503020204020204" charset="-122"/>
              </a:endParaRPr>
            </a:p>
          </p:txBody>
        </p:sp>
        <p:sp>
          <p:nvSpPr>
            <p:cNvPr id="404" name="椭圆 403"/>
            <p:cNvSpPr/>
            <p:nvPr/>
          </p:nvSpPr>
          <p:spPr>
            <a:xfrm>
              <a:off x="3151078" y="4613475"/>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2" name="组合 321"/>
          <p:cNvGrpSpPr/>
          <p:nvPr/>
        </p:nvGrpSpPr>
        <p:grpSpPr>
          <a:xfrm>
            <a:off x="4908480" y="4559654"/>
            <a:ext cx="352901" cy="499637"/>
            <a:chOff x="2975703" y="3972781"/>
            <a:chExt cx="495748" cy="761263"/>
          </a:xfrm>
        </p:grpSpPr>
        <p:sp>
          <p:nvSpPr>
            <p:cNvPr id="399"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0" name="文本框 399"/>
            <p:cNvSpPr txBox="1"/>
            <p:nvPr/>
          </p:nvSpPr>
          <p:spPr>
            <a:xfrm>
              <a:off x="3003319" y="4067755"/>
              <a:ext cx="468132" cy="421655"/>
            </a:xfrm>
            <a:prstGeom prst="rect">
              <a:avLst/>
            </a:prstGeom>
            <a:noFill/>
          </p:spPr>
          <p:txBody>
            <a:bodyPr wrap="none" rtlCol="0">
              <a:noAutofit/>
            </a:bodyPr>
            <a:lstStyle/>
            <a:p>
              <a:pPr algn="ctr"/>
              <a:r>
                <a:rPr lang="zh-CN" altLang="en-US" sz="1000" dirty="0">
                  <a:solidFill>
                    <a:schemeClr val="bg1"/>
                  </a:solidFill>
                  <a:latin typeface="微软雅黑" panose="020B0503020204020204" charset="-122"/>
                  <a:ea typeface="微软雅黑" panose="020B0503020204020204" charset="-122"/>
                </a:rPr>
                <a:t>广东</a:t>
              </a:r>
              <a:endParaRPr lang="en-US" altLang="zh-CN" sz="1000" dirty="0">
                <a:solidFill>
                  <a:schemeClr val="bg1"/>
                </a:solidFill>
                <a:latin typeface="微软雅黑" panose="020B0503020204020204" charset="-122"/>
                <a:ea typeface="微软雅黑" panose="020B0503020204020204" charset="-122"/>
              </a:endParaRPr>
            </a:p>
          </p:txBody>
        </p:sp>
        <p:sp>
          <p:nvSpPr>
            <p:cNvPr id="401" name="椭圆 400"/>
            <p:cNvSpPr/>
            <p:nvPr/>
          </p:nvSpPr>
          <p:spPr>
            <a:xfrm>
              <a:off x="3151080" y="4613473"/>
              <a:ext cx="120774" cy="120571"/>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3" name="组合 322"/>
          <p:cNvGrpSpPr/>
          <p:nvPr/>
        </p:nvGrpSpPr>
        <p:grpSpPr>
          <a:xfrm>
            <a:off x="5123757" y="4851735"/>
            <a:ext cx="348874" cy="499637"/>
            <a:chOff x="2975703" y="3972781"/>
            <a:chExt cx="490091" cy="761263"/>
          </a:xfrm>
        </p:grpSpPr>
        <p:sp>
          <p:nvSpPr>
            <p:cNvPr id="396"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文本框 396"/>
            <p:cNvSpPr txBox="1"/>
            <p:nvPr/>
          </p:nvSpPr>
          <p:spPr>
            <a:xfrm>
              <a:off x="2977437"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香港</a:t>
              </a:r>
              <a:endParaRPr lang="en-US" altLang="zh-CN" sz="1000" dirty="0">
                <a:solidFill>
                  <a:schemeClr val="bg1"/>
                </a:solidFill>
                <a:latin typeface="微软雅黑" panose="020B0503020204020204" charset="-122"/>
                <a:ea typeface="微软雅黑" panose="020B0503020204020204" charset="-122"/>
              </a:endParaRPr>
            </a:p>
          </p:txBody>
        </p:sp>
        <p:sp>
          <p:nvSpPr>
            <p:cNvPr id="398" name="椭圆 397"/>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4" name="组合 323"/>
          <p:cNvGrpSpPr/>
          <p:nvPr/>
        </p:nvGrpSpPr>
        <p:grpSpPr>
          <a:xfrm>
            <a:off x="4799856" y="4995157"/>
            <a:ext cx="348874" cy="499637"/>
            <a:chOff x="2975703" y="3972781"/>
            <a:chExt cx="490091" cy="761263"/>
          </a:xfrm>
        </p:grpSpPr>
        <p:sp>
          <p:nvSpPr>
            <p:cNvPr id="393"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4" name="文本框 393"/>
            <p:cNvSpPr txBox="1"/>
            <p:nvPr/>
          </p:nvSpPr>
          <p:spPr>
            <a:xfrm>
              <a:off x="2977436"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澳门</a:t>
              </a:r>
              <a:endParaRPr lang="en-US" altLang="zh-CN" sz="1000" dirty="0">
                <a:solidFill>
                  <a:schemeClr val="bg1"/>
                </a:solidFill>
                <a:latin typeface="微软雅黑" panose="020B0503020204020204" charset="-122"/>
                <a:ea typeface="微软雅黑" panose="020B0503020204020204" charset="-122"/>
              </a:endParaRPr>
            </a:p>
          </p:txBody>
        </p:sp>
        <p:sp>
          <p:nvSpPr>
            <p:cNvPr id="395" name="椭圆 394"/>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5" name="组合 324"/>
          <p:cNvGrpSpPr/>
          <p:nvPr/>
        </p:nvGrpSpPr>
        <p:grpSpPr>
          <a:xfrm>
            <a:off x="5494656" y="4504229"/>
            <a:ext cx="348874" cy="499637"/>
            <a:chOff x="2975703" y="3972781"/>
            <a:chExt cx="490091" cy="761263"/>
          </a:xfrm>
        </p:grpSpPr>
        <p:sp>
          <p:nvSpPr>
            <p:cNvPr id="390"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1" name="文本框 390"/>
            <p:cNvSpPr txBox="1"/>
            <p:nvPr/>
          </p:nvSpPr>
          <p:spPr>
            <a:xfrm>
              <a:off x="2977438"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福建</a:t>
              </a:r>
              <a:endParaRPr lang="en-US" altLang="zh-CN" sz="1000" dirty="0">
                <a:solidFill>
                  <a:schemeClr val="bg1"/>
                </a:solidFill>
                <a:latin typeface="微软雅黑" panose="020B0503020204020204" charset="-122"/>
                <a:ea typeface="微软雅黑" panose="020B0503020204020204" charset="-122"/>
              </a:endParaRPr>
            </a:p>
          </p:txBody>
        </p:sp>
        <p:sp>
          <p:nvSpPr>
            <p:cNvPr id="392" name="椭圆 391"/>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6" name="组合 325"/>
          <p:cNvGrpSpPr/>
          <p:nvPr/>
        </p:nvGrpSpPr>
        <p:grpSpPr>
          <a:xfrm>
            <a:off x="4583832" y="4221088"/>
            <a:ext cx="348874" cy="499637"/>
            <a:chOff x="2975703" y="3972781"/>
            <a:chExt cx="490091" cy="761263"/>
          </a:xfrm>
        </p:grpSpPr>
        <p:sp>
          <p:nvSpPr>
            <p:cNvPr id="387"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8" name="文本框 387"/>
            <p:cNvSpPr txBox="1"/>
            <p:nvPr/>
          </p:nvSpPr>
          <p:spPr>
            <a:xfrm>
              <a:off x="2977437"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湖南</a:t>
              </a:r>
              <a:endParaRPr lang="en-US" altLang="zh-CN" sz="1000" dirty="0">
                <a:solidFill>
                  <a:schemeClr val="bg1"/>
                </a:solidFill>
                <a:latin typeface="微软雅黑" panose="020B0503020204020204" charset="-122"/>
                <a:ea typeface="微软雅黑" panose="020B0503020204020204" charset="-122"/>
              </a:endParaRPr>
            </a:p>
          </p:txBody>
        </p:sp>
        <p:sp>
          <p:nvSpPr>
            <p:cNvPr id="389" name="椭圆 388"/>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7" name="组合 326"/>
          <p:cNvGrpSpPr/>
          <p:nvPr/>
        </p:nvGrpSpPr>
        <p:grpSpPr>
          <a:xfrm>
            <a:off x="4439816" y="3606526"/>
            <a:ext cx="348874" cy="499637"/>
            <a:chOff x="2975703" y="3972781"/>
            <a:chExt cx="490091" cy="761263"/>
          </a:xfrm>
        </p:grpSpPr>
        <p:sp>
          <p:nvSpPr>
            <p:cNvPr id="384"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5" name="文本框 384"/>
            <p:cNvSpPr txBox="1"/>
            <p:nvPr/>
          </p:nvSpPr>
          <p:spPr>
            <a:xfrm>
              <a:off x="2977436"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湖北</a:t>
              </a:r>
              <a:endParaRPr lang="en-US" altLang="zh-CN" sz="1000" dirty="0">
                <a:solidFill>
                  <a:schemeClr val="bg1"/>
                </a:solidFill>
                <a:latin typeface="微软雅黑" panose="020B0503020204020204" charset="-122"/>
                <a:ea typeface="微软雅黑" panose="020B0503020204020204" charset="-122"/>
              </a:endParaRPr>
            </a:p>
          </p:txBody>
        </p:sp>
        <p:sp>
          <p:nvSpPr>
            <p:cNvPr id="386" name="椭圆 385"/>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8" name="组合 327"/>
          <p:cNvGrpSpPr/>
          <p:nvPr/>
        </p:nvGrpSpPr>
        <p:grpSpPr>
          <a:xfrm>
            <a:off x="4727848" y="3339400"/>
            <a:ext cx="348874" cy="499637"/>
            <a:chOff x="2975703" y="3972781"/>
            <a:chExt cx="490091" cy="761263"/>
          </a:xfrm>
        </p:grpSpPr>
        <p:sp>
          <p:nvSpPr>
            <p:cNvPr id="381"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2" name="文本框 381"/>
            <p:cNvSpPr txBox="1"/>
            <p:nvPr/>
          </p:nvSpPr>
          <p:spPr>
            <a:xfrm>
              <a:off x="2977436"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河南</a:t>
              </a:r>
              <a:endParaRPr lang="en-US" altLang="zh-CN" sz="1000" dirty="0">
                <a:solidFill>
                  <a:schemeClr val="bg1"/>
                </a:solidFill>
                <a:latin typeface="微软雅黑" panose="020B0503020204020204" charset="-122"/>
                <a:ea typeface="微软雅黑" panose="020B0503020204020204" charset="-122"/>
              </a:endParaRPr>
            </a:p>
          </p:txBody>
        </p:sp>
        <p:sp>
          <p:nvSpPr>
            <p:cNvPr id="383" name="椭圆 382"/>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9" name="组合 328"/>
          <p:cNvGrpSpPr/>
          <p:nvPr/>
        </p:nvGrpSpPr>
        <p:grpSpPr>
          <a:xfrm>
            <a:off x="5231904" y="4077072"/>
            <a:ext cx="348874" cy="499637"/>
            <a:chOff x="2975703" y="3972781"/>
            <a:chExt cx="490091" cy="761263"/>
          </a:xfrm>
        </p:grpSpPr>
        <p:sp>
          <p:nvSpPr>
            <p:cNvPr id="378"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9" name="文本框 378"/>
            <p:cNvSpPr txBox="1"/>
            <p:nvPr/>
          </p:nvSpPr>
          <p:spPr>
            <a:xfrm>
              <a:off x="2977438"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江西</a:t>
              </a:r>
              <a:endParaRPr lang="en-US" altLang="zh-CN" sz="1000" dirty="0">
                <a:solidFill>
                  <a:schemeClr val="bg1"/>
                </a:solidFill>
                <a:latin typeface="微软雅黑" panose="020B0503020204020204" charset="-122"/>
                <a:ea typeface="微软雅黑" panose="020B0503020204020204" charset="-122"/>
              </a:endParaRPr>
            </a:p>
          </p:txBody>
        </p:sp>
        <p:sp>
          <p:nvSpPr>
            <p:cNvPr id="380" name="椭圆 379"/>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0" name="组合 329"/>
          <p:cNvGrpSpPr/>
          <p:nvPr/>
        </p:nvGrpSpPr>
        <p:grpSpPr>
          <a:xfrm>
            <a:off x="5652774" y="4005064"/>
            <a:ext cx="348874" cy="499637"/>
            <a:chOff x="2975703" y="3972781"/>
            <a:chExt cx="490091" cy="761263"/>
          </a:xfrm>
        </p:grpSpPr>
        <p:sp>
          <p:nvSpPr>
            <p:cNvPr id="375"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6" name="文本框 375"/>
            <p:cNvSpPr txBox="1"/>
            <p:nvPr/>
          </p:nvSpPr>
          <p:spPr>
            <a:xfrm>
              <a:off x="2977436"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浙江</a:t>
              </a:r>
              <a:endParaRPr lang="en-US" altLang="zh-CN" sz="1000" dirty="0">
                <a:solidFill>
                  <a:schemeClr val="bg1"/>
                </a:solidFill>
                <a:latin typeface="微软雅黑" panose="020B0503020204020204" charset="-122"/>
                <a:ea typeface="微软雅黑" panose="020B0503020204020204" charset="-122"/>
              </a:endParaRPr>
            </a:p>
          </p:txBody>
        </p:sp>
        <p:sp>
          <p:nvSpPr>
            <p:cNvPr id="377" name="椭圆 376"/>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1" name="组合 330"/>
          <p:cNvGrpSpPr/>
          <p:nvPr/>
        </p:nvGrpSpPr>
        <p:grpSpPr>
          <a:xfrm>
            <a:off x="5823799" y="3645024"/>
            <a:ext cx="348874" cy="499637"/>
            <a:chOff x="2975703" y="3972781"/>
            <a:chExt cx="490091" cy="761263"/>
          </a:xfrm>
        </p:grpSpPr>
        <p:sp>
          <p:nvSpPr>
            <p:cNvPr id="372"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文本框 372"/>
            <p:cNvSpPr txBox="1"/>
            <p:nvPr/>
          </p:nvSpPr>
          <p:spPr>
            <a:xfrm>
              <a:off x="2977437"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上海</a:t>
              </a:r>
              <a:endParaRPr lang="en-US" altLang="zh-CN" sz="1000" dirty="0">
                <a:solidFill>
                  <a:schemeClr val="bg1"/>
                </a:solidFill>
                <a:latin typeface="微软雅黑" panose="020B0503020204020204" charset="-122"/>
                <a:ea typeface="微软雅黑" panose="020B0503020204020204" charset="-122"/>
              </a:endParaRPr>
            </a:p>
          </p:txBody>
        </p:sp>
        <p:sp>
          <p:nvSpPr>
            <p:cNvPr id="374" name="椭圆 373"/>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2" name="组合 331"/>
          <p:cNvGrpSpPr/>
          <p:nvPr/>
        </p:nvGrpSpPr>
        <p:grpSpPr>
          <a:xfrm>
            <a:off x="5591944" y="3406775"/>
            <a:ext cx="348874" cy="499637"/>
            <a:chOff x="2975703" y="3972781"/>
            <a:chExt cx="490091" cy="761263"/>
          </a:xfrm>
        </p:grpSpPr>
        <p:sp>
          <p:nvSpPr>
            <p:cNvPr id="369"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0" name="文本框 369"/>
            <p:cNvSpPr txBox="1"/>
            <p:nvPr/>
          </p:nvSpPr>
          <p:spPr>
            <a:xfrm>
              <a:off x="2977437" y="4051766"/>
              <a:ext cx="467941"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江苏</a:t>
              </a:r>
              <a:endParaRPr lang="en-US" altLang="zh-CN" sz="1000" dirty="0">
                <a:solidFill>
                  <a:schemeClr val="bg1"/>
                </a:solidFill>
                <a:latin typeface="微软雅黑" panose="020B0503020204020204" charset="-122"/>
                <a:ea typeface="微软雅黑" panose="020B0503020204020204" charset="-122"/>
              </a:endParaRPr>
            </a:p>
          </p:txBody>
        </p:sp>
        <p:sp>
          <p:nvSpPr>
            <p:cNvPr id="371" name="椭圆 370"/>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3" name="组合 332"/>
          <p:cNvGrpSpPr/>
          <p:nvPr/>
        </p:nvGrpSpPr>
        <p:grpSpPr>
          <a:xfrm>
            <a:off x="5283460" y="3545517"/>
            <a:ext cx="348874" cy="499637"/>
            <a:chOff x="2975703" y="3972781"/>
            <a:chExt cx="490091" cy="761263"/>
          </a:xfrm>
        </p:grpSpPr>
        <p:sp>
          <p:nvSpPr>
            <p:cNvPr id="366"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7" name="文本框 366"/>
            <p:cNvSpPr txBox="1"/>
            <p:nvPr/>
          </p:nvSpPr>
          <p:spPr>
            <a:xfrm>
              <a:off x="2977437" y="405176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安徽</a:t>
              </a:r>
              <a:endParaRPr lang="en-US" altLang="zh-CN" sz="1000" dirty="0">
                <a:solidFill>
                  <a:schemeClr val="bg1"/>
                </a:solidFill>
                <a:latin typeface="微软雅黑" panose="020B0503020204020204" charset="-122"/>
                <a:ea typeface="微软雅黑" panose="020B0503020204020204" charset="-122"/>
              </a:endParaRPr>
            </a:p>
          </p:txBody>
        </p:sp>
        <p:sp>
          <p:nvSpPr>
            <p:cNvPr id="368" name="椭圆 367"/>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4" name="组合 333"/>
          <p:cNvGrpSpPr/>
          <p:nvPr/>
        </p:nvGrpSpPr>
        <p:grpSpPr>
          <a:xfrm>
            <a:off x="5283460" y="3045763"/>
            <a:ext cx="348873" cy="499637"/>
            <a:chOff x="2975703" y="3972781"/>
            <a:chExt cx="490091" cy="761263"/>
          </a:xfrm>
        </p:grpSpPr>
        <p:sp>
          <p:nvSpPr>
            <p:cNvPr id="363"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4" name="文本框 363"/>
            <p:cNvSpPr txBox="1"/>
            <p:nvPr/>
          </p:nvSpPr>
          <p:spPr>
            <a:xfrm>
              <a:off x="2996298" y="4016740"/>
              <a:ext cx="467943"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山东</a:t>
              </a:r>
              <a:endParaRPr lang="en-US" altLang="zh-CN" sz="1000" dirty="0">
                <a:solidFill>
                  <a:schemeClr val="bg1"/>
                </a:solidFill>
                <a:latin typeface="微软雅黑" panose="020B0503020204020204" charset="-122"/>
                <a:ea typeface="微软雅黑" panose="020B0503020204020204" charset="-122"/>
              </a:endParaRPr>
            </a:p>
          </p:txBody>
        </p:sp>
        <p:sp>
          <p:nvSpPr>
            <p:cNvPr id="365" name="椭圆 364"/>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5" name="组合 334"/>
          <p:cNvGrpSpPr/>
          <p:nvPr/>
        </p:nvGrpSpPr>
        <p:grpSpPr>
          <a:xfrm>
            <a:off x="4799856" y="2895153"/>
            <a:ext cx="348873" cy="499637"/>
            <a:chOff x="2975703" y="3972781"/>
            <a:chExt cx="490091" cy="761263"/>
          </a:xfrm>
        </p:grpSpPr>
        <p:sp>
          <p:nvSpPr>
            <p:cNvPr id="360"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1" name="文本框 360"/>
            <p:cNvSpPr txBox="1"/>
            <p:nvPr/>
          </p:nvSpPr>
          <p:spPr>
            <a:xfrm>
              <a:off x="2977438" y="4051766"/>
              <a:ext cx="467943"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河北</a:t>
              </a:r>
              <a:endParaRPr lang="en-US" altLang="zh-CN" sz="1000" dirty="0">
                <a:solidFill>
                  <a:schemeClr val="bg1"/>
                </a:solidFill>
                <a:latin typeface="微软雅黑" panose="020B0503020204020204" charset="-122"/>
                <a:ea typeface="微软雅黑" panose="020B0503020204020204" charset="-122"/>
              </a:endParaRPr>
            </a:p>
          </p:txBody>
        </p:sp>
        <p:sp>
          <p:nvSpPr>
            <p:cNvPr id="362" name="椭圆 361"/>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6" name="组合 335"/>
          <p:cNvGrpSpPr/>
          <p:nvPr/>
        </p:nvGrpSpPr>
        <p:grpSpPr>
          <a:xfrm>
            <a:off x="4943872" y="2522083"/>
            <a:ext cx="348873" cy="499637"/>
            <a:chOff x="2975703" y="3972781"/>
            <a:chExt cx="490091" cy="761263"/>
          </a:xfrm>
        </p:grpSpPr>
        <p:sp>
          <p:nvSpPr>
            <p:cNvPr id="357"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8" name="文本框 357"/>
            <p:cNvSpPr txBox="1"/>
            <p:nvPr/>
          </p:nvSpPr>
          <p:spPr>
            <a:xfrm>
              <a:off x="2977440" y="4051766"/>
              <a:ext cx="467943"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北京</a:t>
              </a:r>
              <a:endParaRPr lang="en-US" altLang="zh-CN" sz="1000" dirty="0">
                <a:solidFill>
                  <a:schemeClr val="bg1"/>
                </a:solidFill>
                <a:latin typeface="微软雅黑" panose="020B0503020204020204" charset="-122"/>
                <a:ea typeface="微软雅黑" panose="020B0503020204020204" charset="-122"/>
              </a:endParaRPr>
            </a:p>
          </p:txBody>
        </p:sp>
        <p:sp>
          <p:nvSpPr>
            <p:cNvPr id="359" name="椭圆 358"/>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7" name="组合 336"/>
          <p:cNvGrpSpPr/>
          <p:nvPr/>
        </p:nvGrpSpPr>
        <p:grpSpPr>
          <a:xfrm>
            <a:off x="5457897" y="2360613"/>
            <a:ext cx="348873" cy="499637"/>
            <a:chOff x="2975703" y="3972781"/>
            <a:chExt cx="490091" cy="761263"/>
          </a:xfrm>
        </p:grpSpPr>
        <p:sp>
          <p:nvSpPr>
            <p:cNvPr id="354"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5" name="文本框 354"/>
            <p:cNvSpPr txBox="1"/>
            <p:nvPr/>
          </p:nvSpPr>
          <p:spPr>
            <a:xfrm>
              <a:off x="2977439" y="4051766"/>
              <a:ext cx="467943"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辽宁</a:t>
              </a:r>
              <a:endParaRPr lang="en-US" altLang="zh-CN" sz="1000" dirty="0">
                <a:solidFill>
                  <a:schemeClr val="bg1"/>
                </a:solidFill>
                <a:latin typeface="微软雅黑" panose="020B0503020204020204" charset="-122"/>
                <a:ea typeface="微软雅黑" panose="020B0503020204020204" charset="-122"/>
              </a:endParaRPr>
            </a:p>
          </p:txBody>
        </p:sp>
        <p:sp>
          <p:nvSpPr>
            <p:cNvPr id="356" name="椭圆 355"/>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8" name="组合 337"/>
          <p:cNvGrpSpPr/>
          <p:nvPr/>
        </p:nvGrpSpPr>
        <p:grpSpPr>
          <a:xfrm>
            <a:off x="5649363" y="1988840"/>
            <a:ext cx="348873" cy="499637"/>
            <a:chOff x="2975703" y="3972781"/>
            <a:chExt cx="490091" cy="761263"/>
          </a:xfrm>
        </p:grpSpPr>
        <p:sp>
          <p:nvSpPr>
            <p:cNvPr id="351"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2" name="文本框 351"/>
            <p:cNvSpPr txBox="1"/>
            <p:nvPr/>
          </p:nvSpPr>
          <p:spPr>
            <a:xfrm>
              <a:off x="2977439" y="4051766"/>
              <a:ext cx="467943"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吉林</a:t>
              </a:r>
              <a:endParaRPr lang="en-US" altLang="zh-CN" sz="1000" dirty="0">
                <a:solidFill>
                  <a:schemeClr val="bg1"/>
                </a:solidFill>
                <a:latin typeface="微软雅黑" panose="020B0503020204020204" charset="-122"/>
                <a:ea typeface="微软雅黑" panose="020B0503020204020204" charset="-122"/>
              </a:endParaRPr>
            </a:p>
          </p:txBody>
        </p:sp>
        <p:sp>
          <p:nvSpPr>
            <p:cNvPr id="353" name="椭圆 352"/>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9" name="组合 338"/>
          <p:cNvGrpSpPr/>
          <p:nvPr/>
        </p:nvGrpSpPr>
        <p:grpSpPr>
          <a:xfrm>
            <a:off x="6002070" y="1772816"/>
            <a:ext cx="453970" cy="499637"/>
            <a:chOff x="2914812" y="3972781"/>
            <a:chExt cx="637730" cy="761263"/>
          </a:xfrm>
        </p:grpSpPr>
        <p:sp>
          <p:nvSpPr>
            <p:cNvPr id="348"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9" name="文本框 348"/>
            <p:cNvSpPr txBox="1"/>
            <p:nvPr/>
          </p:nvSpPr>
          <p:spPr>
            <a:xfrm>
              <a:off x="2914812" y="4106826"/>
              <a:ext cx="637730" cy="304810"/>
            </a:xfrm>
            <a:prstGeom prst="rect">
              <a:avLst/>
            </a:prstGeom>
            <a:noFill/>
          </p:spPr>
          <p:txBody>
            <a:bodyPr wrap="none" rtlCol="0">
              <a:spAutoFit/>
            </a:bodyPr>
            <a:lstStyle/>
            <a:p>
              <a:pPr algn="ctr"/>
              <a:r>
                <a:rPr lang="zh-CN" altLang="en-US" sz="700" dirty="0">
                  <a:solidFill>
                    <a:schemeClr val="bg1"/>
                  </a:solidFill>
                  <a:latin typeface="微软雅黑" panose="020B0503020204020204" charset="-122"/>
                  <a:ea typeface="微软雅黑" panose="020B0503020204020204" charset="-122"/>
                </a:rPr>
                <a:t>黑龙江</a:t>
              </a:r>
              <a:endParaRPr lang="en-US" altLang="zh-CN" sz="1000" dirty="0">
                <a:solidFill>
                  <a:schemeClr val="bg1"/>
                </a:solidFill>
                <a:latin typeface="微软雅黑" panose="020B0503020204020204" charset="-122"/>
                <a:ea typeface="微软雅黑" panose="020B0503020204020204" charset="-122"/>
              </a:endParaRPr>
            </a:p>
          </p:txBody>
        </p:sp>
        <p:sp>
          <p:nvSpPr>
            <p:cNvPr id="350" name="椭圆 349"/>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0" name="组合 339"/>
          <p:cNvGrpSpPr/>
          <p:nvPr/>
        </p:nvGrpSpPr>
        <p:grpSpPr>
          <a:xfrm>
            <a:off x="4345886" y="2358605"/>
            <a:ext cx="453970" cy="499637"/>
            <a:chOff x="2908260" y="3972781"/>
            <a:chExt cx="637727" cy="761263"/>
          </a:xfrm>
        </p:grpSpPr>
        <p:sp>
          <p:nvSpPr>
            <p:cNvPr id="345"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6" name="文本框 345"/>
            <p:cNvSpPr txBox="1"/>
            <p:nvPr/>
          </p:nvSpPr>
          <p:spPr>
            <a:xfrm>
              <a:off x="2908260" y="4092008"/>
              <a:ext cx="637727" cy="304810"/>
            </a:xfrm>
            <a:prstGeom prst="rect">
              <a:avLst/>
            </a:prstGeom>
            <a:noFill/>
          </p:spPr>
          <p:txBody>
            <a:bodyPr wrap="none" rtlCol="0">
              <a:spAutoFit/>
            </a:bodyPr>
            <a:lstStyle/>
            <a:p>
              <a:pPr algn="ctr"/>
              <a:r>
                <a:rPr lang="zh-CN" altLang="en-US" sz="700" dirty="0">
                  <a:solidFill>
                    <a:schemeClr val="bg1"/>
                  </a:solidFill>
                  <a:latin typeface="微软雅黑" panose="020B0503020204020204" charset="-122"/>
                  <a:ea typeface="微软雅黑" panose="020B0503020204020204" charset="-122"/>
                </a:rPr>
                <a:t>内蒙古</a:t>
              </a:r>
              <a:endParaRPr lang="en-US" altLang="zh-CN" sz="700" dirty="0">
                <a:solidFill>
                  <a:schemeClr val="bg1"/>
                </a:solidFill>
                <a:latin typeface="微软雅黑" panose="020B0503020204020204" charset="-122"/>
                <a:ea typeface="微软雅黑" panose="020B0503020204020204" charset="-122"/>
              </a:endParaRPr>
            </a:p>
          </p:txBody>
        </p:sp>
        <p:sp>
          <p:nvSpPr>
            <p:cNvPr id="347" name="椭圆 346"/>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1" name="组合 340"/>
          <p:cNvGrpSpPr/>
          <p:nvPr/>
        </p:nvGrpSpPr>
        <p:grpSpPr>
          <a:xfrm>
            <a:off x="3761726" y="2929363"/>
            <a:ext cx="348873" cy="499637"/>
            <a:chOff x="2975703" y="3972781"/>
            <a:chExt cx="490091" cy="761263"/>
          </a:xfrm>
        </p:grpSpPr>
        <p:sp>
          <p:nvSpPr>
            <p:cNvPr id="342" name="泪滴形 41"/>
            <p:cNvSpPr/>
            <p:nvPr/>
          </p:nvSpPr>
          <p:spPr>
            <a:xfrm rot="8153283">
              <a:off x="2975703" y="3972781"/>
              <a:ext cx="490091" cy="490091"/>
            </a:xfrm>
            <a:prstGeom prst="teardrop">
              <a:avLst>
                <a:gd name="adj" fmla="val 118585"/>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3" name="文本框 342"/>
            <p:cNvSpPr txBox="1"/>
            <p:nvPr/>
          </p:nvSpPr>
          <p:spPr>
            <a:xfrm>
              <a:off x="2977437" y="4073426"/>
              <a:ext cx="467942" cy="261177"/>
            </a:xfrm>
            <a:prstGeom prst="rect">
              <a:avLst/>
            </a:prstGeom>
            <a:noFill/>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rPr>
                <a:t>宁夏</a:t>
              </a:r>
              <a:endParaRPr lang="en-US" altLang="zh-CN" sz="1000" dirty="0">
                <a:solidFill>
                  <a:schemeClr val="bg1"/>
                </a:solidFill>
                <a:latin typeface="微软雅黑" panose="020B0503020204020204" charset="-122"/>
                <a:ea typeface="微软雅黑" panose="020B0503020204020204" charset="-122"/>
              </a:endParaRPr>
            </a:p>
          </p:txBody>
        </p:sp>
        <p:sp>
          <p:nvSpPr>
            <p:cNvPr id="344" name="椭圆 343"/>
            <p:cNvSpPr/>
            <p:nvPr/>
          </p:nvSpPr>
          <p:spPr>
            <a:xfrm>
              <a:off x="3151080" y="4613473"/>
              <a:ext cx="120774" cy="12057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a:stretch>
            <a:fillRect/>
          </a:stretch>
        </p:blipFill>
        <p:spPr>
          <a:xfrm>
            <a:off x="0" y="-5244"/>
            <a:ext cx="12192000" cy="6813550"/>
          </a:xfrm>
          <a:prstGeom prst="rect">
            <a:avLst/>
          </a:prstGeom>
        </p:spPr>
      </p:pic>
      <p:sp>
        <p:nvSpPr>
          <p:cNvPr id="10" name="矩形 9"/>
          <p:cNvSpPr/>
          <p:nvPr/>
        </p:nvSpPr>
        <p:spPr>
          <a:xfrm>
            <a:off x="30433" y="-5244"/>
            <a:ext cx="12192000" cy="6808306"/>
          </a:xfrm>
          <a:prstGeom prst="rect">
            <a:avLst/>
          </a:prstGeom>
          <a:solidFill>
            <a:srgbClr val="56728B">
              <a:alpha val="6233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 name="图片 1"/>
          <p:cNvPicPr>
            <a:picLocks noChangeAspect="1"/>
          </p:cNvPicPr>
          <p:nvPr/>
        </p:nvPicPr>
        <p:blipFill>
          <a:blip r:embed="rId3" cstate="email"/>
          <a:stretch>
            <a:fillRect/>
          </a:stretch>
        </p:blipFill>
        <p:spPr>
          <a:xfrm>
            <a:off x="409925" y="395613"/>
            <a:ext cx="368828" cy="458763"/>
          </a:xfrm>
          <a:prstGeom prst="rect">
            <a:avLst/>
          </a:prstGeom>
        </p:spPr>
      </p:pic>
      <p:sp>
        <p:nvSpPr>
          <p:cNvPr id="3" name="文本框 2"/>
          <p:cNvSpPr txBox="1"/>
          <p:nvPr/>
        </p:nvSpPr>
        <p:spPr>
          <a:xfrm>
            <a:off x="811569" y="387983"/>
            <a:ext cx="5830572" cy="461665"/>
          </a:xfrm>
          <a:prstGeom prst="rect">
            <a:avLst/>
          </a:prstGeom>
          <a:noFill/>
        </p:spPr>
        <p:txBody>
          <a:bodyPr wrap="square" rtlCol="0">
            <a:spAutoFit/>
          </a:bodyPr>
          <a:lstStyle/>
          <a:p>
            <a:r>
              <a:rPr lang="zh-CN" altLang="en-US" sz="2400" b="1" dirty="0">
                <a:solidFill>
                  <a:srgbClr val="DBB33C"/>
                </a:solidFill>
                <a:latin typeface="微软雅黑" panose="020B0503020204020204" charset="-122"/>
                <a:ea typeface="微软雅黑" panose="020B0503020204020204" charset="-122"/>
                <a:cs typeface="+mn-ea"/>
                <a:sym typeface="+mn-lt"/>
              </a:rPr>
              <a:t>全球业务布局 </a:t>
            </a:r>
            <a:r>
              <a:rPr lang="en-GB" altLang="zh-CN" sz="2400" b="1" dirty="0">
                <a:solidFill>
                  <a:srgbClr val="DBB33C"/>
                </a:solidFill>
                <a:latin typeface="微软雅黑" panose="020B0503020204020204" charset="-122"/>
                <a:ea typeface="微软雅黑" panose="020B0503020204020204" charset="-122"/>
                <a:cs typeface="+mn-ea"/>
                <a:sym typeface="+mn-lt"/>
              </a:rPr>
              <a:t>Global Hotel Layout</a:t>
            </a:r>
          </a:p>
        </p:txBody>
      </p:sp>
      <p:sp>
        <p:nvSpPr>
          <p:cNvPr id="9" name="object 3"/>
          <p:cNvSpPr txBox="1"/>
          <p:nvPr/>
        </p:nvSpPr>
        <p:spPr>
          <a:xfrm>
            <a:off x="6888480" y="1628775"/>
            <a:ext cx="4814570" cy="3931920"/>
          </a:xfrm>
          <a:prstGeom prst="rect">
            <a:avLst/>
          </a:prstGeom>
          <a:effectLst>
            <a:outerShdw blurRad="50800" dist="49180" dir="5400000" algn="ctr" rotWithShape="0">
              <a:srgbClr val="000000">
                <a:alpha val="29225"/>
              </a:srgbClr>
            </a:outerShdw>
          </a:effectLst>
        </p:spPr>
        <p:txBody>
          <a:bodyPr vert="horz" wrap="square" lIns="0" tIns="85345" rIns="0" bIns="0" rtlCol="0">
            <a:spAutoFit/>
          </a:bodyPr>
          <a:lstStyle/>
          <a:p>
            <a:pPr marL="290195" indent="-290195" algn="just" defTabSz="914400" fontAlgn="auto">
              <a:lnSpc>
                <a:spcPts val="5000"/>
              </a:lnSpc>
              <a:spcBef>
                <a:spcPts val="0"/>
              </a:spcBef>
              <a:spcAft>
                <a:spcPts val="0"/>
              </a:spcAft>
              <a:buClr>
                <a:srgbClr val="DBB33C"/>
              </a:buClr>
              <a:buSzTx/>
              <a:buFont typeface="Wingdings" panose="05000000000000000000" charset="0"/>
              <a:buChar char="l"/>
            </a:pPr>
            <a:r>
              <a:rPr lang="zh-CN" altLang="en-US" sz="1600" b="1" spc="60" dirty="0">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海外管理酒店</a:t>
            </a:r>
            <a:r>
              <a:rPr lang="en-US" altLang="zh-CN" sz="2800" b="1" spc="60" dirty="0">
                <a:ln w="3175">
                  <a:noFill/>
                  <a:prstDash val="dash"/>
                </a:ln>
                <a:solidFill>
                  <a:srgbClr val="DBB33C"/>
                </a:solidFill>
                <a:latin typeface="微软雅黑" panose="020B0503020204020204" charset="-122"/>
                <a:ea typeface="微软雅黑" panose="020B0503020204020204" charset="-122"/>
              </a:rPr>
              <a:t>70+</a:t>
            </a:r>
            <a:r>
              <a:rPr lang="zh-CN" altLang="en-US" sz="1600" b="1" spc="60" dirty="0">
                <a:ln w="3175">
                  <a:noFill/>
                  <a:prstDash val="dash"/>
                </a:ln>
                <a:solidFill>
                  <a:srgbClr val="DBB33C"/>
                </a:solidFill>
                <a:latin typeface="微软雅黑" panose="020B0503020204020204" charset="-122"/>
                <a:ea typeface="微软雅黑" panose="020B0503020204020204" charset="-122"/>
              </a:rPr>
              <a:t>家</a:t>
            </a:r>
            <a:endParaRPr lang="en-US" altLang="zh-CN" sz="1600" b="1" spc="60" dirty="0">
              <a:ln w="3175">
                <a:noFill/>
                <a:prstDash val="dash"/>
              </a:ln>
              <a:solidFill>
                <a:srgbClr val="DBB33C"/>
              </a:solidFill>
              <a:latin typeface="微软雅黑" panose="020B0503020204020204" charset="-122"/>
              <a:ea typeface="微软雅黑" panose="020B0503020204020204" charset="-122"/>
            </a:endParaRPr>
          </a:p>
          <a:p>
            <a:pPr marL="290195" indent="-290195" algn="just" fontAlgn="auto">
              <a:lnSpc>
                <a:spcPts val="5000"/>
              </a:lnSpc>
              <a:spcBef>
                <a:spcPts val="0"/>
              </a:spcBef>
              <a:spcAft>
                <a:spcPts val="0"/>
              </a:spcAft>
              <a:buClr>
                <a:srgbClr val="DBB33C"/>
              </a:buClr>
              <a:buFont typeface="Wingdings" panose="05000000000000000000" charset="0"/>
              <a:buChar char="l"/>
            </a:pPr>
            <a:r>
              <a:rPr lang="en-US" altLang="zh-CN" sz="1600" b="1" spc="60" dirty="0" err="1">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全资拥有英国KG</a:t>
            </a:r>
            <a:r>
              <a:rPr lang="zh-CN" altLang="en-US" sz="1600" b="1" spc="60" dirty="0">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a:t>
            </a:r>
            <a:r>
              <a:rPr lang="en-US" altLang="zh-CN" sz="1600" b="1" spc="60" dirty="0">
                <a:ln w="3175">
                  <a:noFill/>
                  <a:prstDash val="dash"/>
                </a:ln>
                <a:solidFill>
                  <a:srgbClr val="DBB33C"/>
                </a:solidFill>
                <a:latin typeface="微软雅黑" panose="020B0503020204020204" charset="-122"/>
                <a:ea typeface="微软雅黑" panose="020B0503020204020204" charset="-122"/>
                <a:cs typeface="微软雅黑" panose="020B0503020204020204" charset="-122"/>
              </a:rPr>
              <a:t>英国最大</a:t>
            </a:r>
            <a:r>
              <a:rPr lang="en-US" altLang="zh-CN" sz="1600" b="1" spc="60" dirty="0" err="1">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酒店管理集团</a:t>
            </a:r>
            <a:r>
              <a:rPr lang="zh-CN" altLang="en-US" sz="1600" b="1" spc="60" dirty="0">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之一）</a:t>
            </a:r>
          </a:p>
          <a:p>
            <a:pPr marL="290195" indent="-290195" algn="just" fontAlgn="auto">
              <a:lnSpc>
                <a:spcPts val="5000"/>
              </a:lnSpc>
              <a:spcBef>
                <a:spcPts val="0"/>
              </a:spcBef>
              <a:spcAft>
                <a:spcPts val="0"/>
              </a:spcAft>
              <a:buClr>
                <a:srgbClr val="DBB33C"/>
              </a:buClr>
              <a:buFont typeface="Wingdings" panose="05000000000000000000" charset="0"/>
              <a:buChar char="l"/>
            </a:pPr>
            <a:r>
              <a:rPr lang="en-US" sz="1600" b="1" spc="60" dirty="0">
                <a:ln w="3175">
                  <a:noFill/>
                  <a:prstDash val="dash"/>
                </a:ln>
                <a:solidFill>
                  <a:srgbClr val="DBB33C"/>
                </a:solidFill>
                <a:effectLst/>
                <a:uFillTx/>
                <a:latin typeface="微软雅黑" panose="020B0503020204020204" charset="-122"/>
                <a:ea typeface="微软雅黑" panose="020B0503020204020204" charset="-122"/>
                <a:cs typeface="微软雅黑" panose="020B0503020204020204" charset="-122"/>
              </a:rPr>
              <a:t>在英国本土自有及管理酒店</a:t>
            </a:r>
            <a:r>
              <a:rPr lang="en-US" altLang="zh-CN" sz="2800" b="1" spc="60" dirty="0">
                <a:ln w="3175">
                  <a:noFill/>
                  <a:prstDash val="dash"/>
                </a:ln>
                <a:solidFill>
                  <a:srgbClr val="DBB33C"/>
                </a:solidFill>
                <a:latin typeface="微软雅黑" panose="020B0503020204020204" charset="-122"/>
                <a:ea typeface="微软雅黑" panose="020B0503020204020204" charset="-122"/>
                <a:cs typeface="微软雅黑" panose="020B0503020204020204" charset="-122"/>
              </a:rPr>
              <a:t>40+</a:t>
            </a:r>
            <a:r>
              <a:rPr lang="en-US" sz="1600" b="1" spc="60" dirty="0">
                <a:ln w="3175">
                  <a:noFill/>
                  <a:prstDash val="dash"/>
                </a:ln>
                <a:solidFill>
                  <a:srgbClr val="DBB33C"/>
                </a:solidFill>
                <a:latin typeface="微软雅黑" panose="020B0503020204020204" charset="-122"/>
                <a:ea typeface="微软雅黑" panose="020B0503020204020204" charset="-122"/>
              </a:rPr>
              <a:t>家</a:t>
            </a:r>
          </a:p>
          <a:p>
            <a:pPr marL="290195" indent="-290195" algn="just" fontAlgn="auto">
              <a:lnSpc>
                <a:spcPts val="5000"/>
              </a:lnSpc>
              <a:spcBef>
                <a:spcPts val="0"/>
              </a:spcBef>
              <a:spcAft>
                <a:spcPts val="0"/>
              </a:spcAft>
              <a:buClr>
                <a:srgbClr val="DBB33C"/>
              </a:buClr>
              <a:buFont typeface="Wingdings" panose="05000000000000000000" charset="0"/>
              <a:buChar char="l"/>
            </a:pPr>
            <a:r>
              <a:rPr lang="zh-CN" altLang="en-US" sz="1600" b="1" spc="60" dirty="0" err="1">
                <a:ln w="3175">
                  <a:noFill/>
                  <a:prstDash val="dash"/>
                </a:ln>
                <a:solidFill>
                  <a:srgbClr val="DBB33C"/>
                </a:solidFill>
                <a:latin typeface="微软雅黑" panose="020B0503020204020204" charset="-122"/>
                <a:ea typeface="微软雅黑" panose="020B0503020204020204" charset="-122"/>
                <a:sym typeface="+mn-ea"/>
              </a:rPr>
              <a:t>控股</a:t>
            </a:r>
            <a:r>
              <a:rPr lang="en-US" altLang="zh-CN" sz="1600" b="1" spc="60" dirty="0" err="1">
                <a:ln w="3175">
                  <a:noFill/>
                  <a:prstDash val="dash"/>
                </a:ln>
                <a:solidFill>
                  <a:srgbClr val="DBB33C"/>
                </a:solidFill>
                <a:latin typeface="微软雅黑" panose="020B0503020204020204" charset="-122"/>
                <a:ea typeface="微软雅黑" panose="020B0503020204020204" charset="-122"/>
                <a:sym typeface="+mn-ea"/>
              </a:rPr>
              <a:t>雅阁酒店集团</a:t>
            </a:r>
            <a:endParaRPr lang="en-US" sz="1600" b="1" spc="60" dirty="0">
              <a:ln w="3175">
                <a:noFill/>
                <a:prstDash val="dash"/>
              </a:ln>
              <a:solidFill>
                <a:srgbClr val="DBB33C"/>
              </a:solidFill>
              <a:latin typeface="微软雅黑" panose="020B0503020204020204" charset="-122"/>
              <a:ea typeface="微软雅黑" panose="020B0503020204020204" charset="-122"/>
            </a:endParaRPr>
          </a:p>
          <a:p>
            <a:pPr marL="290195" indent="-290195" algn="just" defTabSz="914400" fontAlgn="auto">
              <a:lnSpc>
                <a:spcPts val="5000"/>
              </a:lnSpc>
              <a:spcBef>
                <a:spcPts val="0"/>
              </a:spcBef>
              <a:spcAft>
                <a:spcPts val="0"/>
              </a:spcAft>
              <a:buClr>
                <a:srgbClr val="DBB33C"/>
              </a:buClr>
              <a:buSzTx/>
              <a:buFont typeface="Wingdings" panose="05000000000000000000" charset="0"/>
              <a:buChar char="l"/>
            </a:pPr>
            <a:r>
              <a:rPr lang="en-US" sz="1600" b="1" spc="60" dirty="0" err="1">
                <a:ln w="3175">
                  <a:noFill/>
                  <a:prstDash val="dash"/>
                </a:ln>
                <a:solidFill>
                  <a:srgbClr val="DBB33C"/>
                </a:solidFill>
                <a:latin typeface="微软雅黑" panose="020B0503020204020204" charset="-122"/>
                <a:ea typeface="微软雅黑" panose="020B0503020204020204" charset="-122"/>
              </a:rPr>
              <a:t>深入布局泰国</a:t>
            </a:r>
            <a:r>
              <a:rPr lang="zh-CN" altLang="en-US" sz="1600" b="1" spc="60" dirty="0">
                <a:ln w="3175">
                  <a:noFill/>
                  <a:prstDash val="dash"/>
                </a:ln>
                <a:solidFill>
                  <a:srgbClr val="DBB33C"/>
                </a:solidFill>
                <a:latin typeface="微软雅黑" panose="020B0503020204020204" charset="-122"/>
                <a:ea typeface="微软雅黑" panose="020B0503020204020204" charset="-122"/>
              </a:rPr>
              <a:t>、</a:t>
            </a:r>
            <a:r>
              <a:rPr lang="en-US" sz="1600" b="1" spc="60" dirty="0" err="1">
                <a:ln w="3175">
                  <a:noFill/>
                  <a:prstDash val="dash"/>
                </a:ln>
                <a:solidFill>
                  <a:srgbClr val="DBB33C"/>
                </a:solidFill>
                <a:latin typeface="微软雅黑" panose="020B0503020204020204" charset="-122"/>
                <a:ea typeface="微软雅黑" panose="020B0503020204020204" charset="-122"/>
              </a:rPr>
              <a:t>法国</a:t>
            </a:r>
            <a:r>
              <a:rPr lang="zh-CN" altLang="en-US" sz="1600" b="1" spc="60" dirty="0">
                <a:ln w="3175">
                  <a:noFill/>
                  <a:prstDash val="dash"/>
                </a:ln>
                <a:solidFill>
                  <a:srgbClr val="DBB33C"/>
                </a:solidFill>
                <a:latin typeface="微软雅黑" panose="020B0503020204020204" charset="-122"/>
                <a:ea typeface="微软雅黑" panose="020B0503020204020204" charset="-122"/>
              </a:rPr>
              <a:t>、葡萄牙、土耳其、</a:t>
            </a:r>
            <a:r>
              <a:rPr lang="zh-CN" altLang="en-US" sz="1600" b="1" spc="60" dirty="0">
                <a:ln w="3175">
                  <a:noFill/>
                  <a:prstDash val="dash"/>
                </a:ln>
                <a:solidFill>
                  <a:srgbClr val="DBB33C"/>
                </a:solidFill>
                <a:latin typeface="微软雅黑" panose="020B0503020204020204" charset="-122"/>
                <a:ea typeface="微软雅黑" panose="020B0503020204020204" charset="-122"/>
                <a:sym typeface="+mn-ea"/>
              </a:rPr>
              <a:t>巴西、</a:t>
            </a:r>
            <a:r>
              <a:rPr lang="zh-CN" altLang="en-US" sz="1600" b="1" spc="60" dirty="0">
                <a:ln w="3175">
                  <a:noFill/>
                  <a:prstDash val="dash"/>
                </a:ln>
                <a:solidFill>
                  <a:srgbClr val="DBB33C"/>
                </a:solidFill>
                <a:latin typeface="微软雅黑" panose="020B0503020204020204" charset="-122"/>
                <a:ea typeface="微软雅黑" panose="020B0503020204020204" charset="-122"/>
              </a:rPr>
              <a:t>摩洛哥、老挝、澳大利亚等国家</a:t>
            </a:r>
            <a:endParaRPr lang="zh-CN" altLang="en-US" sz="1600" b="1" spc="60" dirty="0">
              <a:ln w="3175">
                <a:noFill/>
                <a:prstDash val="dash"/>
              </a:ln>
              <a:solidFill>
                <a:srgbClr val="FF0000"/>
              </a:solidFill>
              <a:latin typeface="微软雅黑" panose="020B0503020204020204" charset="-122"/>
              <a:ea typeface="微软雅黑" panose="020B0503020204020204" charset="-122"/>
            </a:endParaRPr>
          </a:p>
        </p:txBody>
      </p:sp>
      <p:pic>
        <p:nvPicPr>
          <p:cNvPr id="13" name="object 8"/>
          <p:cNvPicPr/>
          <p:nvPr/>
        </p:nvPicPr>
        <p:blipFill rotWithShape="1">
          <a:blip r:embed="rId4" cstate="email"/>
          <a:srcRect/>
          <a:stretch>
            <a:fillRect/>
          </a:stretch>
        </p:blipFill>
        <p:spPr>
          <a:xfrm>
            <a:off x="451999" y="1267582"/>
            <a:ext cx="1109472" cy="1962912"/>
          </a:xfrm>
          <a:prstGeom prst="rect">
            <a:avLst/>
          </a:prstGeom>
          <a:effectLst>
            <a:outerShdw blurRad="50800" dist="50800" dir="5400000" algn="ctr" rotWithShape="0">
              <a:srgbClr val="000000">
                <a:alpha val="10000"/>
              </a:srgbClr>
            </a:outerShdw>
          </a:effectLst>
        </p:spPr>
      </p:pic>
      <p:pic>
        <p:nvPicPr>
          <p:cNvPr id="8" name="图片 7"/>
          <p:cNvPicPr>
            <a:picLocks noChangeAspect="1"/>
          </p:cNvPicPr>
          <p:nvPr/>
        </p:nvPicPr>
        <p:blipFill>
          <a:blip r:embed="rId5" cstate="email"/>
          <a:stretch>
            <a:fillRect/>
          </a:stretch>
        </p:blipFill>
        <p:spPr>
          <a:xfrm>
            <a:off x="409925" y="4022889"/>
            <a:ext cx="1678289" cy="1619402"/>
          </a:xfrm>
          <a:prstGeom prst="rect">
            <a:avLst/>
          </a:prstGeom>
          <a:effectLst>
            <a:outerShdw blurRad="50800" dist="50800" dir="5400000" algn="ctr" rotWithShape="0">
              <a:srgbClr val="000000">
                <a:alpha val="10000"/>
              </a:srgbClr>
            </a:outerShdw>
          </a:effectLst>
        </p:spPr>
      </p:pic>
      <p:pic>
        <p:nvPicPr>
          <p:cNvPr id="78" name="图片 77"/>
          <p:cNvPicPr>
            <a:picLocks noChangeAspect="1"/>
          </p:cNvPicPr>
          <p:nvPr/>
        </p:nvPicPr>
        <p:blipFill>
          <a:blip r:embed="rId6" cstate="email"/>
          <a:stretch>
            <a:fillRect/>
          </a:stretch>
        </p:blipFill>
        <p:spPr>
          <a:xfrm>
            <a:off x="3504214" y="1555328"/>
            <a:ext cx="895191" cy="1835140"/>
          </a:xfrm>
          <a:prstGeom prst="rect">
            <a:avLst/>
          </a:prstGeom>
          <a:effectLst>
            <a:outerShdw blurRad="50800" dist="50800" dir="5400000" algn="ctr" rotWithShape="0">
              <a:srgbClr val="000000">
                <a:alpha val="10000"/>
              </a:srgbClr>
            </a:outerShdw>
          </a:effectLst>
        </p:spPr>
      </p:pic>
      <p:pic>
        <p:nvPicPr>
          <p:cNvPr id="80" name="图片 79"/>
          <p:cNvPicPr>
            <a:picLocks noChangeAspect="1"/>
          </p:cNvPicPr>
          <p:nvPr/>
        </p:nvPicPr>
        <p:blipFill>
          <a:blip r:embed="rId7" cstate="email"/>
          <a:stretch>
            <a:fillRect/>
          </a:stretch>
        </p:blipFill>
        <p:spPr>
          <a:xfrm>
            <a:off x="2410979" y="4102368"/>
            <a:ext cx="1284599" cy="1341120"/>
          </a:xfrm>
          <a:prstGeom prst="rect">
            <a:avLst/>
          </a:prstGeom>
          <a:effectLst>
            <a:outerShdw blurRad="50800" dist="50800" dir="5400000" algn="ctr" rotWithShape="0">
              <a:srgbClr val="000000">
                <a:alpha val="10000"/>
              </a:srgbClr>
            </a:outerShdw>
          </a:effectLst>
        </p:spPr>
      </p:pic>
      <p:pic>
        <p:nvPicPr>
          <p:cNvPr id="3074" name="Picture 2"/>
          <p:cNvPicPr>
            <a:picLocks noChangeAspect="1" noChangeArrowheads="1"/>
          </p:cNvPicPr>
          <p:nvPr/>
        </p:nvPicPr>
        <p:blipFill>
          <a:blip r:embed="rId8" cstate="email"/>
          <a:srcRect/>
          <a:stretch>
            <a:fillRect/>
          </a:stretch>
        </p:blipFill>
        <p:spPr bwMode="auto">
          <a:xfrm>
            <a:off x="2062993" y="1555829"/>
            <a:ext cx="1004862" cy="1851965"/>
          </a:xfrm>
          <a:prstGeom prst="rect">
            <a:avLst/>
          </a:prstGeom>
          <a:noFill/>
          <a:effectLst>
            <a:outerShdw blurRad="50800" dist="50800" dir="5400000" algn="ctr" rotWithShape="0">
              <a:srgbClr val="000000">
                <a:alpha val="10000"/>
              </a:srgbClr>
            </a:outerShdw>
          </a:effectLst>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767835" y="3644153"/>
            <a:ext cx="507831" cy="276999"/>
          </a:xfrm>
          <a:prstGeom prst="rect">
            <a:avLst/>
          </a:prstGeom>
          <a:noFill/>
        </p:spPr>
        <p:txBody>
          <a:bodyPr wrap="none" rtlCol="0">
            <a:spAutoFit/>
          </a:bodyPr>
          <a:lstStyle/>
          <a:p>
            <a:r>
              <a:rPr lang="zh-CN" altLang="en-US" sz="1200" b="1" spc="60" dirty="0">
                <a:ln w="3175">
                  <a:noFill/>
                  <a:prstDash val="dash"/>
                </a:ln>
                <a:solidFill>
                  <a:srgbClr val="DBB33C"/>
                </a:solidFill>
                <a:latin typeface="微软雅黑" panose="020B0503020204020204" charset="-122"/>
                <a:ea typeface="微软雅黑" panose="020B0503020204020204" charset="-122"/>
              </a:rPr>
              <a:t>英国</a:t>
            </a:r>
          </a:p>
        </p:txBody>
      </p:sp>
      <p:sp>
        <p:nvSpPr>
          <p:cNvPr id="88" name="文本框 87"/>
          <p:cNvSpPr txBox="1"/>
          <p:nvPr/>
        </p:nvSpPr>
        <p:spPr>
          <a:xfrm>
            <a:off x="2207895" y="3644265"/>
            <a:ext cx="413385" cy="262255"/>
          </a:xfrm>
          <a:prstGeom prst="rect">
            <a:avLst/>
          </a:prstGeom>
          <a:noFill/>
        </p:spPr>
        <p:txBody>
          <a:bodyPr wrap="none" rtlCol="0">
            <a:noAutofit/>
          </a:bodyPr>
          <a:lstStyle/>
          <a:p>
            <a:r>
              <a:rPr lang="zh-CN" altLang="en-US" sz="1200" b="1" spc="60" dirty="0">
                <a:ln w="3175">
                  <a:noFill/>
                  <a:prstDash val="dash"/>
                </a:ln>
                <a:solidFill>
                  <a:srgbClr val="DBB33C"/>
                </a:solidFill>
                <a:latin typeface="微软雅黑" panose="020B0503020204020204" charset="-122"/>
                <a:ea typeface="微软雅黑" panose="020B0503020204020204" charset="-122"/>
              </a:rPr>
              <a:t>泰国</a:t>
            </a:r>
          </a:p>
        </p:txBody>
      </p:sp>
      <p:sp>
        <p:nvSpPr>
          <p:cNvPr id="89" name="文本框 88"/>
          <p:cNvSpPr txBox="1"/>
          <p:nvPr/>
        </p:nvSpPr>
        <p:spPr>
          <a:xfrm>
            <a:off x="3576291" y="3644492"/>
            <a:ext cx="669414" cy="276999"/>
          </a:xfrm>
          <a:prstGeom prst="rect">
            <a:avLst/>
          </a:prstGeom>
          <a:noFill/>
        </p:spPr>
        <p:txBody>
          <a:bodyPr wrap="none" rtlCol="0">
            <a:spAutoFit/>
          </a:bodyPr>
          <a:lstStyle/>
          <a:p>
            <a:r>
              <a:rPr lang="zh-CN" altLang="en-US" sz="1200" b="1" spc="60" dirty="0">
                <a:ln w="3175">
                  <a:noFill/>
                  <a:prstDash val="dash"/>
                </a:ln>
                <a:solidFill>
                  <a:srgbClr val="DBB33C"/>
                </a:solidFill>
                <a:latin typeface="微软雅黑" panose="020B0503020204020204" charset="-122"/>
                <a:ea typeface="微软雅黑" panose="020B0503020204020204" charset="-122"/>
              </a:rPr>
              <a:t>葡萄牙</a:t>
            </a:r>
          </a:p>
        </p:txBody>
      </p:sp>
      <p:sp>
        <p:nvSpPr>
          <p:cNvPr id="90" name="文本框 89"/>
          <p:cNvSpPr txBox="1"/>
          <p:nvPr/>
        </p:nvSpPr>
        <p:spPr>
          <a:xfrm>
            <a:off x="1078465" y="5672281"/>
            <a:ext cx="507831" cy="276999"/>
          </a:xfrm>
          <a:prstGeom prst="rect">
            <a:avLst/>
          </a:prstGeom>
          <a:noFill/>
        </p:spPr>
        <p:txBody>
          <a:bodyPr wrap="none" rtlCol="0">
            <a:spAutoFit/>
          </a:bodyPr>
          <a:lstStyle/>
          <a:p>
            <a:r>
              <a:rPr lang="zh-CN" altLang="en-US" sz="1200" b="1" spc="60" dirty="0">
                <a:ln w="3175">
                  <a:noFill/>
                  <a:prstDash val="dash"/>
                </a:ln>
                <a:solidFill>
                  <a:srgbClr val="DBB33C"/>
                </a:solidFill>
                <a:latin typeface="微软雅黑" panose="020B0503020204020204" charset="-122"/>
                <a:ea typeface="微软雅黑" panose="020B0503020204020204" charset="-122"/>
              </a:rPr>
              <a:t>法国</a:t>
            </a:r>
          </a:p>
        </p:txBody>
      </p:sp>
      <p:sp>
        <p:nvSpPr>
          <p:cNvPr id="91" name="文本框 90"/>
          <p:cNvSpPr txBox="1"/>
          <p:nvPr/>
        </p:nvSpPr>
        <p:spPr>
          <a:xfrm>
            <a:off x="2799173" y="5701081"/>
            <a:ext cx="507831" cy="276999"/>
          </a:xfrm>
          <a:prstGeom prst="rect">
            <a:avLst/>
          </a:prstGeom>
          <a:noFill/>
        </p:spPr>
        <p:txBody>
          <a:bodyPr wrap="none" rtlCol="0">
            <a:spAutoFit/>
          </a:bodyPr>
          <a:lstStyle/>
          <a:p>
            <a:r>
              <a:rPr lang="zh-CN" altLang="en-US" sz="1200" b="1" spc="60" dirty="0">
                <a:ln w="3175">
                  <a:noFill/>
                  <a:prstDash val="dash"/>
                </a:ln>
                <a:solidFill>
                  <a:srgbClr val="DBB33C"/>
                </a:solidFill>
                <a:latin typeface="微软雅黑" panose="020B0503020204020204" charset="-122"/>
                <a:ea typeface="微软雅黑" panose="020B0503020204020204" charset="-122"/>
              </a:rPr>
              <a:t>巴西</a:t>
            </a:r>
          </a:p>
        </p:txBody>
      </p:sp>
      <p:pic>
        <p:nvPicPr>
          <p:cNvPr id="21" name="图片 20"/>
          <p:cNvPicPr>
            <a:picLocks noChangeAspect="1"/>
          </p:cNvPicPr>
          <p:nvPr/>
        </p:nvPicPr>
        <p:blipFill>
          <a:blip r:embed="rId9" cstate="email"/>
          <a:stretch>
            <a:fillRect/>
          </a:stretch>
        </p:blipFill>
        <p:spPr>
          <a:xfrm>
            <a:off x="9984432" y="225364"/>
            <a:ext cx="1954772" cy="683356"/>
          </a:xfrm>
          <a:prstGeom prst="rect">
            <a:avLst/>
          </a:prstGeom>
        </p:spPr>
      </p:pic>
      <p:pic>
        <p:nvPicPr>
          <p:cNvPr id="4" name="图片 3" descr="土耳其国旗"/>
          <p:cNvPicPr>
            <a:picLocks noChangeAspect="1"/>
          </p:cNvPicPr>
          <p:nvPr/>
        </p:nvPicPr>
        <p:blipFill>
          <a:blip r:embed="rId10" cstate="email"/>
          <a:srcRect/>
          <a:stretch>
            <a:fillRect/>
          </a:stretch>
        </p:blipFill>
        <p:spPr>
          <a:xfrm>
            <a:off x="4387215" y="1901825"/>
            <a:ext cx="2052036" cy="1806598"/>
          </a:xfrm>
          <a:prstGeom prst="rect">
            <a:avLst/>
          </a:prstGeom>
        </p:spPr>
      </p:pic>
      <p:sp>
        <p:nvSpPr>
          <p:cNvPr id="5" name="文本框 4"/>
          <p:cNvSpPr txBox="1"/>
          <p:nvPr/>
        </p:nvSpPr>
        <p:spPr>
          <a:xfrm>
            <a:off x="5087591" y="3644492"/>
            <a:ext cx="662940" cy="275590"/>
          </a:xfrm>
          <a:prstGeom prst="rect">
            <a:avLst/>
          </a:prstGeom>
          <a:noFill/>
        </p:spPr>
        <p:txBody>
          <a:bodyPr wrap="none" rtlCol="0">
            <a:spAutoFit/>
          </a:bodyPr>
          <a:lstStyle/>
          <a:p>
            <a:r>
              <a:rPr lang="zh-CN" altLang="en-US" sz="1200" b="1" spc="60" dirty="0">
                <a:ln w="3175">
                  <a:noFill/>
                  <a:prstDash val="dash"/>
                </a:ln>
                <a:solidFill>
                  <a:srgbClr val="DBB33C"/>
                </a:solidFill>
                <a:latin typeface="微软雅黑" panose="020B0503020204020204" charset="-122"/>
                <a:ea typeface="微软雅黑" panose="020B0503020204020204" charset="-122"/>
              </a:rPr>
              <a:t>土耳其</a:t>
            </a:r>
          </a:p>
        </p:txBody>
      </p:sp>
      <p:pic>
        <p:nvPicPr>
          <p:cNvPr id="15" name="图片 14"/>
          <p:cNvPicPr>
            <a:picLocks noChangeAspect="1"/>
          </p:cNvPicPr>
          <p:nvPr/>
        </p:nvPicPr>
        <p:blipFill>
          <a:blip r:embed="rId11"/>
          <a:stretch>
            <a:fillRect/>
          </a:stretch>
        </p:blipFill>
        <p:spPr>
          <a:xfrm>
            <a:off x="4074967" y="4138785"/>
            <a:ext cx="1378639" cy="1269601"/>
          </a:xfrm>
          <a:prstGeom prst="rect">
            <a:avLst/>
          </a:prstGeom>
        </p:spPr>
      </p:pic>
      <p:sp>
        <p:nvSpPr>
          <p:cNvPr id="27" name="文本框 26"/>
          <p:cNvSpPr txBox="1"/>
          <p:nvPr/>
        </p:nvSpPr>
        <p:spPr>
          <a:xfrm>
            <a:off x="4382035" y="5701081"/>
            <a:ext cx="885179" cy="276999"/>
          </a:xfrm>
          <a:prstGeom prst="rect">
            <a:avLst/>
          </a:prstGeom>
          <a:noFill/>
        </p:spPr>
        <p:txBody>
          <a:bodyPr wrap="none" rtlCol="0">
            <a:spAutoFit/>
          </a:bodyPr>
          <a:lstStyle/>
          <a:p>
            <a:r>
              <a:rPr lang="zh-CN" altLang="en-US" sz="1200" b="1" spc="60" dirty="0">
                <a:ln w="3175">
                  <a:noFill/>
                  <a:prstDash val="dash"/>
                </a:ln>
                <a:solidFill>
                  <a:srgbClr val="DBB33C"/>
                </a:solidFill>
                <a:latin typeface="微软雅黑" panose="020B0503020204020204" charset="-122"/>
                <a:ea typeface="微软雅黑" panose="020B0503020204020204" charset="-122"/>
              </a:rPr>
              <a:t> 澳大利亚</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图片 56"/>
          <p:cNvPicPr>
            <a:picLocks noChangeAspect="1"/>
          </p:cNvPicPr>
          <p:nvPr/>
        </p:nvPicPr>
        <p:blipFill>
          <a:blip r:embed="rId3" cstate="screen"/>
          <a:srcRect/>
          <a:stretch>
            <a:fillRect/>
          </a:stretch>
        </p:blipFill>
        <p:spPr>
          <a:xfrm>
            <a:off x="-2" y="-635"/>
            <a:ext cx="12192002" cy="6814185"/>
          </a:xfrm>
          <a:prstGeom prst="rect">
            <a:avLst/>
          </a:prstGeom>
        </p:spPr>
      </p:pic>
      <p:sp>
        <p:nvSpPr>
          <p:cNvPr id="58" name="矩形 57"/>
          <p:cNvSpPr/>
          <p:nvPr/>
        </p:nvSpPr>
        <p:spPr>
          <a:xfrm>
            <a:off x="-1" y="-635"/>
            <a:ext cx="12192001" cy="6814185"/>
          </a:xfrm>
          <a:prstGeom prst="rect">
            <a:avLst/>
          </a:prstGeom>
          <a:gradFill>
            <a:gsLst>
              <a:gs pos="0">
                <a:srgbClr val="011E24">
                  <a:alpha val="34000"/>
                </a:srgbClr>
              </a:gs>
              <a:gs pos="100000">
                <a:srgbClr val="011E24">
                  <a:alpha val="63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Sans" pitchFamily="2" charset="-122"/>
              <a:ea typeface="MiSans" pitchFamily="2" charset="-122"/>
            </a:endParaRPr>
          </a:p>
        </p:txBody>
      </p:sp>
      <p:pic>
        <p:nvPicPr>
          <p:cNvPr id="2" name="图片 1"/>
          <p:cNvPicPr>
            <a:picLocks noChangeAspect="1"/>
          </p:cNvPicPr>
          <p:nvPr/>
        </p:nvPicPr>
        <p:blipFill>
          <a:blip r:embed="rId4" cstate="email"/>
          <a:stretch>
            <a:fillRect/>
          </a:stretch>
        </p:blipFill>
        <p:spPr>
          <a:xfrm>
            <a:off x="409925" y="395613"/>
            <a:ext cx="368828" cy="458763"/>
          </a:xfrm>
          <a:prstGeom prst="rect">
            <a:avLst/>
          </a:prstGeom>
        </p:spPr>
      </p:pic>
      <p:sp>
        <p:nvSpPr>
          <p:cNvPr id="3" name="文本框 2"/>
          <p:cNvSpPr txBox="1"/>
          <p:nvPr/>
        </p:nvSpPr>
        <p:spPr>
          <a:xfrm>
            <a:off x="767118" y="405128"/>
            <a:ext cx="6796599" cy="460375"/>
          </a:xfrm>
          <a:prstGeom prst="rect">
            <a:avLst/>
          </a:prstGeom>
          <a:noFill/>
        </p:spPr>
        <p:txBody>
          <a:bodyPr wrap="square" rtlCol="0">
            <a:spAutoFit/>
          </a:bodyPr>
          <a:lstStyle/>
          <a:p>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近年荣誉 </a:t>
            </a:r>
            <a:r>
              <a:rPr lang="en-GB"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Honor</a:t>
            </a:r>
            <a:r>
              <a:rPr lang="en-US" altLang="en-GB"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s</a:t>
            </a:r>
          </a:p>
        </p:txBody>
      </p:sp>
      <p:pic>
        <p:nvPicPr>
          <p:cNvPr id="14" name="图片 13"/>
          <p:cNvPicPr>
            <a:picLocks noChangeAspect="1"/>
          </p:cNvPicPr>
          <p:nvPr/>
        </p:nvPicPr>
        <p:blipFill>
          <a:blip r:embed="rId5" cstate="email"/>
          <a:stretch>
            <a:fillRect/>
          </a:stretch>
        </p:blipFill>
        <p:spPr>
          <a:xfrm rot="20986993">
            <a:off x="8361717" y="1933006"/>
            <a:ext cx="576064" cy="1238207"/>
          </a:xfrm>
          <a:prstGeom prst="rect">
            <a:avLst/>
          </a:prstGeom>
        </p:spPr>
      </p:pic>
      <p:pic>
        <p:nvPicPr>
          <p:cNvPr id="15" name="图片 14"/>
          <p:cNvPicPr>
            <a:picLocks noChangeAspect="1"/>
          </p:cNvPicPr>
          <p:nvPr/>
        </p:nvPicPr>
        <p:blipFill>
          <a:blip r:embed="rId5" cstate="email"/>
          <a:stretch>
            <a:fillRect/>
          </a:stretch>
        </p:blipFill>
        <p:spPr>
          <a:xfrm rot="522064" flipH="1">
            <a:off x="10641899" y="1933006"/>
            <a:ext cx="576064" cy="1238207"/>
          </a:xfrm>
          <a:prstGeom prst="rect">
            <a:avLst/>
          </a:prstGeom>
        </p:spPr>
      </p:pic>
      <p:sp>
        <p:nvSpPr>
          <p:cNvPr id="24" name="文本框 23"/>
          <p:cNvSpPr txBox="1"/>
          <p:nvPr/>
        </p:nvSpPr>
        <p:spPr>
          <a:xfrm>
            <a:off x="9264395" y="1919926"/>
            <a:ext cx="954107" cy="369332"/>
          </a:xfrm>
          <a:prstGeom prst="rect">
            <a:avLst/>
          </a:prstGeom>
          <a:noFill/>
        </p:spPr>
        <p:txBody>
          <a:bodyPr wrap="none" rtlCol="0">
            <a:spAutoFit/>
          </a:bodyPr>
          <a:lstStyle/>
          <a:p>
            <a:r>
              <a:rPr lang="en-US" altLang="zh-CN" b="0" i="0" dirty="0">
                <a:solidFill>
                  <a:schemeClr val="bg1"/>
                </a:solidFill>
                <a:effectLst/>
                <a:latin typeface="微软雅黑" panose="020B0503020204020204" charset="-122"/>
                <a:ea typeface="微软雅黑" panose="020B0503020204020204" charset="-122"/>
              </a:rPr>
              <a:t>2024</a:t>
            </a:r>
            <a:r>
              <a:rPr lang="zh-CN" altLang="en-US" b="0" i="0" dirty="0">
                <a:solidFill>
                  <a:schemeClr val="bg1"/>
                </a:solidFill>
                <a:effectLst/>
                <a:latin typeface="微软雅黑" panose="020B0503020204020204" charset="-122"/>
                <a:ea typeface="微软雅黑" panose="020B0503020204020204" charset="-122"/>
              </a:rPr>
              <a:t>年</a:t>
            </a:r>
            <a:endParaRPr kumimoji="1" lang="zh-CN" altLang="en-US" dirty="0">
              <a:solidFill>
                <a:schemeClr val="bg1"/>
              </a:solidFill>
              <a:latin typeface="微软雅黑" panose="020B0503020204020204" charset="-122"/>
              <a:ea typeface="微软雅黑" panose="020B0503020204020204" charset="-122"/>
            </a:endParaRPr>
          </a:p>
        </p:txBody>
      </p:sp>
      <p:sp>
        <p:nvSpPr>
          <p:cNvPr id="25" name="文本框 24"/>
          <p:cNvSpPr txBox="1"/>
          <p:nvPr/>
        </p:nvSpPr>
        <p:spPr>
          <a:xfrm>
            <a:off x="9041423" y="2420381"/>
            <a:ext cx="1419860" cy="647700"/>
          </a:xfrm>
          <a:prstGeom prst="rect">
            <a:avLst/>
          </a:prstGeom>
          <a:noFill/>
        </p:spPr>
        <p:txBody>
          <a:bodyPr wrap="none" rtlCol="0">
            <a:spAutoFit/>
          </a:bodyPr>
          <a:lstStyle/>
          <a:p>
            <a:pPr algn="ctr">
              <a:spcAft>
                <a:spcPts val="500"/>
              </a:spcAft>
            </a:pPr>
            <a:r>
              <a:rPr lang="zh-CN" altLang="en-US" sz="1600" b="1" i="0" dirty="0">
                <a:solidFill>
                  <a:schemeClr val="bg1"/>
                </a:solidFill>
                <a:effectLst/>
                <a:latin typeface="微软雅黑" panose="020B0503020204020204" charset="-122"/>
                <a:ea typeface="微软雅黑" panose="020B0503020204020204" charset="-122"/>
              </a:rPr>
              <a:t>排名</a:t>
            </a:r>
            <a:r>
              <a:rPr lang="en-US" altLang="zh-CN" sz="1600" b="1" i="0" dirty="0">
                <a:solidFill>
                  <a:schemeClr val="bg1"/>
                </a:solidFill>
                <a:effectLst/>
                <a:latin typeface="微软雅黑" panose="020B0503020204020204" charset="-122"/>
                <a:ea typeface="微软雅黑" panose="020B0503020204020204" charset="-122"/>
              </a:rPr>
              <a:t>36</a:t>
            </a:r>
            <a:r>
              <a:rPr lang="zh-CN" altLang="en-US" sz="1600" b="1" dirty="0">
                <a:solidFill>
                  <a:schemeClr val="bg1"/>
                </a:solidFill>
                <a:latin typeface="微软雅黑" panose="020B0503020204020204" charset="-122"/>
                <a:ea typeface="微软雅黑" panose="020B0503020204020204" charset="-122"/>
              </a:rPr>
              <a:t>位</a:t>
            </a:r>
            <a:endParaRPr lang="en-US" altLang="zh-CN" sz="1600" b="1" i="0" dirty="0">
              <a:solidFill>
                <a:schemeClr val="bg1"/>
              </a:solidFill>
              <a:effectLst/>
              <a:latin typeface="微软雅黑" panose="020B0503020204020204" charset="-122"/>
              <a:ea typeface="微软雅黑" panose="020B0503020204020204" charset="-122"/>
            </a:endParaRPr>
          </a:p>
          <a:p>
            <a:pPr algn="ctr">
              <a:spcAft>
                <a:spcPts val="500"/>
              </a:spcAft>
            </a:pPr>
            <a:r>
              <a:rPr lang="en-GB" altLang="zh-CN" sz="1600" b="1" i="0" dirty="0">
                <a:solidFill>
                  <a:schemeClr val="bg1"/>
                </a:solidFill>
                <a:effectLst/>
                <a:latin typeface="微软雅黑" panose="020B0503020204020204" charset="-122"/>
                <a:ea typeface="微软雅黑" panose="020B0503020204020204" charset="-122"/>
              </a:rPr>
              <a:t>HOTELS </a:t>
            </a:r>
            <a:r>
              <a:rPr lang="en-US" altLang="zh-CN" sz="1600" b="1" i="0" dirty="0">
                <a:solidFill>
                  <a:schemeClr val="bg1"/>
                </a:solidFill>
                <a:effectLst/>
                <a:latin typeface="微软雅黑" panose="020B0503020204020204" charset="-122"/>
                <a:ea typeface="微软雅黑" panose="020B0503020204020204" charset="-122"/>
              </a:rPr>
              <a:t>221</a:t>
            </a:r>
          </a:p>
        </p:txBody>
      </p:sp>
      <p:pic>
        <p:nvPicPr>
          <p:cNvPr id="61" name="图片 60"/>
          <p:cNvPicPr>
            <a:picLocks noChangeAspect="1"/>
          </p:cNvPicPr>
          <p:nvPr/>
        </p:nvPicPr>
        <p:blipFill>
          <a:blip r:embed="rId5" cstate="email"/>
          <a:stretch>
            <a:fillRect/>
          </a:stretch>
        </p:blipFill>
        <p:spPr>
          <a:xfrm rot="20986993">
            <a:off x="3470474" y="4155807"/>
            <a:ext cx="576064" cy="1238207"/>
          </a:xfrm>
          <a:prstGeom prst="rect">
            <a:avLst/>
          </a:prstGeom>
        </p:spPr>
      </p:pic>
      <p:pic>
        <p:nvPicPr>
          <p:cNvPr id="62" name="图片 61"/>
          <p:cNvPicPr>
            <a:picLocks noChangeAspect="1"/>
          </p:cNvPicPr>
          <p:nvPr/>
        </p:nvPicPr>
        <p:blipFill>
          <a:blip r:embed="rId5" cstate="email"/>
          <a:stretch>
            <a:fillRect/>
          </a:stretch>
        </p:blipFill>
        <p:spPr>
          <a:xfrm rot="522064" flipH="1">
            <a:off x="5289046" y="4155807"/>
            <a:ext cx="576064" cy="1238207"/>
          </a:xfrm>
          <a:prstGeom prst="rect">
            <a:avLst/>
          </a:prstGeom>
        </p:spPr>
      </p:pic>
      <p:sp>
        <p:nvSpPr>
          <p:cNvPr id="63" name="文本框 62"/>
          <p:cNvSpPr txBox="1"/>
          <p:nvPr/>
        </p:nvSpPr>
        <p:spPr>
          <a:xfrm>
            <a:off x="4211281" y="4220329"/>
            <a:ext cx="954107" cy="337185"/>
          </a:xfrm>
          <a:prstGeom prst="rect">
            <a:avLst/>
          </a:prstGeom>
          <a:noFill/>
        </p:spPr>
        <p:txBody>
          <a:bodyPr wrap="square" rtlCol="0">
            <a:spAutoFit/>
          </a:bodyPr>
          <a:lstStyle/>
          <a:p>
            <a:r>
              <a:rPr lang="en-US" altLang="zh-CN" sz="1600" b="0" i="0" dirty="0">
                <a:solidFill>
                  <a:schemeClr val="bg1"/>
                </a:solidFill>
                <a:effectLst/>
                <a:latin typeface="微软雅黑" panose="020B0503020204020204" charset="-122"/>
                <a:ea typeface="微软雅黑" panose="020B0503020204020204" charset="-122"/>
              </a:rPr>
              <a:t>2023</a:t>
            </a:r>
            <a:r>
              <a:rPr lang="zh-CN" altLang="en-US" sz="1600" b="0" i="0" dirty="0">
                <a:solidFill>
                  <a:schemeClr val="bg1"/>
                </a:solidFill>
                <a:effectLst/>
                <a:latin typeface="微软雅黑" panose="020B0503020204020204" charset="-122"/>
                <a:ea typeface="微软雅黑" panose="020B0503020204020204" charset="-122"/>
              </a:rPr>
              <a:t>年</a:t>
            </a:r>
            <a:endParaRPr kumimoji="1" lang="zh-CN" altLang="en-US" sz="1600" b="0" i="0" dirty="0">
              <a:solidFill>
                <a:schemeClr val="bg1"/>
              </a:solidFill>
              <a:effectLst/>
              <a:latin typeface="微软雅黑" panose="020B0503020204020204" charset="-122"/>
              <a:ea typeface="微软雅黑" panose="020B0503020204020204" charset="-122"/>
            </a:endParaRPr>
          </a:p>
        </p:txBody>
      </p:sp>
      <p:sp>
        <p:nvSpPr>
          <p:cNvPr id="64" name="文本框 63"/>
          <p:cNvSpPr txBox="1"/>
          <p:nvPr/>
        </p:nvSpPr>
        <p:spPr>
          <a:xfrm>
            <a:off x="3870960" y="4712970"/>
            <a:ext cx="1638935" cy="648896"/>
          </a:xfrm>
          <a:prstGeom prst="rect">
            <a:avLst/>
          </a:prstGeom>
          <a:noFill/>
        </p:spPr>
        <p:txBody>
          <a:bodyPr wrap="square" rtlCol="0">
            <a:spAutoFit/>
          </a:bodyPr>
          <a:lstStyle/>
          <a:p>
            <a:pPr algn="ctr">
              <a:spcAft>
                <a:spcPts val="500"/>
              </a:spcAft>
            </a:pPr>
            <a:r>
              <a:rPr lang="zh-CN" altLang="en-US" sz="1600" b="1" i="0" dirty="0">
                <a:solidFill>
                  <a:schemeClr val="bg1"/>
                </a:solidFill>
                <a:effectLst/>
                <a:latin typeface="微软雅黑" panose="020B0503020204020204" charset="-122"/>
                <a:ea typeface="微软雅黑" panose="020B0503020204020204" charset="-122"/>
              </a:rPr>
              <a:t>国资委直属机关</a:t>
            </a:r>
            <a:endParaRPr lang="en-US" altLang="zh-CN" sz="1600" b="1" i="0" dirty="0">
              <a:solidFill>
                <a:schemeClr val="bg1"/>
              </a:solidFill>
              <a:effectLst/>
              <a:latin typeface="微软雅黑" panose="020B0503020204020204" charset="-122"/>
              <a:ea typeface="微软雅黑" panose="020B0503020204020204" charset="-122"/>
            </a:endParaRPr>
          </a:p>
          <a:p>
            <a:pPr algn="ctr">
              <a:spcAft>
                <a:spcPts val="500"/>
              </a:spcAft>
            </a:pPr>
            <a:r>
              <a:rPr kumimoji="1" lang="zh-CN" altLang="en-US" sz="1600" b="1" dirty="0">
                <a:solidFill>
                  <a:schemeClr val="bg1"/>
                </a:solidFill>
                <a:latin typeface="微软雅黑" panose="020B0503020204020204" charset="-122"/>
                <a:ea typeface="微软雅黑" panose="020B0503020204020204" charset="-122"/>
              </a:rPr>
              <a:t>三八红旗集体</a:t>
            </a:r>
          </a:p>
        </p:txBody>
      </p:sp>
      <p:pic>
        <p:nvPicPr>
          <p:cNvPr id="65" name="图片 64"/>
          <p:cNvPicPr>
            <a:picLocks noChangeAspect="1"/>
          </p:cNvPicPr>
          <p:nvPr/>
        </p:nvPicPr>
        <p:blipFill>
          <a:blip r:embed="rId5" cstate="email"/>
          <a:stretch>
            <a:fillRect/>
          </a:stretch>
        </p:blipFill>
        <p:spPr>
          <a:xfrm rot="20986993">
            <a:off x="8871074" y="4155807"/>
            <a:ext cx="576064" cy="1238207"/>
          </a:xfrm>
          <a:prstGeom prst="rect">
            <a:avLst/>
          </a:prstGeom>
        </p:spPr>
      </p:pic>
      <p:pic>
        <p:nvPicPr>
          <p:cNvPr id="66" name="图片 65"/>
          <p:cNvPicPr>
            <a:picLocks noChangeAspect="1"/>
          </p:cNvPicPr>
          <p:nvPr/>
        </p:nvPicPr>
        <p:blipFill>
          <a:blip r:embed="rId5" cstate="email"/>
          <a:stretch>
            <a:fillRect/>
          </a:stretch>
        </p:blipFill>
        <p:spPr>
          <a:xfrm rot="522064" flipH="1">
            <a:off x="11118225" y="4155807"/>
            <a:ext cx="576064" cy="1238207"/>
          </a:xfrm>
          <a:prstGeom prst="rect">
            <a:avLst/>
          </a:prstGeom>
        </p:spPr>
      </p:pic>
      <p:sp>
        <p:nvSpPr>
          <p:cNvPr id="67" name="文本框 66"/>
          <p:cNvSpPr txBox="1"/>
          <p:nvPr/>
        </p:nvSpPr>
        <p:spPr>
          <a:xfrm>
            <a:off x="9876377" y="4190373"/>
            <a:ext cx="863600" cy="337185"/>
          </a:xfrm>
          <a:prstGeom prst="rect">
            <a:avLst/>
          </a:prstGeom>
          <a:noFill/>
        </p:spPr>
        <p:txBody>
          <a:bodyPr wrap="none" rtlCol="0">
            <a:spAutoFit/>
          </a:bodyPr>
          <a:lstStyle/>
          <a:p>
            <a:r>
              <a:rPr lang="en-US" altLang="zh-CN" sz="1600" b="0" i="0" dirty="0">
                <a:solidFill>
                  <a:schemeClr val="bg1"/>
                </a:solidFill>
                <a:effectLst/>
                <a:latin typeface="微软雅黑" panose="020B0503020204020204" charset="-122"/>
                <a:ea typeface="微软雅黑" panose="020B0503020204020204" charset="-122"/>
              </a:rPr>
              <a:t>2022</a:t>
            </a:r>
            <a:r>
              <a:rPr lang="zh-CN" altLang="en-US" sz="1600" b="0" i="0" dirty="0">
                <a:solidFill>
                  <a:schemeClr val="bg1"/>
                </a:solidFill>
                <a:effectLst/>
                <a:latin typeface="微软雅黑" panose="020B0503020204020204" charset="-122"/>
                <a:ea typeface="微软雅黑" panose="020B0503020204020204" charset="-122"/>
              </a:rPr>
              <a:t>年</a:t>
            </a:r>
            <a:endParaRPr kumimoji="1" lang="zh-CN" altLang="en-US" sz="1600" b="0" i="0" dirty="0">
              <a:solidFill>
                <a:schemeClr val="bg1"/>
              </a:solidFill>
              <a:effectLst/>
              <a:latin typeface="微软雅黑" panose="020B0503020204020204" charset="-122"/>
              <a:ea typeface="微软雅黑" panose="020B0503020204020204" charset="-122"/>
            </a:endParaRPr>
          </a:p>
        </p:txBody>
      </p:sp>
      <p:sp>
        <p:nvSpPr>
          <p:cNvPr id="68" name="文本框 67"/>
          <p:cNvSpPr txBox="1"/>
          <p:nvPr/>
        </p:nvSpPr>
        <p:spPr>
          <a:xfrm>
            <a:off x="9187377" y="4640470"/>
            <a:ext cx="2159566" cy="587340"/>
          </a:xfrm>
          <a:prstGeom prst="rect">
            <a:avLst/>
          </a:prstGeom>
          <a:noFill/>
        </p:spPr>
        <p:txBody>
          <a:bodyPr wrap="none" rtlCol="0">
            <a:spAutoFit/>
          </a:bodyPr>
          <a:lstStyle/>
          <a:p>
            <a:pPr algn="ctr">
              <a:spcAft>
                <a:spcPts val="500"/>
              </a:spcAft>
            </a:pPr>
            <a:r>
              <a:rPr lang="zh-CN" altLang="en-US" sz="1400" b="1" i="0" dirty="0">
                <a:solidFill>
                  <a:schemeClr val="bg1"/>
                </a:solidFill>
                <a:effectLst/>
                <a:uFillTx/>
                <a:latin typeface="微软雅黑" panose="020B0503020204020204" charset="-122"/>
                <a:ea typeface="微软雅黑" panose="020B0503020204020204" charset="-122"/>
              </a:rPr>
              <a:t>冬奥、冬残奥会</a:t>
            </a:r>
            <a:r>
              <a:rPr lang="zh-CN" altLang="en-US" sz="1400" b="1" dirty="0">
                <a:solidFill>
                  <a:schemeClr val="bg1"/>
                </a:solidFill>
                <a:uFillTx/>
                <a:latin typeface="微软雅黑" panose="020B0503020204020204" charset="-122"/>
                <a:ea typeface="微软雅黑" panose="020B0503020204020204" charset="-122"/>
              </a:rPr>
              <a:t>先进集体</a:t>
            </a:r>
            <a:endParaRPr lang="en-US" altLang="zh-CN" sz="1400" b="1" dirty="0">
              <a:solidFill>
                <a:schemeClr val="bg1"/>
              </a:solidFill>
              <a:latin typeface="微软雅黑" panose="020B0503020204020204" charset="-122"/>
              <a:ea typeface="微软雅黑" panose="020B0503020204020204" charset="-122"/>
            </a:endParaRPr>
          </a:p>
          <a:p>
            <a:pPr algn="ctr">
              <a:spcAft>
                <a:spcPts val="500"/>
              </a:spcAft>
            </a:pPr>
            <a:r>
              <a:rPr kumimoji="1" lang="zh-CN" altLang="en-US" sz="1400" b="1" dirty="0">
                <a:solidFill>
                  <a:schemeClr val="bg1"/>
                </a:solidFill>
                <a:latin typeface="微软雅黑" panose="020B0503020204020204" charset="-122"/>
                <a:ea typeface="微软雅黑" panose="020B0503020204020204" charset="-122"/>
              </a:rPr>
              <a:t>北京冬奥组委</a:t>
            </a:r>
          </a:p>
        </p:txBody>
      </p:sp>
      <p:pic>
        <p:nvPicPr>
          <p:cNvPr id="69" name="图片 68"/>
          <p:cNvPicPr>
            <a:picLocks noChangeAspect="1"/>
          </p:cNvPicPr>
          <p:nvPr/>
        </p:nvPicPr>
        <p:blipFill>
          <a:blip r:embed="rId6" cstate="email"/>
          <a:stretch>
            <a:fillRect/>
          </a:stretch>
        </p:blipFill>
        <p:spPr>
          <a:xfrm>
            <a:off x="9984432" y="225364"/>
            <a:ext cx="1954772" cy="683356"/>
          </a:xfrm>
          <a:prstGeom prst="rect">
            <a:avLst/>
          </a:prstGeom>
        </p:spPr>
      </p:pic>
      <p:sp>
        <p:nvSpPr>
          <p:cNvPr id="44" name="文本框 43"/>
          <p:cNvSpPr txBox="1"/>
          <p:nvPr/>
        </p:nvSpPr>
        <p:spPr>
          <a:xfrm>
            <a:off x="1943550" y="1852764"/>
            <a:ext cx="954107" cy="369332"/>
          </a:xfrm>
          <a:prstGeom prst="rect">
            <a:avLst/>
          </a:prstGeom>
          <a:noFill/>
        </p:spPr>
        <p:txBody>
          <a:bodyPr wrap="none" rtlCol="0">
            <a:spAutoFit/>
          </a:bodyPr>
          <a:lstStyle/>
          <a:p>
            <a:r>
              <a:rPr lang="en-US" altLang="zh-CN" b="0" i="0" dirty="0">
                <a:solidFill>
                  <a:schemeClr val="bg1"/>
                </a:solidFill>
                <a:effectLst/>
                <a:latin typeface="微软雅黑" panose="020B0503020204020204" charset="-122"/>
                <a:ea typeface="微软雅黑" panose="020B0503020204020204" charset="-122"/>
              </a:rPr>
              <a:t>2024</a:t>
            </a:r>
            <a:r>
              <a:rPr lang="zh-CN" altLang="en-US" b="0" i="0" dirty="0">
                <a:solidFill>
                  <a:schemeClr val="bg1"/>
                </a:solidFill>
                <a:effectLst/>
                <a:latin typeface="微软雅黑" panose="020B0503020204020204" charset="-122"/>
                <a:ea typeface="微软雅黑" panose="020B0503020204020204" charset="-122"/>
              </a:rPr>
              <a:t>年</a:t>
            </a:r>
            <a:endParaRPr kumimoji="1" lang="zh-CN" altLang="en-US" dirty="0">
              <a:solidFill>
                <a:schemeClr val="bg1"/>
              </a:solidFill>
              <a:latin typeface="微软雅黑" panose="020B0503020204020204" charset="-122"/>
              <a:ea typeface="微软雅黑" panose="020B0503020204020204" charset="-122"/>
            </a:endParaRPr>
          </a:p>
        </p:txBody>
      </p:sp>
      <p:sp>
        <p:nvSpPr>
          <p:cNvPr id="45" name="文本框 44"/>
          <p:cNvSpPr txBox="1"/>
          <p:nvPr/>
        </p:nvSpPr>
        <p:spPr>
          <a:xfrm>
            <a:off x="1303220" y="2398440"/>
            <a:ext cx="2070100" cy="647700"/>
          </a:xfrm>
          <a:prstGeom prst="rect">
            <a:avLst/>
          </a:prstGeom>
          <a:noFill/>
        </p:spPr>
        <p:txBody>
          <a:bodyPr wrap="none" rtlCol="0">
            <a:spAutoFit/>
          </a:bodyPr>
          <a:lstStyle/>
          <a:p>
            <a:pPr algn="ctr">
              <a:spcAft>
                <a:spcPts val="500"/>
              </a:spcAft>
            </a:pPr>
            <a:r>
              <a:rPr lang="zh-CN" altLang="en-US" sz="1600" b="1" i="0" dirty="0">
                <a:solidFill>
                  <a:schemeClr val="bg1"/>
                </a:solidFill>
                <a:effectLst/>
                <a:latin typeface="微软雅黑" panose="020B0503020204020204" charset="-122"/>
                <a:ea typeface="微软雅黑" panose="020B0503020204020204" charset="-122"/>
              </a:rPr>
              <a:t>酒店集团</a:t>
            </a:r>
            <a:r>
              <a:rPr kumimoji="1" lang="zh-CN" altLang="en-US" sz="1600" b="1" dirty="0">
                <a:solidFill>
                  <a:schemeClr val="bg1"/>
                </a:solidFill>
                <a:latin typeface="微软雅黑" panose="020B0503020204020204" charset="-122"/>
                <a:ea typeface="微软雅黑" panose="020B0503020204020204" charset="-122"/>
              </a:rPr>
              <a:t>规模</a:t>
            </a:r>
            <a:r>
              <a:rPr kumimoji="1" lang="en-US" altLang="zh-CN" sz="1600" b="1" dirty="0">
                <a:solidFill>
                  <a:schemeClr val="bg1"/>
                </a:solidFill>
                <a:latin typeface="微软雅黑" panose="020B0503020204020204" charset="-122"/>
                <a:ea typeface="微软雅黑" panose="020B0503020204020204" charset="-122"/>
              </a:rPr>
              <a:t>TOP60</a:t>
            </a:r>
          </a:p>
          <a:p>
            <a:pPr algn="ctr">
              <a:spcAft>
                <a:spcPts val="500"/>
              </a:spcAft>
            </a:pPr>
            <a:r>
              <a:rPr kumimoji="1" lang="zh-CN" altLang="en-US" sz="1600" b="1" dirty="0">
                <a:solidFill>
                  <a:schemeClr val="bg1"/>
                </a:solidFill>
                <a:latin typeface="微软雅黑" panose="020B0503020204020204" charset="-122"/>
                <a:ea typeface="微软雅黑" panose="020B0503020204020204" charset="-122"/>
              </a:rPr>
              <a:t>中国旅游饭店业协会</a:t>
            </a:r>
          </a:p>
        </p:txBody>
      </p:sp>
      <p:pic>
        <p:nvPicPr>
          <p:cNvPr id="48" name="图片 47"/>
          <p:cNvPicPr>
            <a:picLocks noChangeAspect="1"/>
          </p:cNvPicPr>
          <p:nvPr/>
        </p:nvPicPr>
        <p:blipFill>
          <a:blip r:embed="rId5" cstate="email"/>
          <a:stretch>
            <a:fillRect/>
          </a:stretch>
        </p:blipFill>
        <p:spPr>
          <a:xfrm rot="20986993">
            <a:off x="548997" y="4159316"/>
            <a:ext cx="576064" cy="1238207"/>
          </a:xfrm>
          <a:prstGeom prst="rect">
            <a:avLst/>
          </a:prstGeom>
        </p:spPr>
      </p:pic>
      <p:pic>
        <p:nvPicPr>
          <p:cNvPr id="49" name="图片 48"/>
          <p:cNvPicPr>
            <a:picLocks noChangeAspect="1"/>
          </p:cNvPicPr>
          <p:nvPr/>
        </p:nvPicPr>
        <p:blipFill>
          <a:blip r:embed="rId5" cstate="email"/>
          <a:stretch>
            <a:fillRect/>
          </a:stretch>
        </p:blipFill>
        <p:spPr>
          <a:xfrm rot="522064" flipH="1">
            <a:off x="2470404" y="4159316"/>
            <a:ext cx="576064" cy="1238207"/>
          </a:xfrm>
          <a:prstGeom prst="rect">
            <a:avLst/>
          </a:prstGeom>
        </p:spPr>
      </p:pic>
      <p:sp>
        <p:nvSpPr>
          <p:cNvPr id="52" name="文本框 51"/>
          <p:cNvSpPr txBox="1"/>
          <p:nvPr/>
        </p:nvSpPr>
        <p:spPr>
          <a:xfrm>
            <a:off x="1271464" y="4295328"/>
            <a:ext cx="894080" cy="306705"/>
          </a:xfrm>
          <a:prstGeom prst="rect">
            <a:avLst/>
          </a:prstGeom>
          <a:noFill/>
        </p:spPr>
        <p:txBody>
          <a:bodyPr wrap="none" rtlCol="0">
            <a:spAutoFit/>
          </a:bodyPr>
          <a:lstStyle/>
          <a:p>
            <a:r>
              <a:rPr lang="zh-CN" sz="1400" b="0" i="0" dirty="0">
                <a:solidFill>
                  <a:schemeClr val="bg1"/>
                </a:solidFill>
                <a:effectLst/>
                <a:latin typeface="微软雅黑" panose="020B0503020204020204" charset="-122"/>
                <a:ea typeface="微软雅黑" panose="020B0503020204020204" charset="-122"/>
              </a:rPr>
              <a:t>连续多年</a:t>
            </a:r>
            <a:endParaRPr kumimoji="1" lang="zh-CN" sz="1400" b="0" i="0" dirty="0">
              <a:solidFill>
                <a:schemeClr val="bg1"/>
              </a:solidFill>
              <a:effectLst/>
              <a:latin typeface="微软雅黑" panose="020B0503020204020204" charset="-122"/>
              <a:ea typeface="微软雅黑" panose="020B0503020204020204" charset="-122"/>
            </a:endParaRPr>
          </a:p>
        </p:txBody>
      </p:sp>
      <p:sp>
        <p:nvSpPr>
          <p:cNvPr id="53" name="文本框 52"/>
          <p:cNvSpPr txBox="1"/>
          <p:nvPr/>
        </p:nvSpPr>
        <p:spPr>
          <a:xfrm>
            <a:off x="1040210" y="4713868"/>
            <a:ext cx="1415772" cy="587340"/>
          </a:xfrm>
          <a:prstGeom prst="rect">
            <a:avLst/>
          </a:prstGeom>
          <a:noFill/>
        </p:spPr>
        <p:txBody>
          <a:bodyPr wrap="none" rtlCol="0">
            <a:spAutoFit/>
          </a:bodyPr>
          <a:lstStyle/>
          <a:p>
            <a:pPr algn="ctr">
              <a:spcAft>
                <a:spcPts val="500"/>
              </a:spcAft>
              <a:buClrTx/>
              <a:buSzTx/>
              <a:buFontTx/>
            </a:pPr>
            <a:r>
              <a:rPr lang="zh-CN" sz="1200" i="0" dirty="0">
                <a:solidFill>
                  <a:schemeClr val="bg1"/>
                </a:solidFill>
                <a:effectLst/>
                <a:latin typeface="微软雅黑" panose="020B0503020204020204" charset="-122"/>
                <a:ea typeface="微软雅黑" panose="020B0503020204020204" charset="-122"/>
              </a:rPr>
              <a:t>服务</a:t>
            </a:r>
          </a:p>
          <a:p>
            <a:pPr algn="ctr">
              <a:spcAft>
                <a:spcPts val="500"/>
              </a:spcAft>
            </a:pPr>
            <a:r>
              <a:rPr lang="zh-CN" altLang="en-US" sz="1600" b="1" i="0" dirty="0">
                <a:solidFill>
                  <a:schemeClr val="bg1"/>
                </a:solidFill>
                <a:effectLst/>
                <a:latin typeface="微软雅黑" panose="020B0503020204020204" charset="-122"/>
                <a:ea typeface="微软雅黑" panose="020B0503020204020204" charset="-122"/>
              </a:rPr>
              <a:t>博鳌亚洲论坛</a:t>
            </a:r>
          </a:p>
        </p:txBody>
      </p:sp>
      <p:pic>
        <p:nvPicPr>
          <p:cNvPr id="54" name="图片 53"/>
          <p:cNvPicPr>
            <a:picLocks noChangeAspect="1"/>
          </p:cNvPicPr>
          <p:nvPr/>
        </p:nvPicPr>
        <p:blipFill>
          <a:blip r:embed="rId5" cstate="email"/>
          <a:stretch>
            <a:fillRect/>
          </a:stretch>
        </p:blipFill>
        <p:spPr>
          <a:xfrm rot="20986993">
            <a:off x="6257327" y="4137982"/>
            <a:ext cx="576064" cy="1238207"/>
          </a:xfrm>
          <a:prstGeom prst="rect">
            <a:avLst/>
          </a:prstGeom>
        </p:spPr>
      </p:pic>
      <p:pic>
        <p:nvPicPr>
          <p:cNvPr id="59" name="图片 58"/>
          <p:cNvPicPr>
            <a:picLocks noChangeAspect="1"/>
          </p:cNvPicPr>
          <p:nvPr/>
        </p:nvPicPr>
        <p:blipFill>
          <a:blip r:embed="rId5" cstate="email"/>
          <a:stretch>
            <a:fillRect/>
          </a:stretch>
        </p:blipFill>
        <p:spPr>
          <a:xfrm rot="522064" flipH="1">
            <a:off x="8035224" y="4137982"/>
            <a:ext cx="576064" cy="1238207"/>
          </a:xfrm>
          <a:prstGeom prst="rect">
            <a:avLst/>
          </a:prstGeom>
        </p:spPr>
      </p:pic>
      <p:sp>
        <p:nvSpPr>
          <p:cNvPr id="60" name="文本框 59"/>
          <p:cNvSpPr txBox="1"/>
          <p:nvPr/>
        </p:nvSpPr>
        <p:spPr>
          <a:xfrm>
            <a:off x="7027290" y="4220445"/>
            <a:ext cx="863600" cy="337185"/>
          </a:xfrm>
          <a:prstGeom prst="rect">
            <a:avLst/>
          </a:prstGeom>
          <a:noFill/>
        </p:spPr>
        <p:txBody>
          <a:bodyPr wrap="none" rtlCol="0">
            <a:spAutoFit/>
          </a:bodyPr>
          <a:lstStyle/>
          <a:p>
            <a:r>
              <a:rPr lang="en-US" altLang="zh-CN" sz="1600" b="0" i="0" dirty="0">
                <a:solidFill>
                  <a:schemeClr val="bg1"/>
                </a:solidFill>
                <a:effectLst/>
                <a:latin typeface="微软雅黑" panose="020B0503020204020204" charset="-122"/>
                <a:ea typeface="微软雅黑" panose="020B0503020204020204" charset="-122"/>
              </a:rPr>
              <a:t>2023</a:t>
            </a:r>
            <a:r>
              <a:rPr lang="zh-CN" altLang="en-US" sz="1600" b="0" i="0" dirty="0">
                <a:solidFill>
                  <a:schemeClr val="bg1"/>
                </a:solidFill>
                <a:effectLst/>
                <a:latin typeface="微软雅黑" panose="020B0503020204020204" charset="-122"/>
                <a:ea typeface="微软雅黑" panose="020B0503020204020204" charset="-122"/>
              </a:rPr>
              <a:t>年</a:t>
            </a:r>
            <a:endParaRPr kumimoji="1" lang="zh-CN" altLang="en-US" sz="1600" b="0" i="0" dirty="0">
              <a:solidFill>
                <a:schemeClr val="bg1"/>
              </a:solidFill>
              <a:effectLst/>
              <a:latin typeface="微软雅黑" panose="020B0503020204020204" charset="-122"/>
              <a:ea typeface="微软雅黑" panose="020B0503020204020204" charset="-122"/>
            </a:endParaRPr>
          </a:p>
        </p:txBody>
      </p:sp>
      <p:sp>
        <p:nvSpPr>
          <p:cNvPr id="70" name="文本框 69"/>
          <p:cNvSpPr txBox="1"/>
          <p:nvPr/>
        </p:nvSpPr>
        <p:spPr>
          <a:xfrm>
            <a:off x="6806721" y="4700287"/>
            <a:ext cx="1210588" cy="587340"/>
          </a:xfrm>
          <a:prstGeom prst="rect">
            <a:avLst/>
          </a:prstGeom>
          <a:noFill/>
        </p:spPr>
        <p:txBody>
          <a:bodyPr wrap="none" rtlCol="0">
            <a:spAutoFit/>
          </a:bodyPr>
          <a:lstStyle/>
          <a:p>
            <a:pPr algn="ctr">
              <a:spcAft>
                <a:spcPts val="500"/>
              </a:spcAft>
            </a:pPr>
            <a:r>
              <a:rPr lang="zh-CN" sz="1200" b="0" i="0" dirty="0">
                <a:solidFill>
                  <a:schemeClr val="bg1"/>
                </a:solidFill>
                <a:effectLst/>
                <a:latin typeface="微软雅黑" panose="020B0503020204020204" charset="-122"/>
                <a:ea typeface="微软雅黑" panose="020B0503020204020204" charset="-122"/>
              </a:rPr>
              <a:t>服务</a:t>
            </a:r>
          </a:p>
          <a:p>
            <a:pPr algn="ctr">
              <a:spcAft>
                <a:spcPts val="500"/>
              </a:spcAft>
            </a:pPr>
            <a:r>
              <a:rPr lang="zh-CN" altLang="en-US" sz="1600" b="1" dirty="0">
                <a:solidFill>
                  <a:schemeClr val="bg1"/>
                </a:solidFill>
                <a:latin typeface="微软雅黑" panose="020B0503020204020204" charset="-122"/>
                <a:ea typeface="微软雅黑" panose="020B0503020204020204" charset="-122"/>
              </a:rPr>
              <a:t>杭州亚运会</a:t>
            </a:r>
            <a:endParaRPr lang="zh-CN" altLang="en-US" sz="1600" b="1" i="0" dirty="0">
              <a:solidFill>
                <a:schemeClr val="bg1"/>
              </a:solidFill>
              <a:effectLst/>
              <a:latin typeface="微软雅黑" panose="020B0503020204020204" charset="-122"/>
              <a:ea typeface="微软雅黑" panose="020B0503020204020204" charset="-122"/>
            </a:endParaRPr>
          </a:p>
        </p:txBody>
      </p:sp>
      <p:sp>
        <p:nvSpPr>
          <p:cNvPr id="6" name="文本框 5"/>
          <p:cNvSpPr txBox="1"/>
          <p:nvPr/>
        </p:nvSpPr>
        <p:spPr>
          <a:xfrm>
            <a:off x="5633535" y="1920074"/>
            <a:ext cx="954107" cy="369332"/>
          </a:xfrm>
          <a:prstGeom prst="rect">
            <a:avLst/>
          </a:prstGeom>
          <a:noFill/>
        </p:spPr>
        <p:txBody>
          <a:bodyPr wrap="none" rtlCol="0">
            <a:spAutoFit/>
          </a:bodyPr>
          <a:lstStyle/>
          <a:p>
            <a:r>
              <a:rPr lang="en-US" altLang="zh-CN" b="0" i="0" dirty="0">
                <a:solidFill>
                  <a:schemeClr val="bg1"/>
                </a:solidFill>
                <a:effectLst/>
                <a:latin typeface="微软雅黑" panose="020B0503020204020204" charset="-122"/>
                <a:ea typeface="微软雅黑" panose="020B0503020204020204" charset="-122"/>
              </a:rPr>
              <a:t>2024</a:t>
            </a:r>
            <a:r>
              <a:rPr lang="zh-CN" altLang="en-US" b="0" i="0" dirty="0">
                <a:solidFill>
                  <a:schemeClr val="bg1"/>
                </a:solidFill>
                <a:effectLst/>
                <a:latin typeface="微软雅黑" panose="020B0503020204020204" charset="-122"/>
                <a:ea typeface="微软雅黑" panose="020B0503020204020204" charset="-122"/>
              </a:rPr>
              <a:t>年</a:t>
            </a:r>
            <a:endParaRPr kumimoji="1" lang="zh-CN" altLang="en-US"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5084010" y="2393995"/>
            <a:ext cx="2011680" cy="647700"/>
          </a:xfrm>
          <a:prstGeom prst="rect">
            <a:avLst/>
          </a:prstGeom>
          <a:noFill/>
        </p:spPr>
        <p:txBody>
          <a:bodyPr wrap="none" rtlCol="0">
            <a:spAutoFit/>
          </a:bodyPr>
          <a:lstStyle/>
          <a:p>
            <a:pPr algn="ctr">
              <a:spcAft>
                <a:spcPts val="500"/>
              </a:spcAft>
            </a:pPr>
            <a:r>
              <a:rPr kumimoji="1" lang="zh-CN" altLang="en-US" sz="1600" b="1" dirty="0">
                <a:solidFill>
                  <a:schemeClr val="bg1"/>
                </a:solidFill>
                <a:latin typeface="微软雅黑" panose="020B0503020204020204" charset="-122"/>
                <a:ea typeface="微软雅黑" panose="020B0503020204020204" charset="-122"/>
              </a:rPr>
              <a:t>全服务酒店规模第</a:t>
            </a:r>
            <a:r>
              <a:rPr kumimoji="1" lang="en-US" altLang="zh-CN" sz="1600" b="1" dirty="0">
                <a:solidFill>
                  <a:schemeClr val="bg1"/>
                </a:solidFill>
                <a:latin typeface="微软雅黑" panose="020B0503020204020204" charset="-122"/>
                <a:ea typeface="微软雅黑" panose="020B0503020204020204" charset="-122"/>
              </a:rPr>
              <a:t>5</a:t>
            </a:r>
          </a:p>
          <a:p>
            <a:pPr algn="ctr">
              <a:spcAft>
                <a:spcPts val="500"/>
              </a:spcAft>
            </a:pPr>
            <a:r>
              <a:rPr kumimoji="1" lang="zh-CN" altLang="en-US" sz="1600" b="1" dirty="0">
                <a:solidFill>
                  <a:schemeClr val="bg1"/>
                </a:solidFill>
                <a:latin typeface="微软雅黑" panose="020B0503020204020204" charset="-122"/>
                <a:ea typeface="微软雅黑" panose="020B0503020204020204" charset="-122"/>
              </a:rPr>
              <a:t>中国旅游饭店业协会</a:t>
            </a:r>
          </a:p>
        </p:txBody>
      </p:sp>
      <p:pic>
        <p:nvPicPr>
          <p:cNvPr id="8" name="图片 7"/>
          <p:cNvPicPr>
            <a:picLocks noChangeAspect="1"/>
          </p:cNvPicPr>
          <p:nvPr/>
        </p:nvPicPr>
        <p:blipFill>
          <a:blip r:embed="rId5" cstate="email"/>
          <a:stretch>
            <a:fillRect/>
          </a:stretch>
        </p:blipFill>
        <p:spPr>
          <a:xfrm rot="20986993">
            <a:off x="4554892" y="1889191"/>
            <a:ext cx="576064" cy="1238207"/>
          </a:xfrm>
          <a:prstGeom prst="rect">
            <a:avLst/>
          </a:prstGeom>
        </p:spPr>
      </p:pic>
      <p:pic>
        <p:nvPicPr>
          <p:cNvPr id="9" name="图片 8"/>
          <p:cNvPicPr>
            <a:picLocks noChangeAspect="1"/>
          </p:cNvPicPr>
          <p:nvPr/>
        </p:nvPicPr>
        <p:blipFill>
          <a:blip r:embed="rId5" cstate="email"/>
          <a:stretch>
            <a:fillRect/>
          </a:stretch>
        </p:blipFill>
        <p:spPr>
          <a:xfrm rot="522064" flipH="1">
            <a:off x="7122094" y="1889191"/>
            <a:ext cx="576064" cy="1238207"/>
          </a:xfrm>
          <a:prstGeom prst="rect">
            <a:avLst/>
          </a:prstGeom>
        </p:spPr>
      </p:pic>
      <p:pic>
        <p:nvPicPr>
          <p:cNvPr id="10" name="图片 9"/>
          <p:cNvPicPr>
            <a:picLocks noChangeAspect="1"/>
          </p:cNvPicPr>
          <p:nvPr/>
        </p:nvPicPr>
        <p:blipFill>
          <a:blip r:embed="rId5" cstate="email"/>
          <a:stretch>
            <a:fillRect/>
          </a:stretch>
        </p:blipFill>
        <p:spPr>
          <a:xfrm rot="20986993">
            <a:off x="802042" y="1893636"/>
            <a:ext cx="576064" cy="1238207"/>
          </a:xfrm>
          <a:prstGeom prst="rect">
            <a:avLst/>
          </a:prstGeom>
        </p:spPr>
      </p:pic>
      <p:pic>
        <p:nvPicPr>
          <p:cNvPr id="11" name="图片 10"/>
          <p:cNvPicPr>
            <a:picLocks noChangeAspect="1"/>
          </p:cNvPicPr>
          <p:nvPr/>
        </p:nvPicPr>
        <p:blipFill>
          <a:blip r:embed="rId5" cstate="email"/>
          <a:stretch>
            <a:fillRect/>
          </a:stretch>
        </p:blipFill>
        <p:spPr>
          <a:xfrm rot="522064" flipH="1">
            <a:off x="3369244" y="1893636"/>
            <a:ext cx="576064" cy="1238207"/>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图片 63"/>
          <p:cNvPicPr>
            <a:picLocks noChangeAspect="1"/>
          </p:cNvPicPr>
          <p:nvPr/>
        </p:nvPicPr>
        <p:blipFill>
          <a:blip r:embed="rId9" cstate="email"/>
          <a:srcRect/>
          <a:stretch>
            <a:fillRect/>
          </a:stretch>
        </p:blipFill>
        <p:spPr>
          <a:xfrm>
            <a:off x="0" y="0"/>
            <a:ext cx="12191999" cy="6813549"/>
          </a:xfrm>
          <a:prstGeom prst="rect">
            <a:avLst/>
          </a:prstGeom>
        </p:spPr>
      </p:pic>
      <p:sp>
        <p:nvSpPr>
          <p:cNvPr id="65" name="矩形 64"/>
          <p:cNvSpPr/>
          <p:nvPr/>
        </p:nvSpPr>
        <p:spPr>
          <a:xfrm>
            <a:off x="1" y="0"/>
            <a:ext cx="12191999" cy="6804986"/>
          </a:xfrm>
          <a:prstGeom prst="rect">
            <a:avLst/>
          </a:prstGeom>
          <a:solidFill>
            <a:schemeClr val="tx1">
              <a:lumMod val="95000"/>
              <a:lumOff val="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DBB33C"/>
              </a:solidFill>
              <a:effectLst>
                <a:outerShdw blurRad="38100" dist="38100" dir="2700000" algn="tl">
                  <a:srgbClr val="000000">
                    <a:alpha val="43137"/>
                  </a:srgbClr>
                </a:outerShdw>
              </a:effectLst>
            </a:endParaRPr>
          </a:p>
        </p:txBody>
      </p:sp>
      <p:pic>
        <p:nvPicPr>
          <p:cNvPr id="2" name="图片 1"/>
          <p:cNvPicPr>
            <a:picLocks noChangeAspect="1"/>
          </p:cNvPicPr>
          <p:nvPr/>
        </p:nvPicPr>
        <p:blipFill>
          <a:blip r:embed="rId10" cstate="email"/>
          <a:stretch>
            <a:fillRect/>
          </a:stretch>
        </p:blipFill>
        <p:spPr>
          <a:xfrm>
            <a:off x="409925" y="395613"/>
            <a:ext cx="368828" cy="458763"/>
          </a:xfrm>
          <a:prstGeom prst="rect">
            <a:avLst/>
          </a:prstGeom>
        </p:spPr>
      </p:pic>
      <p:sp>
        <p:nvSpPr>
          <p:cNvPr id="3" name="文本框 2"/>
          <p:cNvSpPr txBox="1"/>
          <p:nvPr/>
        </p:nvSpPr>
        <p:spPr>
          <a:xfrm>
            <a:off x="811568" y="387983"/>
            <a:ext cx="6796599" cy="461665"/>
          </a:xfrm>
          <a:prstGeom prst="rect">
            <a:avLst/>
          </a:prstGeom>
          <a:noFill/>
        </p:spPr>
        <p:txBody>
          <a:bodyPr wrap="square" rtlCol="0">
            <a:spAutoFit/>
          </a:bodyPr>
          <a:lstStyle/>
          <a:p>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核心能力 </a:t>
            </a:r>
            <a:r>
              <a:rPr lang="en-GB"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Core Competencies</a:t>
            </a:r>
          </a:p>
        </p:txBody>
      </p:sp>
      <p:grpSp>
        <p:nvGrpSpPr>
          <p:cNvPr id="5" name="组合 4"/>
          <p:cNvGrpSpPr/>
          <p:nvPr/>
        </p:nvGrpSpPr>
        <p:grpSpPr>
          <a:xfrm>
            <a:off x="734055" y="5157989"/>
            <a:ext cx="2884727" cy="619402"/>
            <a:chOff x="165532" y="2451126"/>
            <a:chExt cx="2885484" cy="620129"/>
          </a:xfrm>
        </p:grpSpPr>
        <p:sp>
          <p:nvSpPr>
            <p:cNvPr id="6" name="TextBox 19"/>
            <p:cNvSpPr txBox="1"/>
            <p:nvPr/>
          </p:nvSpPr>
          <p:spPr>
            <a:xfrm>
              <a:off x="499700" y="2516633"/>
              <a:ext cx="2551316" cy="554622"/>
            </a:xfrm>
            <a:prstGeom prst="rect">
              <a:avLst/>
            </a:prstGeom>
            <a:noFill/>
            <a:effectLst>
              <a:outerShdw blurRad="50800" dist="50800" dir="5400000" algn="ctr" rotWithShape="0">
                <a:srgbClr val="000000">
                  <a:alpha val="19000"/>
                </a:srgbClr>
              </a:outerShdw>
            </a:effectLst>
          </p:spPr>
          <p:txBody>
            <a:bodyPr wrap="none" lIns="91414" tIns="45707" rIns="91414" bIns="45707" rtlCol="0">
              <a:spAutoFit/>
            </a:bodyPr>
            <a:lstStyle/>
            <a:p>
              <a:pPr algn="r" defTabSz="914400">
                <a:defRPr/>
              </a:pPr>
              <a:r>
                <a:rPr lang="zh-CN" altLang="en-US"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数字化、集约化</a:t>
              </a:r>
              <a:r>
                <a:rPr lang="zh-CN" altLang="en-US" sz="1600"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管理</a:t>
              </a:r>
              <a:endParaRPr lang="en-US" altLang="zh-CN" sz="1600" b="1" dirty="0">
                <a:solidFill>
                  <a:srgbClr val="DBB33C"/>
                </a:solidFill>
                <a:latin typeface="Arial" panose="020B0604020202020204"/>
                <a:ea typeface="微软雅黑" panose="020B0503020204020204" charset="-122"/>
                <a:sym typeface="Arial" panose="020B0604020202020204"/>
              </a:endParaRPr>
            </a:p>
            <a:p>
              <a:pPr algn="r" defTabSz="914400">
                <a:defRPr/>
              </a:pPr>
              <a:r>
                <a:rPr lang="en-GB" altLang="zh-CN" sz="1200" b="1" dirty="0">
                  <a:solidFill>
                    <a:srgbClr val="DBB33C"/>
                  </a:solidFill>
                  <a:latin typeface="Arial" panose="020B0604020202020204"/>
                  <a:ea typeface="微软雅黑" panose="020B0503020204020204" charset="-122"/>
                  <a:sym typeface="Arial" panose="020B0604020202020204"/>
                </a:rPr>
                <a:t>Digitalization and intensification</a:t>
              </a:r>
            </a:p>
          </p:txBody>
        </p:sp>
        <p:pic>
          <p:nvPicPr>
            <p:cNvPr id="7" name="图形 44" descr="剧本 纯色填充"/>
            <p:cNvPicPr>
              <a:picLocks noChangeAspect="1"/>
            </p:cNvPicPr>
            <p:nvPr/>
          </p:nvPicPr>
          <p:blipFill>
            <a:blip r:embed="rId11" cstate="email">
              <a:extLst>
                <a:ext uri="{96DAC541-7B7A-43D3-8B79-37D633B846F1}">
                  <asvg:svgBlip xmlns:asvg="http://schemas.microsoft.com/office/drawing/2016/SVG/main" r:embed="rId12"/>
                </a:ext>
              </a:extLst>
            </a:blip>
            <a:stretch>
              <a:fillRect/>
            </a:stretch>
          </p:blipFill>
          <p:spPr>
            <a:xfrm>
              <a:off x="165532" y="2451126"/>
              <a:ext cx="369332" cy="474619"/>
            </a:xfrm>
            <a:prstGeom prst="rect">
              <a:avLst/>
            </a:prstGeom>
            <a:effectLst>
              <a:outerShdw blurRad="50800" dist="50800" dir="5400000" algn="ctr" rotWithShape="0">
                <a:srgbClr val="000000">
                  <a:alpha val="29000"/>
                </a:srgbClr>
              </a:outerShdw>
            </a:effectLst>
          </p:spPr>
        </p:pic>
      </p:grpSp>
      <p:grpSp>
        <p:nvGrpSpPr>
          <p:cNvPr id="11" name="组合 10"/>
          <p:cNvGrpSpPr/>
          <p:nvPr/>
        </p:nvGrpSpPr>
        <p:grpSpPr>
          <a:xfrm>
            <a:off x="802271" y="4143522"/>
            <a:ext cx="2845457" cy="553972"/>
            <a:chOff x="6344282" y="1628615"/>
            <a:chExt cx="2845700" cy="554446"/>
          </a:xfrm>
        </p:grpSpPr>
        <p:sp>
          <p:nvSpPr>
            <p:cNvPr id="12" name="TextBox 19"/>
            <p:cNvSpPr txBox="1"/>
            <p:nvPr/>
          </p:nvSpPr>
          <p:spPr>
            <a:xfrm>
              <a:off x="6716068" y="1628615"/>
              <a:ext cx="2473914" cy="554446"/>
            </a:xfrm>
            <a:prstGeom prst="rect">
              <a:avLst/>
            </a:prstGeom>
            <a:noFill/>
            <a:effectLst>
              <a:outerShdw blurRad="50800" dist="50800" dir="5400000" algn="ctr" rotWithShape="0">
                <a:srgbClr val="000000">
                  <a:alpha val="19000"/>
                </a:srgbClr>
              </a:outerShdw>
            </a:effectLst>
          </p:spPr>
          <p:txBody>
            <a:bodyPr wrap="none" lIns="91414" tIns="45707" rIns="91414" bIns="45707" rtlCol="0">
              <a:spAutoFit/>
            </a:bodyPr>
            <a:lstStyle/>
            <a:p>
              <a:pPr algn="r" defTabSz="914400">
                <a:defRPr/>
              </a:pPr>
              <a:r>
                <a:rPr lang="zh-CN" altLang="en-US" sz="1600"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完善的</a:t>
              </a:r>
              <a:r>
                <a:rPr lang="zh-CN" altLang="en-US"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运营管理体系</a:t>
              </a:r>
              <a:endParaRPr lang="en-US" altLang="zh-CN"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a:p>
              <a:pPr algn="r" defTabSz="914400">
                <a:defRPr/>
              </a:pPr>
              <a:r>
                <a:rPr lang="en-GB" altLang="zh-CN" sz="1200" b="1" dirty="0">
                  <a:solidFill>
                    <a:srgbClr val="DBB33C"/>
                  </a:solidFill>
                  <a:latin typeface="Arial" panose="020B0604020202020204"/>
                  <a:ea typeface="微软雅黑" panose="020B0503020204020204" charset="-122"/>
                  <a:sym typeface="Arial" panose="020B0604020202020204"/>
                </a:rPr>
                <a:t>Operation management system</a:t>
              </a:r>
            </a:p>
          </p:txBody>
        </p:sp>
        <p:pic>
          <p:nvPicPr>
            <p:cNvPr id="13" name="图形 12" descr="{0} 纯色填充"/>
            <p:cNvPicPr>
              <a:picLocks noChangeAspect="1"/>
            </p:cNvPicPr>
            <p:nvPr/>
          </p:nvPicPr>
          <p:blipFill>
            <a:blip r:embed="rId13" cstate="email">
              <a:extLst>
                <a:ext uri="{96DAC541-7B7A-43D3-8B79-37D633B846F1}">
                  <asvg:svgBlip xmlns:asvg="http://schemas.microsoft.com/office/drawing/2016/SVG/main" r:embed="rId14"/>
                </a:ext>
              </a:extLst>
            </a:blip>
            <a:stretch>
              <a:fillRect/>
            </a:stretch>
          </p:blipFill>
          <p:spPr>
            <a:xfrm>
              <a:off x="6344282" y="1706247"/>
              <a:ext cx="397218" cy="397523"/>
            </a:xfrm>
            <a:prstGeom prst="rect">
              <a:avLst/>
            </a:prstGeom>
            <a:effectLst>
              <a:outerShdw blurRad="50800" dist="50800" dir="5400000" algn="ctr" rotWithShape="0">
                <a:srgbClr val="000000">
                  <a:alpha val="29000"/>
                </a:srgbClr>
              </a:outerShdw>
            </a:effectLst>
          </p:spPr>
        </p:pic>
      </p:grpSp>
      <p:grpSp>
        <p:nvGrpSpPr>
          <p:cNvPr id="14" name="组合 13"/>
          <p:cNvGrpSpPr/>
          <p:nvPr/>
        </p:nvGrpSpPr>
        <p:grpSpPr>
          <a:xfrm>
            <a:off x="8445697" y="5105858"/>
            <a:ext cx="2906887" cy="646278"/>
            <a:chOff x="566125" y="5812895"/>
            <a:chExt cx="2907136" cy="646902"/>
          </a:xfrm>
        </p:grpSpPr>
        <p:sp>
          <p:nvSpPr>
            <p:cNvPr id="15" name="TextBox 19"/>
            <p:cNvSpPr txBox="1"/>
            <p:nvPr/>
          </p:nvSpPr>
          <p:spPr>
            <a:xfrm>
              <a:off x="566125" y="5905290"/>
              <a:ext cx="2390550" cy="554507"/>
            </a:xfrm>
            <a:prstGeom prst="rect">
              <a:avLst/>
            </a:prstGeom>
            <a:noFill/>
            <a:effectLst>
              <a:outerShdw blurRad="50800" dist="50800" dir="5400000" algn="ctr" rotWithShape="0">
                <a:srgbClr val="000000">
                  <a:alpha val="19000"/>
                </a:srgbClr>
              </a:outerShdw>
            </a:effectLst>
          </p:spPr>
          <p:txBody>
            <a:bodyPr wrap="none" lIns="91414" tIns="45707" rIns="91414" bIns="45707" rtlCol="0">
              <a:spAutoFit/>
            </a:bodyPr>
            <a:lstStyle/>
            <a:p>
              <a:pPr algn="r" defTabSz="914400">
                <a:defRPr/>
              </a:pPr>
              <a:r>
                <a:rPr lang="zh-CN" altLang="en-US" sz="1600" b="1" dirty="0">
                  <a:solidFill>
                    <a:srgbClr val="DBB33C"/>
                  </a:solidFill>
                  <a:latin typeface="Arial" panose="020B0604020202020204"/>
                  <a:ea typeface="微软雅黑" panose="020B0503020204020204" charset="-122"/>
                  <a:sym typeface="Arial" panose="020B0604020202020204"/>
                </a:rPr>
                <a:t>统一的</a:t>
              </a:r>
              <a:r>
                <a:rPr lang="zh-CN" altLang="en-US" b="1" dirty="0">
                  <a:solidFill>
                    <a:srgbClr val="DBB33C"/>
                  </a:solidFill>
                  <a:latin typeface="Arial" panose="020B0604020202020204"/>
                  <a:ea typeface="微软雅黑" panose="020B0503020204020204" charset="-122"/>
                  <a:sym typeface="Arial" panose="020B0604020202020204"/>
                </a:rPr>
                <a:t>集中采购中心</a:t>
              </a:r>
              <a:endParaRPr lang="en-US" altLang="zh-CN" b="1" dirty="0">
                <a:solidFill>
                  <a:srgbClr val="DBB33C"/>
                </a:solidFill>
                <a:latin typeface="Arial" panose="020B0604020202020204"/>
                <a:ea typeface="微软雅黑" panose="020B0503020204020204" charset="-122"/>
                <a:sym typeface="Arial" panose="020B0604020202020204"/>
              </a:endParaRPr>
            </a:p>
            <a:p>
              <a:pPr algn="r" defTabSz="914400">
                <a:defRPr/>
              </a:pPr>
              <a:r>
                <a:rPr lang="en-GB" altLang="zh-CN" sz="1200" b="1" dirty="0">
                  <a:solidFill>
                    <a:srgbClr val="DBB33C"/>
                  </a:solidFill>
                  <a:latin typeface="Arial" panose="020B0604020202020204"/>
                  <a:ea typeface="微软雅黑" panose="020B0503020204020204" charset="-122"/>
                  <a:sym typeface="Arial" panose="020B0604020202020204"/>
                </a:rPr>
                <a:t>Centralized purchasing center</a:t>
              </a:r>
            </a:p>
          </p:txBody>
        </p:sp>
        <p:pic>
          <p:nvPicPr>
            <p:cNvPr id="16" name="图形 47" descr="电子商务 纯色填充"/>
            <p:cNvPicPr>
              <a:picLocks noChangeAspect="1"/>
            </p:cNvPicPr>
            <p:nvPr/>
          </p:nvPicPr>
          <p:blipFill>
            <a:blip r:embed="rId15" cstate="email">
              <a:extLst>
                <a:ext uri="{96DAC541-7B7A-43D3-8B79-37D633B846F1}">
                  <asvg:svgBlip xmlns:asvg="http://schemas.microsoft.com/office/drawing/2016/SVG/main" r:embed="rId16"/>
                </a:ext>
              </a:extLst>
            </a:blip>
            <a:stretch>
              <a:fillRect/>
            </a:stretch>
          </p:blipFill>
          <p:spPr>
            <a:xfrm>
              <a:off x="2956717" y="5812895"/>
              <a:ext cx="516544" cy="516460"/>
            </a:xfrm>
            <a:prstGeom prst="rect">
              <a:avLst/>
            </a:prstGeom>
            <a:effectLst>
              <a:outerShdw blurRad="50800" dist="50800" dir="5400000" algn="ctr" rotWithShape="0">
                <a:srgbClr val="000000">
                  <a:alpha val="29000"/>
                </a:srgbClr>
              </a:outerShdw>
            </a:effectLst>
          </p:spPr>
        </p:pic>
      </p:grpSp>
      <p:grpSp>
        <p:nvGrpSpPr>
          <p:cNvPr id="17" name="组合 16"/>
          <p:cNvGrpSpPr/>
          <p:nvPr/>
        </p:nvGrpSpPr>
        <p:grpSpPr>
          <a:xfrm>
            <a:off x="8035540" y="4078232"/>
            <a:ext cx="3306914" cy="592668"/>
            <a:chOff x="8948922" y="2920605"/>
            <a:chExt cx="3307291" cy="593057"/>
          </a:xfrm>
        </p:grpSpPr>
        <p:sp>
          <p:nvSpPr>
            <p:cNvPr id="18" name="TextBox 19"/>
            <p:cNvSpPr txBox="1"/>
            <p:nvPr/>
          </p:nvSpPr>
          <p:spPr>
            <a:xfrm>
              <a:off x="8948922" y="2959327"/>
              <a:ext cx="2752650" cy="554335"/>
            </a:xfrm>
            <a:prstGeom prst="rect">
              <a:avLst/>
            </a:prstGeom>
            <a:noFill/>
            <a:effectLst>
              <a:outerShdw blurRad="50800" dist="50800" dir="5400000" algn="ctr" rotWithShape="0">
                <a:srgbClr val="000000">
                  <a:alpha val="19000"/>
                </a:srgbClr>
              </a:outerShdw>
            </a:effectLst>
          </p:spPr>
          <p:txBody>
            <a:bodyPr wrap="square" lIns="91414" tIns="45707" rIns="91414" bIns="45707" rtlCol="0">
              <a:spAutoFit/>
            </a:bodyPr>
            <a:lstStyle/>
            <a:p>
              <a:pPr algn="r" defTabSz="914400">
                <a:defRPr/>
              </a:pPr>
              <a:r>
                <a:rPr lang="zh-CN" altLang="en-US" sz="1600"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可靠的</a:t>
              </a:r>
              <a:r>
                <a:rPr lang="zh-CN" altLang="en-US"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人才保障体系</a:t>
              </a:r>
              <a:endParaRPr lang="en-US" altLang="zh-CN"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a:p>
              <a:pPr algn="r" defTabSz="914400">
                <a:defRPr/>
              </a:pPr>
              <a:r>
                <a:rPr lang="en-GB" altLang="zh-CN" sz="1200" b="1" dirty="0">
                  <a:solidFill>
                    <a:srgbClr val="DBB33C"/>
                  </a:solidFill>
                  <a:latin typeface="Arial" panose="020B0604020202020204"/>
                  <a:ea typeface="微软雅黑" panose="020B0503020204020204" charset="-122"/>
                  <a:sym typeface="Arial" panose="020B0604020202020204"/>
                </a:rPr>
                <a:t>Talent guarantee system</a:t>
              </a:r>
            </a:p>
          </p:txBody>
        </p:sp>
        <p:pic>
          <p:nvPicPr>
            <p:cNvPr id="19" name="图形 18" descr="连接 纯色填充"/>
            <p:cNvPicPr>
              <a:picLocks noChangeAspect="1"/>
            </p:cNvPicPr>
            <p:nvPr/>
          </p:nvPicPr>
          <p:blipFill>
            <a:blip r:embed="rId17" cstate="email">
              <a:extLst>
                <a:ext uri="{96DAC541-7B7A-43D3-8B79-37D633B846F1}">
                  <asvg:svgBlip xmlns:asvg="http://schemas.microsoft.com/office/drawing/2016/SVG/main" r:embed="rId18"/>
                </a:ext>
              </a:extLst>
            </a:blip>
            <a:stretch>
              <a:fillRect/>
            </a:stretch>
          </p:blipFill>
          <p:spPr>
            <a:xfrm>
              <a:off x="11762230" y="2920605"/>
              <a:ext cx="493983" cy="494250"/>
            </a:xfrm>
            <a:prstGeom prst="rect">
              <a:avLst/>
            </a:prstGeom>
            <a:effectLst>
              <a:outerShdw blurRad="50800" dist="50800" dir="5400000" algn="ctr" rotWithShape="0">
                <a:srgbClr val="000000">
                  <a:alpha val="29000"/>
                </a:srgbClr>
              </a:outerShdw>
            </a:effectLst>
          </p:spPr>
        </p:pic>
      </p:grpSp>
      <p:grpSp>
        <p:nvGrpSpPr>
          <p:cNvPr id="20" name="组合 19"/>
          <p:cNvGrpSpPr/>
          <p:nvPr/>
        </p:nvGrpSpPr>
        <p:grpSpPr>
          <a:xfrm>
            <a:off x="8112937" y="1830214"/>
            <a:ext cx="3239647" cy="556417"/>
            <a:chOff x="3157041" y="5859059"/>
            <a:chExt cx="3219573" cy="556465"/>
          </a:xfrm>
        </p:grpSpPr>
        <p:sp>
          <p:nvSpPr>
            <p:cNvPr id="21" name="TextBox 19"/>
            <p:cNvSpPr txBox="1"/>
            <p:nvPr/>
          </p:nvSpPr>
          <p:spPr>
            <a:xfrm>
              <a:off x="3157041" y="5861504"/>
              <a:ext cx="2658901" cy="554020"/>
            </a:xfrm>
            <a:prstGeom prst="rect">
              <a:avLst/>
            </a:prstGeom>
            <a:noFill/>
            <a:effectLst>
              <a:outerShdw blurRad="50800" dist="50800" dir="5400000" algn="ctr" rotWithShape="0">
                <a:srgbClr val="000000">
                  <a:alpha val="19000"/>
                </a:srgbClr>
              </a:outerShdw>
            </a:effectLst>
          </p:spPr>
          <p:txBody>
            <a:bodyPr wrap="square" lIns="91414" tIns="45707" rIns="91414" bIns="45707" rtlCol="0">
              <a:spAutoFit/>
            </a:bodyPr>
            <a:lstStyle/>
            <a:p>
              <a:pPr algn="r" defTabSz="914400">
                <a:defRPr/>
              </a:pPr>
              <a:r>
                <a:rPr lang="zh-CN" altLang="en-US" sz="160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稳健的</a:t>
              </a:r>
              <a:r>
                <a:rPr lang="zh-CN" altLang="en-US"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政务接待能力</a:t>
              </a:r>
              <a:endParaRPr lang="en-US" altLang="zh-CN" b="1" dirty="0">
                <a:solidFill>
                  <a:srgbClr val="DBB33C"/>
                </a:solidFill>
                <a:latin typeface="Arial" panose="020B0604020202020204"/>
                <a:ea typeface="微软雅黑" panose="020B0503020204020204" charset="-122"/>
                <a:sym typeface="Arial" panose="020B0604020202020204"/>
              </a:endParaRPr>
            </a:p>
            <a:p>
              <a:pPr algn="r" defTabSz="914400">
                <a:defRPr/>
              </a:pPr>
              <a:r>
                <a:rPr lang="en-GB" altLang="zh-CN" sz="1200" b="1" dirty="0">
                  <a:solidFill>
                    <a:srgbClr val="DBB33C"/>
                  </a:solidFill>
                  <a:latin typeface="Arial" panose="020B0604020202020204"/>
                  <a:ea typeface="微软雅黑" panose="020B0503020204020204" charset="-122"/>
                  <a:sym typeface="Arial" panose="020B0604020202020204"/>
                </a:rPr>
                <a:t>Government reception capacity</a:t>
              </a:r>
            </a:p>
          </p:txBody>
        </p:sp>
        <p:pic>
          <p:nvPicPr>
            <p:cNvPr id="22" name="图形 21" descr="董事会 纯色填充"/>
            <p:cNvPicPr>
              <a:picLocks noChangeAspect="1"/>
            </p:cNvPicPr>
            <p:nvPr/>
          </p:nvPicPr>
          <p:blipFill>
            <a:blip r:embed="rId19" cstate="email">
              <a:extLst>
                <a:ext uri="{96DAC541-7B7A-43D3-8B79-37D633B846F1}">
                  <asvg:svgBlip xmlns:asvg="http://schemas.microsoft.com/office/drawing/2016/SVG/main" r:embed="rId20"/>
                </a:ext>
              </a:extLst>
            </a:blip>
            <a:stretch>
              <a:fillRect/>
            </a:stretch>
          </p:blipFill>
          <p:spPr>
            <a:xfrm>
              <a:off x="5949310" y="5859059"/>
              <a:ext cx="427304" cy="427855"/>
            </a:xfrm>
            <a:prstGeom prst="rect">
              <a:avLst/>
            </a:prstGeom>
            <a:effectLst>
              <a:outerShdw blurRad="50800" dist="50800" dir="5400000" algn="ctr" rotWithShape="0">
                <a:srgbClr val="000000">
                  <a:alpha val="29000"/>
                </a:srgbClr>
              </a:outerShdw>
            </a:effectLst>
          </p:spPr>
        </p:pic>
      </p:grpSp>
      <p:grpSp>
        <p:nvGrpSpPr>
          <p:cNvPr id="23" name="组合 22"/>
          <p:cNvGrpSpPr/>
          <p:nvPr/>
        </p:nvGrpSpPr>
        <p:grpSpPr>
          <a:xfrm>
            <a:off x="734054" y="1803780"/>
            <a:ext cx="2769659" cy="594876"/>
            <a:chOff x="5962117" y="5868457"/>
            <a:chExt cx="2770341" cy="594926"/>
          </a:xfrm>
        </p:grpSpPr>
        <p:sp>
          <p:nvSpPr>
            <p:cNvPr id="24" name="TextBox 19"/>
            <p:cNvSpPr txBox="1"/>
            <p:nvPr/>
          </p:nvSpPr>
          <p:spPr>
            <a:xfrm>
              <a:off x="6341524" y="5909364"/>
              <a:ext cx="2390934" cy="554019"/>
            </a:xfrm>
            <a:prstGeom prst="rect">
              <a:avLst/>
            </a:prstGeom>
            <a:noFill/>
            <a:effectLst>
              <a:outerShdw blurRad="50800" dist="50800" dir="5400000" algn="ctr" rotWithShape="0">
                <a:srgbClr val="000000">
                  <a:alpha val="19000"/>
                </a:srgbClr>
              </a:outerShdw>
            </a:effectLst>
          </p:spPr>
          <p:txBody>
            <a:bodyPr wrap="none" lIns="91414" tIns="45707" rIns="91414" bIns="45707" rtlCol="0">
              <a:spAutoFit/>
            </a:bodyPr>
            <a:lstStyle/>
            <a:p>
              <a:pPr algn="r" defTabSz="914400">
                <a:defRPr/>
              </a:pPr>
              <a:r>
                <a:rPr lang="zh-CN" altLang="en-US" sz="1600" b="1" dirty="0">
                  <a:solidFill>
                    <a:srgbClr val="DBB33C"/>
                  </a:solidFill>
                  <a:uFillTx/>
                  <a:latin typeface="Arial" panose="020B0604020202020204"/>
                  <a:ea typeface="微软雅黑" panose="020B0503020204020204" charset="-122"/>
                  <a:sym typeface="Arial" panose="020B0604020202020204"/>
                </a:rPr>
                <a:t>成熟的</a:t>
              </a:r>
              <a:r>
                <a:rPr lang="zh-CN" altLang="en-US"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酒店建设经验</a:t>
              </a:r>
              <a:endParaRPr lang="en-US" altLang="zh-CN" b="1" dirty="0">
                <a:solidFill>
                  <a:srgbClr val="DBB33C"/>
                </a:solidFill>
                <a:latin typeface="Arial" panose="020B0604020202020204"/>
                <a:ea typeface="微软雅黑" panose="020B0503020204020204" charset="-122"/>
                <a:sym typeface="Arial" panose="020B0604020202020204"/>
              </a:endParaRPr>
            </a:p>
            <a:p>
              <a:pPr algn="r" defTabSz="914400">
                <a:defRPr/>
              </a:pPr>
              <a:r>
                <a:rPr lang="en-GB" altLang="zh-CN" sz="1200" b="1" dirty="0">
                  <a:solidFill>
                    <a:srgbClr val="DBB33C"/>
                  </a:solidFill>
                  <a:latin typeface="Arial" panose="020B0604020202020204"/>
                  <a:ea typeface="微软雅黑" panose="020B0503020204020204" charset="-122"/>
                  <a:sym typeface="Arial" panose="020B0604020202020204"/>
                </a:rPr>
                <a:t>Hotel construction experience</a:t>
              </a:r>
            </a:p>
          </p:txBody>
        </p:sp>
        <p:pic>
          <p:nvPicPr>
            <p:cNvPr id="25" name="图形 24" descr="建筑物 纯色填充"/>
            <p:cNvPicPr>
              <a:picLocks noChangeAspect="1"/>
            </p:cNvPicPr>
            <p:nvPr/>
          </p:nvPicPr>
          <p:blipFill>
            <a:blip r:embed="rId21" cstate="email">
              <a:extLst>
                <a:ext uri="{96DAC541-7B7A-43D3-8B79-37D633B846F1}">
                  <asvg:svgBlip xmlns:asvg="http://schemas.microsoft.com/office/drawing/2016/SVG/main" r:embed="rId22"/>
                </a:ext>
              </a:extLst>
            </a:blip>
            <a:stretch>
              <a:fillRect/>
            </a:stretch>
          </p:blipFill>
          <p:spPr>
            <a:xfrm>
              <a:off x="5962117" y="5868457"/>
              <a:ext cx="408033" cy="407968"/>
            </a:xfrm>
            <a:prstGeom prst="rect">
              <a:avLst/>
            </a:prstGeom>
            <a:effectLst>
              <a:outerShdw blurRad="50800" dist="50800" dir="5400000" algn="ctr" rotWithShape="0">
                <a:srgbClr val="000000">
                  <a:alpha val="29000"/>
                </a:srgbClr>
              </a:outerShdw>
            </a:effectLst>
          </p:spPr>
        </p:pic>
      </p:grpSp>
      <p:grpSp>
        <p:nvGrpSpPr>
          <p:cNvPr id="26" name="组合 25"/>
          <p:cNvGrpSpPr/>
          <p:nvPr/>
        </p:nvGrpSpPr>
        <p:grpSpPr>
          <a:xfrm>
            <a:off x="7728592" y="2807258"/>
            <a:ext cx="3679965" cy="791895"/>
            <a:chOff x="8603234" y="5743607"/>
            <a:chExt cx="3680388" cy="791963"/>
          </a:xfrm>
        </p:grpSpPr>
        <p:sp>
          <p:nvSpPr>
            <p:cNvPr id="27" name="TextBox 19"/>
            <p:cNvSpPr txBox="1"/>
            <p:nvPr/>
          </p:nvSpPr>
          <p:spPr>
            <a:xfrm>
              <a:off x="8603234" y="5796870"/>
              <a:ext cx="3135202" cy="738700"/>
            </a:xfrm>
            <a:prstGeom prst="rect">
              <a:avLst/>
            </a:prstGeom>
            <a:noFill/>
          </p:spPr>
          <p:txBody>
            <a:bodyPr wrap="square" lIns="91414" tIns="45707" rIns="91414" bIns="45707" rtlCol="0">
              <a:spAutoFit/>
            </a:bodyPr>
            <a:lstStyle/>
            <a:p>
              <a:pPr algn="r" defTabSz="914400">
                <a:defRPr/>
              </a:pPr>
              <a:r>
                <a:rPr lang="zh-CN" altLang="en-US" sz="160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高效的</a:t>
              </a:r>
              <a:r>
                <a:rPr lang="zh-CN" altLang="en-US"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全产业链优势</a:t>
              </a:r>
              <a:endParaRPr lang="en-US" altLang="zh-CN"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a:p>
              <a:pPr algn="r" defTabSz="914400">
                <a:defRPr/>
              </a:pPr>
              <a:r>
                <a:rPr lang="en-GB" altLang="zh-CN" sz="1200" b="1" dirty="0">
                  <a:solidFill>
                    <a:srgbClr val="DBB33C"/>
                  </a:solidFill>
                  <a:latin typeface="Arial" panose="020B0604020202020204"/>
                  <a:ea typeface="微软雅黑" panose="020B0503020204020204" charset="-122"/>
                  <a:sym typeface="Arial" panose="020B0604020202020204"/>
                </a:rPr>
                <a:t>Advantages of </a:t>
              </a:r>
            </a:p>
            <a:p>
              <a:pPr algn="r" defTabSz="914400">
                <a:defRPr/>
              </a:pPr>
              <a:r>
                <a:rPr lang="en-GB" altLang="zh-CN" sz="1200" b="1" dirty="0">
                  <a:solidFill>
                    <a:srgbClr val="DBB33C"/>
                  </a:solidFill>
                  <a:latin typeface="Arial" panose="020B0604020202020204"/>
                  <a:ea typeface="微软雅黑" panose="020B0503020204020204" charset="-122"/>
                  <a:sym typeface="Arial" panose="020B0604020202020204"/>
                </a:rPr>
                <a:t>the entire industry chain</a:t>
              </a:r>
            </a:p>
          </p:txBody>
        </p:sp>
        <p:pic>
          <p:nvPicPr>
            <p:cNvPr id="28" name="图形 27" descr="带箭头的圆圈 纯色填充"/>
            <p:cNvPicPr>
              <a:picLocks noChangeAspect="1"/>
            </p:cNvPicPr>
            <p:nvPr/>
          </p:nvPicPr>
          <p:blipFill>
            <a:blip r:embed="rId23" cstate="email">
              <a:extLst>
                <a:ext uri="{96DAC541-7B7A-43D3-8B79-37D633B846F1}">
                  <asvg:svgBlip xmlns:asvg="http://schemas.microsoft.com/office/drawing/2016/SVG/main" r:embed="rId24"/>
                </a:ext>
              </a:extLst>
            </a:blip>
            <a:stretch>
              <a:fillRect/>
            </a:stretch>
          </p:blipFill>
          <p:spPr>
            <a:xfrm>
              <a:off x="11675147" y="5743607"/>
              <a:ext cx="608475" cy="608458"/>
            </a:xfrm>
            <a:prstGeom prst="rect">
              <a:avLst/>
            </a:prstGeom>
            <a:effectLst>
              <a:outerShdw blurRad="50800" dist="50800" dir="5400000" algn="ctr" rotWithShape="0">
                <a:srgbClr val="000000">
                  <a:alpha val="29000"/>
                </a:srgbClr>
              </a:outerShdw>
            </a:effectLst>
          </p:spPr>
        </p:pic>
      </p:grpSp>
      <p:grpSp>
        <p:nvGrpSpPr>
          <p:cNvPr id="63" name="组合 62"/>
          <p:cNvGrpSpPr/>
          <p:nvPr/>
        </p:nvGrpSpPr>
        <p:grpSpPr>
          <a:xfrm>
            <a:off x="3494273" y="1240327"/>
            <a:ext cx="5115166" cy="4914592"/>
            <a:chOff x="3494273" y="1240327"/>
            <a:chExt cx="5115166" cy="4914592"/>
          </a:xfrm>
        </p:grpSpPr>
        <p:sp>
          <p:nvSpPr>
            <p:cNvPr id="48" name="椭圆 47"/>
            <p:cNvSpPr>
              <a:spLocks noChangeAspect="1"/>
            </p:cNvSpPr>
            <p:nvPr/>
          </p:nvSpPr>
          <p:spPr>
            <a:xfrm>
              <a:off x="3957060" y="1617653"/>
              <a:ext cx="4382338" cy="4205063"/>
            </a:xfrm>
            <a:prstGeom prst="ellipse">
              <a:avLst/>
            </a:prstGeom>
            <a:noFill/>
            <a:ln w="73025" cap="flat">
              <a:solidFill>
                <a:srgbClr val="DBB33C">
                  <a:alpha val="76000"/>
                </a:srgbClr>
              </a:solidFill>
              <a:prstDash val="solid"/>
              <a:round/>
            </a:ln>
            <a:effectLst>
              <a:outerShdw blurRad="76200" dist="38100" dir="5520000" algn="t" rotWithShape="0">
                <a:schemeClr val="tx2">
                  <a:lumMod val="75000"/>
                  <a:alpha val="10000"/>
                </a:schemeClr>
              </a:outerShdw>
            </a:effectLst>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DBB33C"/>
                </a:solidFill>
                <a:effectLst/>
                <a:uFillTx/>
                <a:latin typeface="+mj-lt"/>
                <a:ea typeface="+mj-ea"/>
                <a:cs typeface="+mj-cs"/>
                <a:sym typeface="Calibri" panose="020F0502020204030204"/>
              </a:endParaRPr>
            </a:p>
          </p:txBody>
        </p:sp>
        <p:sp>
          <p:nvSpPr>
            <p:cNvPr id="49" name="椭圆 48"/>
            <p:cNvSpPr>
              <a:spLocks noChangeAspect="1"/>
            </p:cNvSpPr>
            <p:nvPr/>
          </p:nvSpPr>
          <p:spPr>
            <a:xfrm>
              <a:off x="3494273" y="2214870"/>
              <a:ext cx="1134110" cy="1134110"/>
            </a:xfrm>
            <a:prstGeom prst="ellipse">
              <a:avLst/>
            </a:prstGeom>
            <a:solidFill>
              <a:srgbClr val="041E78"/>
            </a:solidFill>
            <a:ln w="28575" cap="flat" cmpd="sng" algn="ctr">
              <a:solidFill>
                <a:srgbClr val="041E78"/>
              </a:solid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DBB33C"/>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50" name="椭圆 49"/>
            <p:cNvSpPr>
              <a:spLocks noChangeAspect="1"/>
            </p:cNvSpPr>
            <p:nvPr/>
          </p:nvSpPr>
          <p:spPr>
            <a:xfrm>
              <a:off x="3607635" y="4090313"/>
              <a:ext cx="1134110" cy="1134110"/>
            </a:xfrm>
            <a:prstGeom prst="ellipse">
              <a:avLst/>
            </a:prstGeom>
            <a:solidFill>
              <a:srgbClr val="041E78"/>
            </a:solidFill>
            <a:ln w="28575" cap="flat" cmpd="sng" algn="ctr">
              <a:solidFill>
                <a:srgbClr val="041E78"/>
              </a:solid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DBB33C"/>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51" name="椭圆 50"/>
            <p:cNvSpPr>
              <a:spLocks noChangeAspect="1"/>
            </p:cNvSpPr>
            <p:nvPr/>
          </p:nvSpPr>
          <p:spPr>
            <a:xfrm>
              <a:off x="5528038" y="5020809"/>
              <a:ext cx="1134110" cy="1134110"/>
            </a:xfrm>
            <a:prstGeom prst="ellipse">
              <a:avLst/>
            </a:prstGeom>
            <a:solidFill>
              <a:srgbClr val="041E78"/>
            </a:solidFill>
            <a:ln w="28575" cap="flat" cmpd="sng" algn="ctr">
              <a:solidFill>
                <a:srgbClr val="041E78"/>
              </a:solidFill>
              <a:prstDash val="solid"/>
              <a:miter lim="800000"/>
            </a:ln>
            <a:effectLst>
              <a:outerShdw blurRad="698500" dist="190500" dir="8100000" algn="tr" rotWithShape="0">
                <a:prstClr val="black">
                  <a:alpha val="30000"/>
                </a:prstClr>
              </a:outerShdw>
            </a:effectLst>
          </p:spPr>
          <p:txBody>
            <a:bodyPr rtlCol="0" anchor="ctr">
              <a:noAutofit/>
            </a:bodyPr>
            <a:lstStyle/>
            <a:p>
              <a:pPr lvl="0" algn="ctr" defTabSz="457200">
                <a:spcBef>
                  <a:spcPts val="0"/>
                </a:spcBef>
                <a:spcAft>
                  <a:spcPts val="0"/>
                </a:spcAft>
                <a:buClrTx/>
                <a:buSzTx/>
                <a:buFontTx/>
                <a:defRPr/>
              </a:pPr>
              <a:endParaRPr lang="zh-CN" altLang="en-US" kern="0" noProof="0" dirty="0">
                <a:ln>
                  <a:noFill/>
                </a:ln>
                <a:solidFill>
                  <a:srgbClr val="DBB33C"/>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52" name="椭圆 51"/>
            <p:cNvSpPr>
              <a:spLocks noChangeAspect="1"/>
            </p:cNvSpPr>
            <p:nvPr/>
          </p:nvSpPr>
          <p:spPr>
            <a:xfrm>
              <a:off x="7377002" y="4130438"/>
              <a:ext cx="1134110" cy="1134110"/>
            </a:xfrm>
            <a:prstGeom prst="ellipse">
              <a:avLst/>
            </a:prstGeom>
            <a:solidFill>
              <a:srgbClr val="041E78"/>
            </a:solidFill>
            <a:ln w="28575" cap="flat" cmpd="sng" algn="ctr">
              <a:solidFill>
                <a:srgbClr val="041E78"/>
              </a:solid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DBB33C"/>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53" name="椭圆 52"/>
            <p:cNvSpPr>
              <a:spLocks noChangeAspect="1"/>
            </p:cNvSpPr>
            <p:nvPr/>
          </p:nvSpPr>
          <p:spPr>
            <a:xfrm>
              <a:off x="7422605" y="2161501"/>
              <a:ext cx="1134110" cy="1134110"/>
            </a:xfrm>
            <a:prstGeom prst="ellipse">
              <a:avLst/>
            </a:prstGeom>
            <a:solidFill>
              <a:srgbClr val="041E78"/>
            </a:solidFill>
            <a:ln w="28575" cap="flat" cmpd="sng" algn="ctr">
              <a:solidFill>
                <a:srgbClr val="041E78"/>
              </a:solid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DBB33C"/>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54" name="椭圆 53"/>
            <p:cNvSpPr>
              <a:spLocks noChangeAspect="1"/>
            </p:cNvSpPr>
            <p:nvPr/>
          </p:nvSpPr>
          <p:spPr>
            <a:xfrm>
              <a:off x="5525853" y="1240327"/>
              <a:ext cx="1134110" cy="1134110"/>
            </a:xfrm>
            <a:prstGeom prst="ellipse">
              <a:avLst/>
            </a:prstGeom>
            <a:solidFill>
              <a:srgbClr val="041E78"/>
            </a:solidFill>
            <a:ln w="28575" cap="flat" cmpd="sng" algn="ctr">
              <a:solidFill>
                <a:srgbClr val="041E78"/>
              </a:solid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DBB33C"/>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55" name="椭圆 54"/>
            <p:cNvSpPr>
              <a:spLocks noChangeAspect="1"/>
            </p:cNvSpPr>
            <p:nvPr/>
          </p:nvSpPr>
          <p:spPr>
            <a:xfrm>
              <a:off x="5160443" y="2803083"/>
              <a:ext cx="1933029" cy="1933029"/>
            </a:xfrm>
            <a:prstGeom prst="ellipse">
              <a:avLst/>
            </a:prstGeom>
            <a:solidFill>
              <a:srgbClr val="041E78"/>
            </a:solidFill>
            <a:ln w="28575" cap="flat" cmpd="sng" algn="ctr">
              <a:solidFill>
                <a:srgbClr val="041E78"/>
              </a:solidFill>
              <a:prstDash val="solid"/>
              <a:miter lim="800000"/>
            </a:ln>
            <a:effectLst>
              <a:outerShdw blurRad="698500" dist="190500" dir="8100000" algn="tr" rotWithShape="0">
                <a:prstClr val="black">
                  <a:alpha val="30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DBB33C"/>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56" name="object 17"/>
            <p:cNvSpPr txBox="1"/>
            <p:nvPr>
              <p:custDataLst>
                <p:tags r:id="rId1"/>
              </p:custDataLst>
            </p:nvPr>
          </p:nvSpPr>
          <p:spPr>
            <a:xfrm>
              <a:off x="5375920" y="1556792"/>
              <a:ext cx="1456690" cy="598241"/>
            </a:xfrm>
            <a:prstGeom prst="rect">
              <a:avLst/>
            </a:prstGeom>
          </p:spPr>
          <p:txBody>
            <a:bodyPr vert="horz" wrap="square" lIns="0" tIns="13335" rIns="0" bIns="0" rtlCol="0">
              <a:spAutoFit/>
            </a:bodyPr>
            <a:lstStyle/>
            <a:p>
              <a:pPr algn="ctr"/>
              <a:r>
                <a:rPr lang="zh-CN" altLang="en-US" sz="1400" b="1" dirty="0">
                  <a:solidFill>
                    <a:srgbClr val="DBB33C"/>
                  </a:solidFill>
                  <a:latin typeface="微软雅黑" panose="020B0503020204020204" charset="-122"/>
                  <a:ea typeface="微软雅黑" panose="020B0503020204020204" charset="-122"/>
                  <a:sym typeface="+mn-ea"/>
                </a:rPr>
                <a:t>市场营销中心</a:t>
              </a:r>
              <a:endParaRPr lang="en-US" altLang="zh-CN" sz="1400" b="1" dirty="0">
                <a:solidFill>
                  <a:srgbClr val="DBB33C"/>
                </a:solidFill>
                <a:latin typeface="微软雅黑" panose="020B0503020204020204" charset="-122"/>
                <a:ea typeface="微软雅黑" panose="020B0503020204020204" charset="-122"/>
                <a:sym typeface="+mn-ea"/>
              </a:endParaRPr>
            </a:p>
            <a:p>
              <a:pPr algn="ctr"/>
              <a:r>
                <a:rPr lang="en-GB" altLang="zh-CN" sz="1200" b="1" dirty="0">
                  <a:solidFill>
                    <a:srgbClr val="DBB33C"/>
                  </a:solidFill>
                  <a:latin typeface="微软雅黑" panose="020B0503020204020204" charset="-122"/>
                  <a:ea typeface="微软雅黑" panose="020B0503020204020204" charset="-122"/>
                  <a:cs typeface="微软雅黑" panose="020B0503020204020204" charset="-122"/>
                  <a:sym typeface="+mn-ea"/>
                </a:rPr>
                <a:t>Marketing </a:t>
              </a:r>
            </a:p>
            <a:p>
              <a:pPr algn="ctr"/>
              <a:r>
                <a:rPr lang="en-GB" altLang="zh-CN" sz="1200" b="1" dirty="0">
                  <a:solidFill>
                    <a:srgbClr val="DBB33C"/>
                  </a:solidFill>
                  <a:latin typeface="微软雅黑" panose="020B0503020204020204" charset="-122"/>
                  <a:ea typeface="微软雅黑" panose="020B0503020204020204" charset="-122"/>
                  <a:cs typeface="微软雅黑" panose="020B0503020204020204" charset="-122"/>
                  <a:sym typeface="+mn-ea"/>
                </a:rPr>
                <a:t>Center</a:t>
              </a:r>
            </a:p>
          </p:txBody>
        </p:sp>
        <p:sp>
          <p:nvSpPr>
            <p:cNvPr id="57" name="object 36"/>
            <p:cNvSpPr txBox="1"/>
            <p:nvPr>
              <p:custDataLst>
                <p:tags r:id="rId2"/>
              </p:custDataLst>
            </p:nvPr>
          </p:nvSpPr>
          <p:spPr>
            <a:xfrm>
              <a:off x="5166833" y="2996952"/>
              <a:ext cx="1965895" cy="1404295"/>
            </a:xfrm>
            <a:prstGeom prst="rect">
              <a:avLst/>
            </a:prstGeom>
          </p:spPr>
          <p:txBody>
            <a:bodyPr vert="horz" wrap="square" lIns="0" tIns="13335" rIns="0" bIns="0" rtlCol="0">
              <a:spAutoFit/>
            </a:bodyPr>
            <a:lstStyle/>
            <a:p>
              <a:pPr marL="12700" marR="5080" algn="ctr">
                <a:lnSpc>
                  <a:spcPct val="150000"/>
                </a:lnSpc>
                <a:spcBef>
                  <a:spcPts val="105"/>
                </a:spcBef>
              </a:pPr>
              <a:r>
                <a:rPr b="1" dirty="0" err="1">
                  <a:solidFill>
                    <a:srgbClr val="DBB33C"/>
                  </a:solidFill>
                  <a:latin typeface="微软雅黑" panose="020B0503020204020204" charset="-122"/>
                  <a:ea typeface="微软雅黑" panose="020B0503020204020204" charset="-122"/>
                  <a:cs typeface="微软雅黑" panose="020B0503020204020204" charset="-122"/>
                </a:rPr>
                <a:t>精细管理</a:t>
              </a:r>
              <a:endParaRPr lang="en-US" b="1" dirty="0">
                <a:solidFill>
                  <a:srgbClr val="DBB33C"/>
                </a:solidFill>
                <a:latin typeface="微软雅黑" panose="020B0503020204020204" charset="-122"/>
                <a:ea typeface="微软雅黑" panose="020B0503020204020204" charset="-122"/>
                <a:cs typeface="微软雅黑" panose="020B0503020204020204" charset="-122"/>
              </a:endParaRPr>
            </a:p>
            <a:p>
              <a:pPr marL="12700" marR="5080" algn="ctr">
                <a:lnSpc>
                  <a:spcPct val="150000"/>
                </a:lnSpc>
                <a:spcBef>
                  <a:spcPts val="105"/>
                </a:spcBef>
              </a:pPr>
              <a:r>
                <a:rPr lang="en-US" altLang="zh-CN" b="1" dirty="0" err="1">
                  <a:solidFill>
                    <a:srgbClr val="DBB33C"/>
                  </a:solidFill>
                  <a:latin typeface="微软雅黑" panose="020B0503020204020204" charset="-122"/>
                  <a:ea typeface="微软雅黑" panose="020B0503020204020204" charset="-122"/>
                  <a:sym typeface="+mn-ea"/>
                </a:rPr>
                <a:t>创造价值</a:t>
              </a:r>
              <a:endParaRPr lang="en-US" altLang="zh-CN" b="1" dirty="0">
                <a:solidFill>
                  <a:srgbClr val="DBB33C"/>
                </a:solidFill>
                <a:latin typeface="微软雅黑" panose="020B0503020204020204" charset="-122"/>
                <a:ea typeface="微软雅黑" panose="020B0503020204020204" charset="-122"/>
                <a:sym typeface="+mn-ea"/>
              </a:endParaRPr>
            </a:p>
            <a:p>
              <a:pPr marL="12700" marR="5080" algn="ctr">
                <a:lnSpc>
                  <a:spcPct val="150000"/>
                </a:lnSpc>
                <a:spcBef>
                  <a:spcPts val="105"/>
                </a:spcBef>
              </a:pPr>
              <a:r>
                <a:rPr lang="en-GB" altLang="zh-CN" sz="1200" b="1" spc="20" dirty="0">
                  <a:solidFill>
                    <a:srgbClr val="DBB33C"/>
                  </a:solidFill>
                  <a:latin typeface="微软雅黑" panose="020B0503020204020204" charset="-122"/>
                  <a:ea typeface="微软雅黑" panose="020B0503020204020204" charset="-122"/>
                </a:rPr>
                <a:t>Delicate management</a:t>
              </a:r>
              <a:endParaRPr lang="en-US" altLang="zh-CN" sz="1200" b="1" spc="20" dirty="0">
                <a:solidFill>
                  <a:srgbClr val="DBB33C"/>
                </a:solidFill>
                <a:latin typeface="微软雅黑" panose="020B0503020204020204" charset="-122"/>
                <a:ea typeface="微软雅黑" panose="020B0503020204020204" charset="-122"/>
                <a:sym typeface="+mn-ea"/>
              </a:endParaRPr>
            </a:p>
            <a:p>
              <a:pPr marL="12700" marR="5080" algn="ctr">
                <a:lnSpc>
                  <a:spcPct val="150000"/>
                </a:lnSpc>
                <a:spcBef>
                  <a:spcPts val="105"/>
                </a:spcBef>
              </a:pPr>
              <a:r>
                <a:rPr lang="en-GB" altLang="zh-CN" sz="1200" b="1" spc="20" dirty="0">
                  <a:solidFill>
                    <a:srgbClr val="DBB33C"/>
                  </a:solidFill>
                  <a:latin typeface="微软雅黑" panose="020B0503020204020204" charset="-122"/>
                  <a:ea typeface="微软雅黑" panose="020B0503020204020204" charset="-122"/>
                  <a:cs typeface="微软雅黑" panose="020B0503020204020204" charset="-122"/>
                </a:rPr>
                <a:t>Creating value</a:t>
              </a:r>
            </a:p>
          </p:txBody>
        </p:sp>
        <p:sp>
          <p:nvSpPr>
            <p:cNvPr id="58" name="object 17"/>
            <p:cNvSpPr txBox="1"/>
            <p:nvPr>
              <p:custDataLst>
                <p:tags r:id="rId3"/>
              </p:custDataLst>
            </p:nvPr>
          </p:nvSpPr>
          <p:spPr>
            <a:xfrm>
              <a:off x="7392144" y="2476236"/>
              <a:ext cx="1217295" cy="736740"/>
            </a:xfrm>
            <a:prstGeom prst="rect">
              <a:avLst/>
            </a:prstGeom>
          </p:spPr>
          <p:txBody>
            <a:bodyPr vert="horz" wrap="square" lIns="0" tIns="13335" rIns="0" bIns="0" rtlCol="0">
              <a:spAutoFit/>
            </a:bodyPr>
            <a:lstStyle/>
            <a:p>
              <a:pPr algn="ctr"/>
              <a:r>
                <a:rPr lang="zh-CN" altLang="en-US" sz="1400" b="1" dirty="0">
                  <a:solidFill>
                    <a:srgbClr val="DBB33C"/>
                  </a:solidFill>
                  <a:latin typeface="微软雅黑" panose="020B0503020204020204" charset="-122"/>
                  <a:ea typeface="微软雅黑" panose="020B0503020204020204" charset="-122"/>
                  <a:sym typeface="+mn-ea"/>
                </a:rPr>
                <a:t>财务管理中心</a:t>
              </a:r>
              <a:endParaRPr lang="en-US" altLang="zh-CN" sz="1400" b="1" dirty="0">
                <a:solidFill>
                  <a:srgbClr val="DBB33C"/>
                </a:solidFill>
                <a:latin typeface="微软雅黑" panose="020B0503020204020204" charset="-122"/>
                <a:ea typeface="微软雅黑" panose="020B0503020204020204" charset="-122"/>
                <a:sym typeface="+mn-ea"/>
              </a:endParaRPr>
            </a:p>
            <a:p>
              <a:pPr algn="ctr"/>
              <a:r>
                <a:rPr lang="en-GB" altLang="zh-CN" sz="1100" b="1" dirty="0">
                  <a:solidFill>
                    <a:srgbClr val="DBB33C"/>
                  </a:solidFill>
                  <a:latin typeface="微软雅黑" panose="020B0503020204020204" charset="-122"/>
                  <a:ea typeface="微软雅黑" panose="020B0503020204020204" charset="-122"/>
                  <a:cs typeface="微软雅黑" panose="020B0503020204020204" charset="-122"/>
                  <a:sym typeface="+mn-ea"/>
                </a:rPr>
                <a:t>Financial Management Center</a:t>
              </a:r>
            </a:p>
          </p:txBody>
        </p:sp>
        <p:sp>
          <p:nvSpPr>
            <p:cNvPr id="59" name="object 17"/>
            <p:cNvSpPr txBox="1"/>
            <p:nvPr>
              <p:custDataLst>
                <p:tags r:id="rId4"/>
              </p:custDataLst>
            </p:nvPr>
          </p:nvSpPr>
          <p:spPr>
            <a:xfrm>
              <a:off x="3503712" y="2492896"/>
              <a:ext cx="1134110" cy="736740"/>
            </a:xfrm>
            <a:prstGeom prst="rect">
              <a:avLst/>
            </a:prstGeom>
          </p:spPr>
          <p:txBody>
            <a:bodyPr vert="horz" wrap="square" lIns="0" tIns="13335" rIns="0" bIns="0" rtlCol="0">
              <a:spAutoFit/>
            </a:bodyPr>
            <a:lstStyle/>
            <a:p>
              <a:pPr algn="ctr"/>
              <a:r>
                <a:rPr lang="zh-CN" altLang="en-US" sz="1400" b="1" dirty="0">
                  <a:solidFill>
                    <a:srgbClr val="DBB33C"/>
                  </a:solidFill>
                  <a:latin typeface="微软雅黑" panose="020B0503020204020204" charset="-122"/>
                  <a:ea typeface="微软雅黑" panose="020B0503020204020204" charset="-122"/>
                  <a:sym typeface="+mn-ea"/>
                </a:rPr>
                <a:t>运营管理中心</a:t>
              </a:r>
              <a:endParaRPr lang="en-US" altLang="zh-CN" sz="1400" b="1" dirty="0">
                <a:solidFill>
                  <a:srgbClr val="DBB33C"/>
                </a:solidFill>
                <a:latin typeface="微软雅黑" panose="020B0503020204020204" charset="-122"/>
                <a:ea typeface="微软雅黑" panose="020B0503020204020204" charset="-122"/>
                <a:sym typeface="+mn-ea"/>
              </a:endParaRPr>
            </a:p>
            <a:p>
              <a:pPr algn="ctr"/>
              <a:r>
                <a:rPr lang="en-GB" altLang="zh-CN" sz="1100" b="1" dirty="0">
                  <a:solidFill>
                    <a:srgbClr val="DBB33C"/>
                  </a:solidFill>
                  <a:latin typeface="微软雅黑" panose="020B0503020204020204" charset="-122"/>
                  <a:ea typeface="微软雅黑" panose="020B0503020204020204" charset="-122"/>
                  <a:cs typeface="微软雅黑" panose="020B0503020204020204" charset="-122"/>
                  <a:sym typeface="+mn-ea"/>
                </a:rPr>
                <a:t>Operation Management Center</a:t>
              </a:r>
            </a:p>
          </p:txBody>
        </p:sp>
        <p:sp>
          <p:nvSpPr>
            <p:cNvPr id="60" name="object 17"/>
            <p:cNvSpPr txBox="1"/>
            <p:nvPr>
              <p:custDataLst>
                <p:tags r:id="rId5"/>
              </p:custDataLst>
            </p:nvPr>
          </p:nvSpPr>
          <p:spPr>
            <a:xfrm>
              <a:off x="3582412" y="4436845"/>
              <a:ext cx="1217295" cy="356235"/>
            </a:xfrm>
            <a:prstGeom prst="rect">
              <a:avLst/>
            </a:prstGeom>
          </p:spPr>
          <p:txBody>
            <a:bodyPr vert="horz" wrap="square" lIns="0" tIns="13335" rIns="0" bIns="0" rtlCol="0">
              <a:noAutofit/>
            </a:bodyPr>
            <a:lstStyle/>
            <a:p>
              <a:pPr algn="ctr"/>
              <a:r>
                <a:rPr lang="en-US" altLang="zh-CN" sz="1400" b="1" dirty="0">
                  <a:solidFill>
                    <a:srgbClr val="DBB33C"/>
                  </a:solidFill>
                  <a:latin typeface="微软雅黑" panose="020B0503020204020204" charset="-122"/>
                  <a:ea typeface="微软雅黑" panose="020B0503020204020204" charset="-122"/>
                  <a:cs typeface="微软雅黑" panose="020B0503020204020204" charset="-122"/>
                  <a:sym typeface="+mn-ea"/>
                </a:rPr>
                <a:t>IT</a:t>
              </a:r>
              <a:r>
                <a:rPr lang="zh-CN" altLang="en-US" sz="1400" b="1" dirty="0">
                  <a:solidFill>
                    <a:srgbClr val="DBB33C"/>
                  </a:solidFill>
                  <a:latin typeface="微软雅黑" panose="020B0503020204020204" charset="-122"/>
                  <a:ea typeface="微软雅黑" panose="020B0503020204020204" charset="-122"/>
                  <a:cs typeface="微软雅黑" panose="020B0503020204020204" charset="-122"/>
                  <a:sym typeface="+mn-ea"/>
                </a:rPr>
                <a:t>中心</a:t>
              </a:r>
              <a:endParaRPr lang="en-US" altLang="zh-CN" sz="1400" b="1" dirty="0">
                <a:solidFill>
                  <a:srgbClr val="DBB33C"/>
                </a:solidFill>
                <a:latin typeface="微软雅黑" panose="020B0503020204020204" charset="-122"/>
                <a:ea typeface="微软雅黑" panose="020B0503020204020204" charset="-122"/>
                <a:cs typeface="微软雅黑" panose="020B0503020204020204" charset="-122"/>
                <a:sym typeface="+mn-ea"/>
              </a:endParaRPr>
            </a:p>
            <a:p>
              <a:pPr algn="ctr"/>
              <a:r>
                <a:rPr lang="en-GB" altLang="zh-CN" sz="1200" b="1" dirty="0">
                  <a:solidFill>
                    <a:srgbClr val="DBB33C"/>
                  </a:solidFill>
                  <a:latin typeface="微软雅黑" panose="020B0503020204020204" charset="-122"/>
                  <a:ea typeface="微软雅黑" panose="020B0503020204020204" charset="-122"/>
                  <a:cs typeface="微软雅黑" panose="020B0503020204020204" charset="-122"/>
                  <a:sym typeface="+mn-ea"/>
                </a:rPr>
                <a:t>IT Center</a:t>
              </a:r>
            </a:p>
          </p:txBody>
        </p:sp>
        <p:sp>
          <p:nvSpPr>
            <p:cNvPr id="61" name="object 17"/>
            <p:cNvSpPr txBox="1"/>
            <p:nvPr>
              <p:custDataLst>
                <p:tags r:id="rId6"/>
              </p:custDataLst>
            </p:nvPr>
          </p:nvSpPr>
          <p:spPr>
            <a:xfrm>
              <a:off x="5467090" y="5301208"/>
              <a:ext cx="1283335" cy="782907"/>
            </a:xfrm>
            <a:prstGeom prst="rect">
              <a:avLst/>
            </a:prstGeom>
          </p:spPr>
          <p:txBody>
            <a:bodyPr vert="horz" wrap="square" lIns="0" tIns="13335" rIns="0" bIns="0" rtlCol="0">
              <a:spAutoFit/>
            </a:bodyPr>
            <a:lstStyle/>
            <a:p>
              <a:pPr algn="ctr"/>
              <a:r>
                <a:rPr lang="zh-CN" altLang="en-US" sz="1400" b="1" dirty="0">
                  <a:solidFill>
                    <a:srgbClr val="DBB33C"/>
                  </a:solidFill>
                  <a:latin typeface="微软雅黑" panose="020B0503020204020204" charset="-122"/>
                  <a:ea typeface="微软雅黑" panose="020B0503020204020204" charset="-122"/>
                  <a:sym typeface="+mn-ea"/>
                </a:rPr>
                <a:t>集中采购中心</a:t>
              </a:r>
              <a:endParaRPr lang="en-US" altLang="zh-CN" sz="1400" b="1" dirty="0">
                <a:solidFill>
                  <a:srgbClr val="DBB33C"/>
                </a:solidFill>
                <a:latin typeface="微软雅黑" panose="020B0503020204020204" charset="-122"/>
                <a:ea typeface="微软雅黑" panose="020B0503020204020204" charset="-122"/>
                <a:sym typeface="+mn-ea"/>
              </a:endParaRPr>
            </a:p>
            <a:p>
              <a:pPr algn="ctr"/>
              <a:r>
                <a:rPr lang="en-GB" altLang="zh-CN" sz="1200" b="1" i="0" u="none" strike="noStrike" kern="1200" baseline="0" dirty="0">
                  <a:solidFill>
                    <a:srgbClr val="DBB33C"/>
                  </a:solidFill>
                  <a:latin typeface="微软雅黑" panose="020B0503020204020204" charset="-122"/>
                  <a:ea typeface="微软雅黑" panose="020B0503020204020204" charset="-122"/>
                  <a:sym typeface="+mn-ea"/>
                </a:rPr>
                <a:t>Centralized purchasing center</a:t>
              </a:r>
            </a:p>
          </p:txBody>
        </p:sp>
        <p:sp>
          <p:nvSpPr>
            <p:cNvPr id="62" name="object 17"/>
            <p:cNvSpPr txBox="1"/>
            <p:nvPr>
              <p:custDataLst>
                <p:tags r:id="rId7"/>
              </p:custDataLst>
            </p:nvPr>
          </p:nvSpPr>
          <p:spPr>
            <a:xfrm>
              <a:off x="7329377" y="4401626"/>
              <a:ext cx="1229360" cy="782907"/>
            </a:xfrm>
            <a:prstGeom prst="rect">
              <a:avLst/>
            </a:prstGeom>
          </p:spPr>
          <p:txBody>
            <a:bodyPr vert="horz" wrap="square" lIns="0" tIns="13335" rIns="0" bIns="0" rtlCol="0">
              <a:spAutoFit/>
            </a:bodyPr>
            <a:lstStyle/>
            <a:p>
              <a:pPr algn="ctr"/>
              <a:r>
                <a:rPr lang="zh-CN" altLang="en-US" sz="1400" b="1" dirty="0">
                  <a:solidFill>
                    <a:srgbClr val="DBB33C"/>
                  </a:solidFill>
                  <a:latin typeface="微软雅黑" panose="020B0503020204020204" charset="-122"/>
                  <a:ea typeface="微软雅黑" panose="020B0503020204020204" charset="-122"/>
                  <a:sym typeface="+mn-ea"/>
                </a:rPr>
                <a:t>人力资源中心</a:t>
              </a:r>
              <a:endParaRPr lang="en-US" altLang="zh-CN" sz="1400" b="1" dirty="0">
                <a:solidFill>
                  <a:srgbClr val="DBB33C"/>
                </a:solidFill>
                <a:latin typeface="微软雅黑" panose="020B0503020204020204" charset="-122"/>
                <a:ea typeface="微软雅黑" panose="020B0503020204020204" charset="-122"/>
                <a:sym typeface="+mn-ea"/>
              </a:endParaRPr>
            </a:p>
            <a:p>
              <a:pPr algn="ctr"/>
              <a:r>
                <a:rPr lang="en-GB" altLang="zh-CN" sz="1200" b="1" dirty="0">
                  <a:solidFill>
                    <a:srgbClr val="DBB33C"/>
                  </a:solidFill>
                  <a:latin typeface="微软雅黑" panose="020B0503020204020204" charset="-122"/>
                  <a:ea typeface="微软雅黑" panose="020B0503020204020204" charset="-122"/>
                  <a:cs typeface="微软雅黑" panose="020B0503020204020204" charset="-122"/>
                  <a:sym typeface="+mn-ea"/>
                </a:rPr>
                <a:t>Human Resource Center</a:t>
              </a:r>
            </a:p>
          </p:txBody>
        </p:sp>
      </p:grpSp>
      <p:grpSp>
        <p:nvGrpSpPr>
          <p:cNvPr id="8" name="组合 7"/>
          <p:cNvGrpSpPr/>
          <p:nvPr/>
        </p:nvGrpSpPr>
        <p:grpSpPr>
          <a:xfrm>
            <a:off x="788212" y="2924944"/>
            <a:ext cx="2588121" cy="553972"/>
            <a:chOff x="3624560" y="2797327"/>
            <a:chExt cx="2589311" cy="554019"/>
          </a:xfrm>
        </p:grpSpPr>
        <p:sp>
          <p:nvSpPr>
            <p:cNvPr id="9" name="TextBox 19"/>
            <p:cNvSpPr txBox="1"/>
            <p:nvPr/>
          </p:nvSpPr>
          <p:spPr>
            <a:xfrm>
              <a:off x="3842326" y="2797327"/>
              <a:ext cx="2371545" cy="554019"/>
            </a:xfrm>
            <a:prstGeom prst="rect">
              <a:avLst/>
            </a:prstGeom>
            <a:noFill/>
            <a:effectLst>
              <a:outerShdw blurRad="50800" dist="50800" dir="5400000" algn="ctr" rotWithShape="0">
                <a:srgbClr val="000000">
                  <a:alpha val="19000"/>
                </a:srgbClr>
              </a:outerShdw>
            </a:effectLst>
          </p:spPr>
          <p:txBody>
            <a:bodyPr wrap="square" lIns="91414" tIns="45707" rIns="91414" bIns="45707" rtlCol="0">
              <a:spAutoFit/>
            </a:bodyPr>
            <a:lstStyle/>
            <a:p>
              <a:pPr algn="r" defTabSz="914400">
                <a:defRPr/>
              </a:pPr>
              <a:r>
                <a:rPr lang="zh-CN" altLang="en-US" sz="1600"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健全的</a:t>
              </a:r>
              <a:r>
                <a:rPr lang="zh-CN" altLang="en-US"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rPr>
                <a:t>市场营销体系</a:t>
              </a:r>
              <a:endParaRPr lang="en-US" altLang="zh-CN"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a:p>
              <a:pPr algn="r" defTabSz="914400">
                <a:defRPr/>
              </a:pPr>
              <a:r>
                <a:rPr lang="en-GB" altLang="zh-CN" sz="1200" b="1" dirty="0">
                  <a:solidFill>
                    <a:srgbClr val="DBB33C"/>
                  </a:solidFill>
                  <a:latin typeface="Arial" panose="020B0604020202020204"/>
                  <a:ea typeface="微软雅黑" panose="020B0503020204020204" charset="-122"/>
                  <a:sym typeface="Arial" panose="020B0604020202020204"/>
                </a:rPr>
                <a:t>Sales</a:t>
              </a:r>
              <a:r>
                <a:rPr lang="zh-CN" altLang="en-US" sz="1200" b="1" dirty="0">
                  <a:solidFill>
                    <a:srgbClr val="DBB33C"/>
                  </a:solidFill>
                  <a:latin typeface="Arial" panose="020B0604020202020204"/>
                  <a:ea typeface="微软雅黑" panose="020B0503020204020204" charset="-122"/>
                  <a:sym typeface="Arial" panose="020B0604020202020204"/>
                </a:rPr>
                <a:t> </a:t>
              </a:r>
              <a:r>
                <a:rPr lang="en-US" altLang="zh-CN" sz="1200" b="1" dirty="0">
                  <a:solidFill>
                    <a:srgbClr val="DBB33C"/>
                  </a:solidFill>
                  <a:latin typeface="Arial" panose="020B0604020202020204"/>
                  <a:ea typeface="微软雅黑" panose="020B0503020204020204" charset="-122"/>
                  <a:sym typeface="Arial" panose="020B0604020202020204"/>
                </a:rPr>
                <a:t>&amp;</a:t>
              </a:r>
              <a:r>
                <a:rPr lang="zh-CN" altLang="en-US" sz="1200" b="1" dirty="0">
                  <a:solidFill>
                    <a:srgbClr val="DBB33C"/>
                  </a:solidFill>
                  <a:latin typeface="Arial" panose="020B0604020202020204"/>
                  <a:ea typeface="微软雅黑" panose="020B0503020204020204" charset="-122"/>
                  <a:sym typeface="Arial" panose="020B0604020202020204"/>
                </a:rPr>
                <a:t> </a:t>
              </a:r>
              <a:r>
                <a:rPr lang="en-GB" altLang="zh-CN" sz="1200" b="1" dirty="0">
                  <a:solidFill>
                    <a:srgbClr val="DBB33C"/>
                  </a:solidFill>
                  <a:latin typeface="Arial" panose="020B0604020202020204"/>
                  <a:ea typeface="微软雅黑" panose="020B0503020204020204" charset="-122"/>
                  <a:sym typeface="Arial" panose="020B0604020202020204"/>
                </a:rPr>
                <a:t>Marketing system</a:t>
              </a:r>
            </a:p>
          </p:txBody>
        </p:sp>
        <p:pic>
          <p:nvPicPr>
            <p:cNvPr id="10" name="图形 61" descr="上升趋势条形图 纯色填充"/>
            <p:cNvPicPr>
              <a:picLocks noChangeAspect="1"/>
            </p:cNvPicPr>
            <p:nvPr/>
          </p:nvPicPr>
          <p:blipFill>
            <a:blip r:embed="rId25" cstate="email">
              <a:extLst>
                <a:ext uri="{96DAC541-7B7A-43D3-8B79-37D633B846F1}">
                  <asvg:svgBlip xmlns:asvg="http://schemas.microsoft.com/office/drawing/2016/SVG/main" r:embed="rId26"/>
                </a:ext>
              </a:extLst>
            </a:blip>
            <a:stretch>
              <a:fillRect/>
            </a:stretch>
          </p:blipFill>
          <p:spPr>
            <a:xfrm>
              <a:off x="3624560" y="2854194"/>
              <a:ext cx="408121" cy="474380"/>
            </a:xfrm>
            <a:prstGeom prst="rect">
              <a:avLst/>
            </a:prstGeom>
            <a:effectLst>
              <a:outerShdw blurRad="50800" dist="50800" dir="5400000" algn="ctr" rotWithShape="0">
                <a:srgbClr val="000000">
                  <a:alpha val="29000"/>
                </a:srgbClr>
              </a:outerShdw>
            </a:effectLst>
          </p:spPr>
        </p:pic>
      </p:grpSp>
      <p:pic>
        <p:nvPicPr>
          <p:cNvPr id="47" name="图片 46"/>
          <p:cNvPicPr>
            <a:picLocks noChangeAspect="1"/>
          </p:cNvPicPr>
          <p:nvPr/>
        </p:nvPicPr>
        <p:blipFill>
          <a:blip r:embed="rId27" cstate="email"/>
          <a:stretch>
            <a:fillRect/>
          </a:stretch>
        </p:blipFill>
        <p:spPr>
          <a:xfrm>
            <a:off x="10056440" y="274114"/>
            <a:ext cx="1898336" cy="590126"/>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p:cNvPicPr>
            <a:picLocks noChangeAspect="1"/>
          </p:cNvPicPr>
          <p:nvPr/>
        </p:nvPicPr>
        <p:blipFill>
          <a:blip r:embed="rId28" cstate="email">
            <a:alphaModFix amt="24000"/>
          </a:blip>
          <a:stretch>
            <a:fillRect/>
          </a:stretch>
        </p:blipFill>
        <p:spPr>
          <a:xfrm>
            <a:off x="-106" y="-270"/>
            <a:ext cx="12221315" cy="6817630"/>
          </a:xfrm>
          <a:prstGeom prst="rect">
            <a:avLst/>
          </a:prstGeom>
        </p:spPr>
      </p:pic>
      <p:sp>
        <p:nvSpPr>
          <p:cNvPr id="2" name="object 2"/>
          <p:cNvSpPr txBox="1"/>
          <p:nvPr/>
        </p:nvSpPr>
        <p:spPr>
          <a:xfrm>
            <a:off x="695400" y="1920780"/>
            <a:ext cx="3990499" cy="313690"/>
          </a:xfrm>
          <a:prstGeom prst="rect">
            <a:avLst/>
          </a:prstGeom>
          <a:effectLst>
            <a:outerShdw blurRad="50800" dist="50800" dir="5400000" algn="ctr" rotWithShape="0">
              <a:srgbClr val="000000">
                <a:alpha val="9000"/>
              </a:srgbClr>
            </a:outerShdw>
          </a:effectLst>
        </p:spPr>
        <p:txBody>
          <a:bodyPr vert="horz" wrap="square" lIns="0" tIns="6813" rIns="0" bIns="0" rtlCol="0">
            <a:spAutoFit/>
          </a:bodyPr>
          <a:lstStyle>
            <a:lvl1pPr>
              <a:defRPr sz="4000" b="1" i="0">
                <a:solidFill>
                  <a:srgbClr val="404040"/>
                </a:solidFill>
                <a:latin typeface="微软雅黑" panose="020B0503020204020204" charset="-122"/>
                <a:ea typeface="+mj-ea"/>
                <a:cs typeface="微软雅黑" panose="020B0503020204020204" charset="-122"/>
              </a:defRPr>
            </a:lvl1pPr>
          </a:lstStyle>
          <a:p>
            <a:pPr marL="6985" defTabSz="773430">
              <a:spcBef>
                <a:spcPts val="55"/>
              </a:spcBef>
            </a:pPr>
            <a:r>
              <a:rPr lang="zh-CN" altLang="en-US" sz="200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cs typeface="+mj-cs"/>
              </a:rPr>
              <a:t>全权委托模式 </a:t>
            </a:r>
            <a:r>
              <a:rPr lang="en-GB" altLang="zh-CN" sz="1600"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cs typeface="+mj-cs"/>
              </a:rPr>
              <a:t>Discretionary</a:t>
            </a:r>
          </a:p>
        </p:txBody>
      </p:sp>
      <p:sp>
        <p:nvSpPr>
          <p:cNvPr id="3" name="object 2"/>
          <p:cNvSpPr txBox="1"/>
          <p:nvPr/>
        </p:nvSpPr>
        <p:spPr>
          <a:xfrm>
            <a:off x="695400" y="3734626"/>
            <a:ext cx="3243805" cy="313690"/>
          </a:xfrm>
          <a:prstGeom prst="rect">
            <a:avLst/>
          </a:prstGeom>
          <a:effectLst>
            <a:outerShdw blurRad="50800" dist="50800" dir="5400000" algn="ctr" rotWithShape="0">
              <a:srgbClr val="000000">
                <a:alpha val="9000"/>
              </a:srgbClr>
            </a:outerShdw>
          </a:effectLst>
        </p:spPr>
        <p:txBody>
          <a:bodyPr vert="horz" wrap="square" lIns="0" tIns="6813" rIns="0" bIns="0" rtlCol="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985" defTabSz="773430">
              <a:spcBef>
                <a:spcPts val="55"/>
              </a:spcBef>
              <a:defRPr sz="2000" b="1">
                <a:solidFill>
                  <a:srgbClr val="003F82"/>
                </a:solidFill>
                <a:latin typeface="Arial" panose="020B0604020202020204"/>
                <a:ea typeface="微软雅黑" panose="020B0503020204020204" charset="-122"/>
              </a:defRPr>
            </a:lvl1pPr>
          </a:lstStyle>
          <a:p>
            <a:pPr algn="l">
              <a:buClrTx/>
              <a:buSzTx/>
              <a:buFontTx/>
            </a:pPr>
            <a:r>
              <a:rPr lang="zh-CN" altLang="en-US" dirty="0">
                <a:solidFill>
                  <a:srgbClr val="DBB33C"/>
                </a:solidFill>
                <a:effectLst>
                  <a:outerShdw blurRad="38100" dist="38100" dir="2700000" algn="tl">
                    <a:srgbClr val="000000">
                      <a:alpha val="43137"/>
                    </a:srgbClr>
                  </a:outerShdw>
                </a:effectLst>
                <a:sym typeface="+mn-ea"/>
              </a:rPr>
              <a:t>特许经营模式</a:t>
            </a:r>
            <a:r>
              <a:rPr lang="zh-CN" altLang="en-US" dirty="0">
                <a:solidFill>
                  <a:srgbClr val="DBB33C"/>
                </a:solidFill>
                <a:sym typeface="+mn-ea"/>
              </a:rPr>
              <a:t> </a:t>
            </a:r>
            <a:r>
              <a:rPr lang="en-GB" altLang="zh-CN" sz="1600" dirty="0">
                <a:solidFill>
                  <a:srgbClr val="DBB33C"/>
                </a:solidFill>
                <a:effectLst>
                  <a:outerShdw blurRad="38100" dist="38100" dir="2700000" algn="tl">
                    <a:srgbClr val="000000">
                      <a:alpha val="43137"/>
                    </a:srgbClr>
                  </a:outerShdw>
                </a:effectLst>
                <a:cs typeface="+mj-cs"/>
                <a:sym typeface="+mn-ea"/>
              </a:rPr>
              <a:t>Franchise</a:t>
            </a:r>
          </a:p>
        </p:txBody>
      </p:sp>
      <p:sp>
        <p:nvSpPr>
          <p:cNvPr id="7" name="文本框 6"/>
          <p:cNvSpPr txBox="1"/>
          <p:nvPr/>
        </p:nvSpPr>
        <p:spPr>
          <a:xfrm>
            <a:off x="623570" y="2346325"/>
            <a:ext cx="3717925" cy="546100"/>
          </a:xfrm>
          <a:prstGeom prst="rect">
            <a:avLst/>
          </a:prstGeom>
          <a:noFill/>
          <a:ln w="9525">
            <a:noFill/>
          </a:ln>
        </p:spPr>
        <p:txBody>
          <a:bodyPr wrap="square">
            <a:spAutoFit/>
          </a:bodyPr>
          <a:lstStyle/>
          <a:p>
            <a:pPr algn="just" defTabSz="773430" eaLnBrk="1">
              <a:lnSpc>
                <a:spcPts val="1775"/>
              </a:lnSpc>
            </a:pPr>
            <a:r>
              <a:rPr lang="zh-CN" altLang="en-US" sz="1200" dirty="0">
                <a:solidFill>
                  <a:srgbClr val="0A1833"/>
                </a:solidFill>
                <a:latin typeface="微软雅黑" panose="020B0503020204020204" charset="-122"/>
                <a:ea typeface="微软雅黑" panose="020B0503020204020204" charset="-122"/>
              </a:rPr>
              <a:t>主要经营模式，搭建更加完善的管理体系、服务规范、质量标准、品牌序列，满足业主不同需求。</a:t>
            </a:r>
            <a:endParaRPr lang="en-US" altLang="zh-CN" sz="1200" dirty="0">
              <a:solidFill>
                <a:srgbClr val="0A1833"/>
              </a:solidFill>
              <a:latin typeface="微软雅黑" panose="020B0503020204020204" charset="-122"/>
              <a:ea typeface="微软雅黑" panose="020B0503020204020204" charset="-122"/>
            </a:endParaRPr>
          </a:p>
        </p:txBody>
      </p:sp>
      <p:sp>
        <p:nvSpPr>
          <p:cNvPr id="11" name="文本框 10"/>
          <p:cNvSpPr txBox="1"/>
          <p:nvPr/>
        </p:nvSpPr>
        <p:spPr>
          <a:xfrm>
            <a:off x="623392" y="4146297"/>
            <a:ext cx="3331845" cy="546100"/>
          </a:xfrm>
          <a:prstGeom prst="rect">
            <a:avLst/>
          </a:prstGeom>
          <a:noFill/>
          <a:ln w="9525">
            <a:noFill/>
          </a:ln>
        </p:spPr>
        <p:txBody>
          <a:bodyPr wrap="square">
            <a:spAutoFit/>
          </a:bodyPr>
          <a:lstStyle/>
          <a:p>
            <a:pPr lvl="0" algn="just" defTabSz="773430">
              <a:lnSpc>
                <a:spcPts val="1775"/>
              </a:lnSpc>
            </a:pPr>
            <a:r>
              <a:rPr lang="zh-CN" altLang="en-US" sz="1200" dirty="0">
                <a:solidFill>
                  <a:srgbClr val="0A1833"/>
                </a:solidFill>
                <a:latin typeface="微软雅黑" panose="020B0503020204020204" charset="-122"/>
                <a:ea typeface="微软雅黑" panose="020B0503020204020204" charset="-122"/>
                <a:sym typeface="+mn-ea"/>
              </a:rPr>
              <a:t>特许自有品牌及相关知识产权与被许可人使用，由被特许人自行组建团队管控酒店日常运营。</a:t>
            </a:r>
          </a:p>
        </p:txBody>
      </p:sp>
      <p:cxnSp>
        <p:nvCxnSpPr>
          <p:cNvPr id="15" name="直接连接符 27"/>
          <p:cNvCxnSpPr/>
          <p:nvPr>
            <p:custDataLst>
              <p:tags r:id="rId1"/>
            </p:custDataLst>
          </p:nvPr>
        </p:nvCxnSpPr>
        <p:spPr>
          <a:xfrm>
            <a:off x="7958715" y="2297390"/>
            <a:ext cx="3294334" cy="0"/>
          </a:xfrm>
          <a:prstGeom prst="line">
            <a:avLst/>
          </a:prstGeom>
          <a:ln w="3175">
            <a:solidFill>
              <a:srgbClr val="C6A86F"/>
            </a:solidFill>
          </a:ln>
        </p:spPr>
        <p:style>
          <a:lnRef idx="1">
            <a:srgbClr val="1F74AD"/>
          </a:lnRef>
          <a:fillRef idx="0">
            <a:srgbClr val="1F74AD"/>
          </a:fillRef>
          <a:effectRef idx="0">
            <a:srgbClr val="1F74AD"/>
          </a:effectRef>
          <a:fontRef idx="minor">
            <a:srgbClr val="000000"/>
          </a:fontRef>
        </p:style>
      </p:cxnSp>
      <p:cxnSp>
        <p:nvCxnSpPr>
          <p:cNvPr id="16" name="直接连接符 28"/>
          <p:cNvCxnSpPr/>
          <p:nvPr>
            <p:custDataLst>
              <p:tags r:id="rId2"/>
            </p:custDataLst>
          </p:nvPr>
        </p:nvCxnSpPr>
        <p:spPr>
          <a:xfrm>
            <a:off x="8008591" y="3872276"/>
            <a:ext cx="3294334" cy="0"/>
          </a:xfrm>
          <a:prstGeom prst="line">
            <a:avLst/>
          </a:prstGeom>
          <a:ln w="3175">
            <a:solidFill>
              <a:srgbClr val="C6A86F"/>
            </a:solidFill>
          </a:ln>
        </p:spPr>
        <p:style>
          <a:lnRef idx="1">
            <a:srgbClr val="1F74AD"/>
          </a:lnRef>
          <a:fillRef idx="0">
            <a:srgbClr val="1F74AD"/>
          </a:fillRef>
          <a:effectRef idx="0">
            <a:srgbClr val="1F74AD"/>
          </a:effectRef>
          <a:fontRef idx="minor">
            <a:srgbClr val="000000"/>
          </a:fontRef>
        </p:style>
      </p:cxnSp>
      <p:cxnSp>
        <p:nvCxnSpPr>
          <p:cNvPr id="17" name="直接连接符 29"/>
          <p:cNvCxnSpPr/>
          <p:nvPr>
            <p:custDataLst>
              <p:tags r:id="rId3"/>
            </p:custDataLst>
          </p:nvPr>
        </p:nvCxnSpPr>
        <p:spPr>
          <a:xfrm>
            <a:off x="686426" y="4794128"/>
            <a:ext cx="3294334" cy="0"/>
          </a:xfrm>
          <a:prstGeom prst="line">
            <a:avLst/>
          </a:prstGeom>
          <a:ln w="3175">
            <a:solidFill>
              <a:srgbClr val="C6A86F"/>
            </a:solidFill>
          </a:ln>
        </p:spPr>
        <p:style>
          <a:lnRef idx="1">
            <a:srgbClr val="1F74AD"/>
          </a:lnRef>
          <a:fillRef idx="0">
            <a:srgbClr val="1F74AD"/>
          </a:fillRef>
          <a:effectRef idx="0">
            <a:srgbClr val="1F74AD"/>
          </a:effectRef>
          <a:fontRef idx="minor">
            <a:srgbClr val="000000"/>
          </a:fontRef>
        </p:style>
      </p:cxnSp>
      <p:cxnSp>
        <p:nvCxnSpPr>
          <p:cNvPr id="19" name="直接连接符 31"/>
          <p:cNvCxnSpPr/>
          <p:nvPr>
            <p:custDataLst>
              <p:tags r:id="rId4"/>
            </p:custDataLst>
          </p:nvPr>
        </p:nvCxnSpPr>
        <p:spPr>
          <a:xfrm>
            <a:off x="699535" y="2969327"/>
            <a:ext cx="3348000" cy="0"/>
          </a:xfrm>
          <a:prstGeom prst="line">
            <a:avLst/>
          </a:prstGeom>
          <a:ln w="3175">
            <a:solidFill>
              <a:srgbClr val="C6A86F"/>
            </a:solidFill>
          </a:ln>
        </p:spPr>
        <p:style>
          <a:lnRef idx="1">
            <a:srgbClr val="1F74AD"/>
          </a:lnRef>
          <a:fillRef idx="0">
            <a:srgbClr val="1F74AD"/>
          </a:fillRef>
          <a:effectRef idx="0">
            <a:srgbClr val="1F74AD"/>
          </a:effectRef>
          <a:fontRef idx="minor">
            <a:srgbClr val="000000"/>
          </a:fontRef>
        </p:style>
      </p:cxnSp>
      <p:grpSp>
        <p:nvGrpSpPr>
          <p:cNvPr id="20" name="组合 19"/>
          <p:cNvGrpSpPr/>
          <p:nvPr>
            <p:custDataLst>
              <p:tags r:id="rId5"/>
            </p:custDataLst>
          </p:nvPr>
        </p:nvGrpSpPr>
        <p:grpSpPr>
          <a:xfrm>
            <a:off x="4060825" y="1468120"/>
            <a:ext cx="3710305" cy="4225925"/>
            <a:chOff x="6693" y="1681"/>
            <a:chExt cx="5843" cy="6655"/>
          </a:xfrm>
        </p:grpSpPr>
        <p:sp>
          <p:nvSpPr>
            <p:cNvPr id="21" name="任意多边形 2"/>
            <p:cNvSpPr/>
            <p:nvPr>
              <p:custDataLst>
                <p:tags r:id="rId7"/>
              </p:custDataLst>
            </p:nvPr>
          </p:nvSpPr>
          <p:spPr bwMode="auto">
            <a:xfrm rot="1220775">
              <a:off x="7532" y="6465"/>
              <a:ext cx="698" cy="607"/>
            </a:xfrm>
            <a:custGeom>
              <a:avLst/>
              <a:gdLst>
                <a:gd name="T0" fmla="*/ 122 w 286"/>
                <a:gd name="T1" fmla="*/ 248 h 248"/>
                <a:gd name="T2" fmla="*/ 239 w 286"/>
                <a:gd name="T3" fmla="*/ 219 h 248"/>
                <a:gd name="T4" fmla="*/ 20 w 286"/>
                <a:gd name="T5" fmla="*/ 0 h 248"/>
                <a:gd name="T6" fmla="*/ 76 w 286"/>
                <a:gd name="T7" fmla="*/ 241 h 248"/>
                <a:gd name="T8" fmla="*/ 122 w 286"/>
                <a:gd name="T9" fmla="*/ 248 h 248"/>
              </a:gdLst>
              <a:ahLst/>
              <a:cxnLst>
                <a:cxn ang="0">
                  <a:pos x="T0" y="T1"/>
                </a:cxn>
                <a:cxn ang="0">
                  <a:pos x="T2" y="T3"/>
                </a:cxn>
                <a:cxn ang="0">
                  <a:pos x="T4" y="T5"/>
                </a:cxn>
                <a:cxn ang="0">
                  <a:pos x="T6" y="T7"/>
                </a:cxn>
                <a:cxn ang="0">
                  <a:pos x="T8" y="T9"/>
                </a:cxn>
              </a:cxnLst>
              <a:rect l="0" t="0" r="r" b="b"/>
              <a:pathLst>
                <a:path w="286" h="248">
                  <a:moveTo>
                    <a:pt x="122" y="248"/>
                  </a:moveTo>
                  <a:cubicBezTo>
                    <a:pt x="122" y="248"/>
                    <a:pt x="192" y="241"/>
                    <a:pt x="239" y="219"/>
                  </a:cubicBezTo>
                  <a:cubicBezTo>
                    <a:pt x="286" y="197"/>
                    <a:pt x="20" y="0"/>
                    <a:pt x="20" y="0"/>
                  </a:cubicBezTo>
                  <a:cubicBezTo>
                    <a:pt x="20" y="0"/>
                    <a:pt x="0" y="210"/>
                    <a:pt x="76" y="241"/>
                  </a:cubicBezTo>
                  <a:cubicBezTo>
                    <a:pt x="122" y="248"/>
                    <a:pt x="122" y="248"/>
                    <a:pt x="122" y="248"/>
                  </a:cubicBezTo>
                </a:path>
              </a:pathLst>
            </a:custGeom>
            <a:solidFill>
              <a:srgbClr val="FFC000">
                <a:lumMod val="75000"/>
              </a:srgbClr>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22" name="任意多边形 2"/>
            <p:cNvSpPr/>
            <p:nvPr>
              <p:custDataLst>
                <p:tags r:id="rId8"/>
              </p:custDataLst>
            </p:nvPr>
          </p:nvSpPr>
          <p:spPr bwMode="auto">
            <a:xfrm rot="19080036">
              <a:off x="9942" y="7007"/>
              <a:ext cx="698" cy="607"/>
            </a:xfrm>
            <a:custGeom>
              <a:avLst/>
              <a:gdLst>
                <a:gd name="T0" fmla="*/ 122 w 286"/>
                <a:gd name="T1" fmla="*/ 248 h 248"/>
                <a:gd name="T2" fmla="*/ 239 w 286"/>
                <a:gd name="T3" fmla="*/ 219 h 248"/>
                <a:gd name="T4" fmla="*/ 20 w 286"/>
                <a:gd name="T5" fmla="*/ 0 h 248"/>
                <a:gd name="T6" fmla="*/ 76 w 286"/>
                <a:gd name="T7" fmla="*/ 241 h 248"/>
                <a:gd name="T8" fmla="*/ 122 w 286"/>
                <a:gd name="T9" fmla="*/ 248 h 248"/>
              </a:gdLst>
              <a:ahLst/>
              <a:cxnLst>
                <a:cxn ang="0">
                  <a:pos x="T0" y="T1"/>
                </a:cxn>
                <a:cxn ang="0">
                  <a:pos x="T2" y="T3"/>
                </a:cxn>
                <a:cxn ang="0">
                  <a:pos x="T4" y="T5"/>
                </a:cxn>
                <a:cxn ang="0">
                  <a:pos x="T6" y="T7"/>
                </a:cxn>
                <a:cxn ang="0">
                  <a:pos x="T8" y="T9"/>
                </a:cxn>
              </a:cxnLst>
              <a:rect l="0" t="0" r="r" b="b"/>
              <a:pathLst>
                <a:path w="286" h="248">
                  <a:moveTo>
                    <a:pt x="122" y="248"/>
                  </a:moveTo>
                  <a:cubicBezTo>
                    <a:pt x="122" y="248"/>
                    <a:pt x="192" y="241"/>
                    <a:pt x="239" y="219"/>
                  </a:cubicBezTo>
                  <a:cubicBezTo>
                    <a:pt x="286" y="197"/>
                    <a:pt x="20" y="0"/>
                    <a:pt x="20" y="0"/>
                  </a:cubicBezTo>
                  <a:cubicBezTo>
                    <a:pt x="20" y="0"/>
                    <a:pt x="0" y="210"/>
                    <a:pt x="76" y="241"/>
                  </a:cubicBezTo>
                  <a:cubicBezTo>
                    <a:pt x="122" y="248"/>
                    <a:pt x="122" y="248"/>
                    <a:pt x="122" y="248"/>
                  </a:cubicBezTo>
                </a:path>
              </a:pathLst>
            </a:custGeom>
            <a:solidFill>
              <a:srgbClr val="9BBB59">
                <a:lumMod val="75000"/>
              </a:srgbClr>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23" name="任意多边形 58"/>
            <p:cNvSpPr/>
            <p:nvPr>
              <p:custDataLst>
                <p:tags r:id="rId9"/>
              </p:custDataLst>
            </p:nvPr>
          </p:nvSpPr>
          <p:spPr bwMode="auto">
            <a:xfrm rot="15327885">
              <a:off x="11649" y="5318"/>
              <a:ext cx="698" cy="607"/>
            </a:xfrm>
            <a:custGeom>
              <a:avLst/>
              <a:gdLst>
                <a:gd name="T0" fmla="*/ 122 w 286"/>
                <a:gd name="T1" fmla="*/ 248 h 248"/>
                <a:gd name="T2" fmla="*/ 239 w 286"/>
                <a:gd name="T3" fmla="*/ 219 h 248"/>
                <a:gd name="T4" fmla="*/ 20 w 286"/>
                <a:gd name="T5" fmla="*/ 0 h 248"/>
                <a:gd name="T6" fmla="*/ 76 w 286"/>
                <a:gd name="T7" fmla="*/ 241 h 248"/>
                <a:gd name="T8" fmla="*/ 122 w 286"/>
                <a:gd name="T9" fmla="*/ 248 h 248"/>
              </a:gdLst>
              <a:ahLst/>
              <a:cxnLst>
                <a:cxn ang="0">
                  <a:pos x="T0" y="T1"/>
                </a:cxn>
                <a:cxn ang="0">
                  <a:pos x="T2" y="T3"/>
                </a:cxn>
                <a:cxn ang="0">
                  <a:pos x="T4" y="T5"/>
                </a:cxn>
                <a:cxn ang="0">
                  <a:pos x="T6" y="T7"/>
                </a:cxn>
                <a:cxn ang="0">
                  <a:pos x="T8" y="T9"/>
                </a:cxn>
              </a:cxnLst>
              <a:rect l="0" t="0" r="r" b="b"/>
              <a:pathLst>
                <a:path w="286" h="248">
                  <a:moveTo>
                    <a:pt x="122" y="248"/>
                  </a:moveTo>
                  <a:cubicBezTo>
                    <a:pt x="122" y="248"/>
                    <a:pt x="192" y="241"/>
                    <a:pt x="239" y="219"/>
                  </a:cubicBezTo>
                  <a:cubicBezTo>
                    <a:pt x="286" y="197"/>
                    <a:pt x="20" y="0"/>
                    <a:pt x="20" y="0"/>
                  </a:cubicBezTo>
                  <a:cubicBezTo>
                    <a:pt x="20" y="0"/>
                    <a:pt x="0" y="210"/>
                    <a:pt x="76" y="241"/>
                  </a:cubicBezTo>
                  <a:cubicBezTo>
                    <a:pt x="122" y="248"/>
                    <a:pt x="122" y="248"/>
                    <a:pt x="122" y="248"/>
                  </a:cubicBezTo>
                </a:path>
              </a:pathLst>
            </a:custGeom>
            <a:solidFill>
              <a:srgbClr val="69A35B">
                <a:lumMod val="75000"/>
              </a:srgbClr>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24" name="任意多边形 59"/>
            <p:cNvSpPr/>
            <p:nvPr>
              <p:custDataLst>
                <p:tags r:id="rId10"/>
              </p:custDataLst>
            </p:nvPr>
          </p:nvSpPr>
          <p:spPr bwMode="auto">
            <a:xfrm rot="17562408">
              <a:off x="11159" y="3047"/>
              <a:ext cx="597" cy="692"/>
            </a:xfrm>
            <a:custGeom>
              <a:avLst/>
              <a:gdLst>
                <a:gd name="T0" fmla="*/ 248 w 248"/>
                <a:gd name="T1" fmla="*/ 164 h 287"/>
                <a:gd name="T2" fmla="*/ 219 w 248"/>
                <a:gd name="T3" fmla="*/ 48 h 287"/>
                <a:gd name="T4" fmla="*/ 0 w 248"/>
                <a:gd name="T5" fmla="*/ 266 h 287"/>
                <a:gd name="T6" fmla="*/ 241 w 248"/>
                <a:gd name="T7" fmla="*/ 210 h 287"/>
                <a:gd name="T8" fmla="*/ 248 w 248"/>
                <a:gd name="T9" fmla="*/ 164 h 287"/>
              </a:gdLst>
              <a:ahLst/>
              <a:cxnLst>
                <a:cxn ang="0">
                  <a:pos x="T0" y="T1"/>
                </a:cxn>
                <a:cxn ang="0">
                  <a:pos x="T2" y="T3"/>
                </a:cxn>
                <a:cxn ang="0">
                  <a:pos x="T4" y="T5"/>
                </a:cxn>
                <a:cxn ang="0">
                  <a:pos x="T6" y="T7"/>
                </a:cxn>
                <a:cxn ang="0">
                  <a:pos x="T8" y="T9"/>
                </a:cxn>
              </a:cxnLst>
              <a:rect l="0" t="0" r="r" b="b"/>
              <a:pathLst>
                <a:path w="248" h="287">
                  <a:moveTo>
                    <a:pt x="248" y="164"/>
                  </a:moveTo>
                  <a:cubicBezTo>
                    <a:pt x="248" y="164"/>
                    <a:pt x="241" y="95"/>
                    <a:pt x="219" y="48"/>
                  </a:cubicBezTo>
                  <a:cubicBezTo>
                    <a:pt x="197" y="0"/>
                    <a:pt x="0" y="266"/>
                    <a:pt x="0" y="266"/>
                  </a:cubicBezTo>
                  <a:cubicBezTo>
                    <a:pt x="0" y="266"/>
                    <a:pt x="210" y="287"/>
                    <a:pt x="241" y="210"/>
                  </a:cubicBezTo>
                  <a:cubicBezTo>
                    <a:pt x="248" y="164"/>
                    <a:pt x="248" y="164"/>
                    <a:pt x="248" y="164"/>
                  </a:cubicBezTo>
                </a:path>
              </a:pathLst>
            </a:custGeom>
            <a:solidFill>
              <a:srgbClr val="1AA3AA">
                <a:lumMod val="75000"/>
              </a:srgbClr>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25" name="任意多边形 60"/>
            <p:cNvSpPr/>
            <p:nvPr>
              <p:custDataLst>
                <p:tags r:id="rId11"/>
              </p:custDataLst>
            </p:nvPr>
          </p:nvSpPr>
          <p:spPr bwMode="auto">
            <a:xfrm rot="19037277">
              <a:off x="8556" y="2450"/>
              <a:ext cx="730" cy="630"/>
            </a:xfrm>
            <a:custGeom>
              <a:avLst/>
              <a:gdLst>
                <a:gd name="T0" fmla="*/ 163 w 286"/>
                <a:gd name="T1" fmla="*/ 0 h 247"/>
                <a:gd name="T2" fmla="*/ 47 w 286"/>
                <a:gd name="T3" fmla="*/ 28 h 247"/>
                <a:gd name="T4" fmla="*/ 266 w 286"/>
                <a:gd name="T5" fmla="*/ 247 h 247"/>
                <a:gd name="T6" fmla="*/ 209 w 286"/>
                <a:gd name="T7" fmla="*/ 6 h 247"/>
                <a:gd name="T8" fmla="*/ 163 w 286"/>
                <a:gd name="T9" fmla="*/ 0 h 247"/>
              </a:gdLst>
              <a:ahLst/>
              <a:cxnLst>
                <a:cxn ang="0">
                  <a:pos x="T0" y="T1"/>
                </a:cxn>
                <a:cxn ang="0">
                  <a:pos x="T2" y="T3"/>
                </a:cxn>
                <a:cxn ang="0">
                  <a:pos x="T4" y="T5"/>
                </a:cxn>
                <a:cxn ang="0">
                  <a:pos x="T6" y="T7"/>
                </a:cxn>
                <a:cxn ang="0">
                  <a:pos x="T8" y="T9"/>
                </a:cxn>
              </a:cxnLst>
              <a:rect l="0" t="0" r="r" b="b"/>
              <a:pathLst>
                <a:path w="286" h="247">
                  <a:moveTo>
                    <a:pt x="163" y="0"/>
                  </a:moveTo>
                  <a:cubicBezTo>
                    <a:pt x="163" y="0"/>
                    <a:pt x="94" y="6"/>
                    <a:pt x="47" y="28"/>
                  </a:cubicBezTo>
                  <a:cubicBezTo>
                    <a:pt x="0" y="50"/>
                    <a:pt x="266" y="247"/>
                    <a:pt x="266" y="247"/>
                  </a:cubicBezTo>
                  <a:cubicBezTo>
                    <a:pt x="266" y="247"/>
                    <a:pt x="286" y="37"/>
                    <a:pt x="209" y="6"/>
                  </a:cubicBezTo>
                  <a:cubicBezTo>
                    <a:pt x="163" y="0"/>
                    <a:pt x="163" y="0"/>
                    <a:pt x="163" y="0"/>
                  </a:cubicBezTo>
                </a:path>
              </a:pathLst>
            </a:custGeom>
            <a:solidFill>
              <a:srgbClr val="3498DB">
                <a:lumMod val="75000"/>
              </a:srgbClr>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26" name="任意多边形 61"/>
            <p:cNvSpPr/>
            <p:nvPr>
              <p:custDataLst>
                <p:tags r:id="rId12"/>
              </p:custDataLst>
            </p:nvPr>
          </p:nvSpPr>
          <p:spPr bwMode="auto">
            <a:xfrm rot="20843014">
              <a:off x="6893" y="4301"/>
              <a:ext cx="615" cy="714"/>
            </a:xfrm>
            <a:custGeom>
              <a:avLst/>
              <a:gdLst>
                <a:gd name="T0" fmla="*/ 0 w 247"/>
                <a:gd name="T1" fmla="*/ 122 h 286"/>
                <a:gd name="T2" fmla="*/ 28 w 247"/>
                <a:gd name="T3" fmla="*/ 239 h 286"/>
                <a:gd name="T4" fmla="*/ 247 w 247"/>
                <a:gd name="T5" fmla="*/ 20 h 286"/>
                <a:gd name="T6" fmla="*/ 6 w 247"/>
                <a:gd name="T7" fmla="*/ 76 h 286"/>
                <a:gd name="T8" fmla="*/ 0 w 247"/>
                <a:gd name="T9" fmla="*/ 122 h 286"/>
              </a:gdLst>
              <a:ahLst/>
              <a:cxnLst>
                <a:cxn ang="0">
                  <a:pos x="T0" y="T1"/>
                </a:cxn>
                <a:cxn ang="0">
                  <a:pos x="T2" y="T3"/>
                </a:cxn>
                <a:cxn ang="0">
                  <a:pos x="T4" y="T5"/>
                </a:cxn>
                <a:cxn ang="0">
                  <a:pos x="T6" y="T7"/>
                </a:cxn>
                <a:cxn ang="0">
                  <a:pos x="T8" y="T9"/>
                </a:cxn>
              </a:cxnLst>
              <a:rect l="0" t="0" r="r" b="b"/>
              <a:pathLst>
                <a:path w="247" h="286">
                  <a:moveTo>
                    <a:pt x="0" y="122"/>
                  </a:moveTo>
                  <a:cubicBezTo>
                    <a:pt x="0" y="122"/>
                    <a:pt x="6" y="192"/>
                    <a:pt x="28" y="239"/>
                  </a:cubicBezTo>
                  <a:cubicBezTo>
                    <a:pt x="50" y="286"/>
                    <a:pt x="247" y="20"/>
                    <a:pt x="247" y="20"/>
                  </a:cubicBezTo>
                  <a:cubicBezTo>
                    <a:pt x="247" y="20"/>
                    <a:pt x="37" y="0"/>
                    <a:pt x="6" y="76"/>
                  </a:cubicBezTo>
                  <a:cubicBezTo>
                    <a:pt x="0" y="122"/>
                    <a:pt x="0" y="122"/>
                    <a:pt x="0" y="122"/>
                  </a:cubicBezTo>
                </a:path>
              </a:pathLst>
            </a:custGeom>
            <a:solidFill>
              <a:srgbClr val="1F74AD">
                <a:lumMod val="75000"/>
              </a:srgbClr>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pic>
          <p:nvPicPr>
            <p:cNvPr id="27" name="图片 26"/>
            <p:cNvPicPr>
              <a:picLocks noChangeAspect="1"/>
            </p:cNvPicPr>
            <p:nvPr>
              <p:custDataLst>
                <p:tags r:id="rId13"/>
              </p:custDataLst>
            </p:nvPr>
          </p:nvPicPr>
          <p:blipFill>
            <a:blip r:embed="rId29" cstate="email"/>
            <a:stretch>
              <a:fillRect/>
            </a:stretch>
          </p:blipFill>
          <p:spPr>
            <a:xfrm>
              <a:off x="7058" y="2764"/>
              <a:ext cx="5242" cy="4520"/>
            </a:xfrm>
            <a:prstGeom prst="rect">
              <a:avLst/>
            </a:prstGeom>
          </p:spPr>
        </p:pic>
        <p:sp>
          <p:nvSpPr>
            <p:cNvPr id="28" name="任意多边形 63"/>
            <p:cNvSpPr/>
            <p:nvPr>
              <p:custDataLst>
                <p:tags r:id="rId14"/>
              </p:custDataLst>
            </p:nvPr>
          </p:nvSpPr>
          <p:spPr bwMode="auto">
            <a:xfrm rot="20843014">
              <a:off x="6693" y="3061"/>
              <a:ext cx="2399" cy="1400"/>
            </a:xfrm>
            <a:custGeom>
              <a:avLst/>
              <a:gdLst>
                <a:gd name="T0" fmla="*/ 12 w 963"/>
                <a:gd name="T1" fmla="*/ 551 h 562"/>
                <a:gd name="T2" fmla="*/ 28 w 963"/>
                <a:gd name="T3" fmla="*/ 499 h 562"/>
                <a:gd name="T4" fmla="*/ 113 w 963"/>
                <a:gd name="T5" fmla="*/ 465 h 562"/>
                <a:gd name="T6" fmla="*/ 674 w 963"/>
                <a:gd name="T7" fmla="*/ 465 h 562"/>
                <a:gd name="T8" fmla="*/ 674 w 963"/>
                <a:gd name="T9" fmla="*/ 562 h 562"/>
                <a:gd name="T10" fmla="*/ 963 w 963"/>
                <a:gd name="T11" fmla="*/ 273 h 562"/>
                <a:gd name="T12" fmla="*/ 691 w 963"/>
                <a:gd name="T13" fmla="*/ 0 h 562"/>
                <a:gd name="T14" fmla="*/ 691 w 963"/>
                <a:gd name="T15" fmla="*/ 95 h 562"/>
                <a:gd name="T16" fmla="*/ 434 w 963"/>
                <a:gd name="T17" fmla="*/ 95 h 562"/>
                <a:gd name="T18" fmla="*/ 390 w 963"/>
                <a:gd name="T19" fmla="*/ 116 h 562"/>
                <a:gd name="T20" fmla="*/ 23 w 963"/>
                <a:gd name="T21" fmla="*/ 482 h 562"/>
                <a:gd name="T22" fmla="*/ 12 w 963"/>
                <a:gd name="T23" fmla="*/ 551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63" h="562">
                  <a:moveTo>
                    <a:pt x="12" y="551"/>
                  </a:moveTo>
                  <a:cubicBezTo>
                    <a:pt x="12" y="551"/>
                    <a:pt x="8" y="520"/>
                    <a:pt x="28" y="499"/>
                  </a:cubicBezTo>
                  <a:cubicBezTo>
                    <a:pt x="49" y="479"/>
                    <a:pt x="81" y="466"/>
                    <a:pt x="113" y="465"/>
                  </a:cubicBezTo>
                  <a:cubicBezTo>
                    <a:pt x="146" y="465"/>
                    <a:pt x="674" y="465"/>
                    <a:pt x="674" y="465"/>
                  </a:cubicBezTo>
                  <a:cubicBezTo>
                    <a:pt x="674" y="562"/>
                    <a:pt x="674" y="562"/>
                    <a:pt x="674" y="562"/>
                  </a:cubicBezTo>
                  <a:cubicBezTo>
                    <a:pt x="963" y="273"/>
                    <a:pt x="963" y="273"/>
                    <a:pt x="963" y="273"/>
                  </a:cubicBezTo>
                  <a:cubicBezTo>
                    <a:pt x="691" y="0"/>
                    <a:pt x="691" y="0"/>
                    <a:pt x="691" y="0"/>
                  </a:cubicBezTo>
                  <a:cubicBezTo>
                    <a:pt x="691" y="95"/>
                    <a:pt x="691" y="95"/>
                    <a:pt x="691" y="95"/>
                  </a:cubicBezTo>
                  <a:cubicBezTo>
                    <a:pt x="434" y="95"/>
                    <a:pt x="434" y="95"/>
                    <a:pt x="434" y="95"/>
                  </a:cubicBezTo>
                  <a:cubicBezTo>
                    <a:pt x="434" y="95"/>
                    <a:pt x="412" y="93"/>
                    <a:pt x="390" y="116"/>
                  </a:cubicBezTo>
                  <a:cubicBezTo>
                    <a:pt x="368" y="138"/>
                    <a:pt x="23" y="482"/>
                    <a:pt x="23" y="482"/>
                  </a:cubicBezTo>
                  <a:cubicBezTo>
                    <a:pt x="23" y="482"/>
                    <a:pt x="0" y="504"/>
                    <a:pt x="12" y="551"/>
                  </a:cubicBezTo>
                  <a:close/>
                </a:path>
              </a:pathLst>
            </a:custGeom>
            <a:solidFill>
              <a:srgbClr val="1F74AD"/>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29" name="任意多边形 65"/>
            <p:cNvSpPr/>
            <p:nvPr>
              <p:custDataLst>
                <p:tags r:id="rId15"/>
              </p:custDataLst>
            </p:nvPr>
          </p:nvSpPr>
          <p:spPr bwMode="auto">
            <a:xfrm>
              <a:off x="7645" y="3523"/>
              <a:ext cx="494" cy="475"/>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ysClr val="window" lastClr="FFFFFF"/>
            </a:solidFill>
            <a:ln>
              <a:noFill/>
            </a:ln>
          </p:spPr>
          <p:txBody>
            <a:bodyPr/>
            <a:lstStyle/>
            <a:p>
              <a:pPr defTabSz="773430"/>
              <a:endParaRPr lang="zh-CN" altLang="en-US" sz="1520">
                <a:solidFill>
                  <a:prstClr val="black"/>
                </a:solidFill>
                <a:latin typeface="微软雅黑" panose="020B0503020204020204" charset="-122"/>
                <a:ea typeface="微软雅黑" panose="020B0503020204020204" charset="-122"/>
              </a:endParaRPr>
            </a:p>
          </p:txBody>
        </p:sp>
        <p:sp>
          <p:nvSpPr>
            <p:cNvPr id="30" name="任意多边形 66"/>
            <p:cNvSpPr/>
            <p:nvPr>
              <p:custDataLst>
                <p:tags r:id="rId16"/>
              </p:custDataLst>
            </p:nvPr>
          </p:nvSpPr>
          <p:spPr bwMode="auto">
            <a:xfrm rot="15327885">
              <a:off x="10674" y="5346"/>
              <a:ext cx="1372" cy="2352"/>
            </a:xfrm>
            <a:custGeom>
              <a:avLst/>
              <a:gdLst>
                <a:gd name="T0" fmla="*/ 551 w 562"/>
                <a:gd name="T1" fmla="*/ 951 h 963"/>
                <a:gd name="T2" fmla="*/ 500 w 562"/>
                <a:gd name="T3" fmla="*/ 934 h 963"/>
                <a:gd name="T4" fmla="*/ 466 w 562"/>
                <a:gd name="T5" fmla="*/ 849 h 963"/>
                <a:gd name="T6" fmla="*/ 466 w 562"/>
                <a:gd name="T7" fmla="*/ 289 h 963"/>
                <a:gd name="T8" fmla="*/ 562 w 562"/>
                <a:gd name="T9" fmla="*/ 289 h 963"/>
                <a:gd name="T10" fmla="*/ 273 w 562"/>
                <a:gd name="T11" fmla="*/ 0 h 963"/>
                <a:gd name="T12" fmla="*/ 0 w 562"/>
                <a:gd name="T13" fmla="*/ 272 h 963"/>
                <a:gd name="T14" fmla="*/ 95 w 562"/>
                <a:gd name="T15" fmla="*/ 272 h 963"/>
                <a:gd name="T16" fmla="*/ 95 w 562"/>
                <a:gd name="T17" fmla="*/ 528 h 963"/>
                <a:gd name="T18" fmla="*/ 116 w 562"/>
                <a:gd name="T19" fmla="*/ 573 h 963"/>
                <a:gd name="T20" fmla="*/ 482 w 562"/>
                <a:gd name="T21" fmla="*/ 939 h 963"/>
                <a:gd name="T22" fmla="*/ 551 w 562"/>
                <a:gd name="T23" fmla="*/ 951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2" h="963">
                  <a:moveTo>
                    <a:pt x="551" y="951"/>
                  </a:moveTo>
                  <a:cubicBezTo>
                    <a:pt x="551" y="951"/>
                    <a:pt x="520" y="955"/>
                    <a:pt x="500" y="934"/>
                  </a:cubicBezTo>
                  <a:cubicBezTo>
                    <a:pt x="479" y="914"/>
                    <a:pt x="466" y="881"/>
                    <a:pt x="466" y="849"/>
                  </a:cubicBezTo>
                  <a:cubicBezTo>
                    <a:pt x="465" y="817"/>
                    <a:pt x="466" y="289"/>
                    <a:pt x="466" y="289"/>
                  </a:cubicBezTo>
                  <a:cubicBezTo>
                    <a:pt x="562" y="289"/>
                    <a:pt x="562" y="289"/>
                    <a:pt x="562" y="289"/>
                  </a:cubicBezTo>
                  <a:cubicBezTo>
                    <a:pt x="273" y="0"/>
                    <a:pt x="273" y="0"/>
                    <a:pt x="273" y="0"/>
                  </a:cubicBezTo>
                  <a:cubicBezTo>
                    <a:pt x="0" y="272"/>
                    <a:pt x="0" y="272"/>
                    <a:pt x="0" y="272"/>
                  </a:cubicBezTo>
                  <a:cubicBezTo>
                    <a:pt x="95" y="272"/>
                    <a:pt x="95" y="272"/>
                    <a:pt x="95" y="272"/>
                  </a:cubicBezTo>
                  <a:cubicBezTo>
                    <a:pt x="95" y="528"/>
                    <a:pt x="95" y="528"/>
                    <a:pt x="95" y="528"/>
                  </a:cubicBezTo>
                  <a:cubicBezTo>
                    <a:pt x="95" y="528"/>
                    <a:pt x="93" y="551"/>
                    <a:pt x="116" y="573"/>
                  </a:cubicBezTo>
                  <a:cubicBezTo>
                    <a:pt x="138" y="595"/>
                    <a:pt x="482" y="939"/>
                    <a:pt x="482" y="939"/>
                  </a:cubicBezTo>
                  <a:cubicBezTo>
                    <a:pt x="482" y="939"/>
                    <a:pt x="504" y="963"/>
                    <a:pt x="551" y="951"/>
                  </a:cubicBezTo>
                  <a:close/>
                </a:path>
              </a:pathLst>
            </a:custGeom>
            <a:solidFill>
              <a:srgbClr val="69A35B"/>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31" name="任意多边形 67"/>
            <p:cNvSpPr/>
            <p:nvPr>
              <p:custDataLst>
                <p:tags r:id="rId17"/>
              </p:custDataLst>
            </p:nvPr>
          </p:nvSpPr>
          <p:spPr bwMode="auto">
            <a:xfrm>
              <a:off x="11118" y="6280"/>
              <a:ext cx="484" cy="483"/>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ysClr val="window" lastClr="FFFFFF"/>
            </a:solidFill>
            <a:ln>
              <a:noFill/>
            </a:ln>
          </p:spPr>
          <p:txBody>
            <a:bodyPr wrap="square" lIns="77286" tIns="38644" rIns="77286" bIns="38644">
              <a:normAutofit fontScale="95000"/>
            </a:bodyPr>
            <a:lstStyle/>
            <a:p>
              <a:pPr defTabSz="773430"/>
              <a:endParaRPr lang="zh-CN" altLang="en-US" sz="1520">
                <a:solidFill>
                  <a:prstClr val="black"/>
                </a:solidFill>
                <a:latin typeface="微软雅黑" panose="020B0503020204020204" charset="-122"/>
                <a:ea typeface="微软雅黑" panose="020B0503020204020204" charset="-122"/>
              </a:endParaRPr>
            </a:p>
          </p:txBody>
        </p:sp>
        <p:sp>
          <p:nvSpPr>
            <p:cNvPr id="32" name="任意多边形 68"/>
            <p:cNvSpPr/>
            <p:nvPr>
              <p:custDataLst>
                <p:tags r:id="rId18"/>
              </p:custDataLst>
            </p:nvPr>
          </p:nvSpPr>
          <p:spPr bwMode="auto">
            <a:xfrm rot="17562408">
              <a:off x="10623" y="3756"/>
              <a:ext cx="2320" cy="1352"/>
            </a:xfrm>
            <a:custGeom>
              <a:avLst/>
              <a:gdLst>
                <a:gd name="T0" fmla="*/ 951 w 963"/>
                <a:gd name="T1" fmla="*/ 10 h 561"/>
                <a:gd name="T2" fmla="*/ 934 w 963"/>
                <a:gd name="T3" fmla="*/ 62 h 561"/>
                <a:gd name="T4" fmla="*/ 849 w 963"/>
                <a:gd name="T5" fmla="*/ 96 h 561"/>
                <a:gd name="T6" fmla="*/ 289 w 963"/>
                <a:gd name="T7" fmla="*/ 96 h 561"/>
                <a:gd name="T8" fmla="*/ 289 w 963"/>
                <a:gd name="T9" fmla="*/ 0 h 561"/>
                <a:gd name="T10" fmla="*/ 0 w 963"/>
                <a:gd name="T11" fmla="*/ 289 h 561"/>
                <a:gd name="T12" fmla="*/ 272 w 963"/>
                <a:gd name="T13" fmla="*/ 561 h 561"/>
                <a:gd name="T14" fmla="*/ 272 w 963"/>
                <a:gd name="T15" fmla="*/ 466 h 561"/>
                <a:gd name="T16" fmla="*/ 528 w 963"/>
                <a:gd name="T17" fmla="*/ 466 h 561"/>
                <a:gd name="T18" fmla="*/ 573 w 963"/>
                <a:gd name="T19" fmla="*/ 446 h 561"/>
                <a:gd name="T20" fmla="*/ 939 w 963"/>
                <a:gd name="T21" fmla="*/ 80 h 561"/>
                <a:gd name="T22" fmla="*/ 951 w 963"/>
                <a:gd name="T23" fmla="*/ 10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63" h="561">
                  <a:moveTo>
                    <a:pt x="951" y="10"/>
                  </a:moveTo>
                  <a:cubicBezTo>
                    <a:pt x="951" y="10"/>
                    <a:pt x="955" y="42"/>
                    <a:pt x="934" y="62"/>
                  </a:cubicBezTo>
                  <a:cubicBezTo>
                    <a:pt x="914" y="82"/>
                    <a:pt x="882" y="95"/>
                    <a:pt x="849" y="96"/>
                  </a:cubicBezTo>
                  <a:cubicBezTo>
                    <a:pt x="817" y="97"/>
                    <a:pt x="289" y="96"/>
                    <a:pt x="289" y="96"/>
                  </a:cubicBezTo>
                  <a:cubicBezTo>
                    <a:pt x="289" y="0"/>
                    <a:pt x="289" y="0"/>
                    <a:pt x="289" y="0"/>
                  </a:cubicBezTo>
                  <a:cubicBezTo>
                    <a:pt x="0" y="289"/>
                    <a:pt x="0" y="289"/>
                    <a:pt x="0" y="289"/>
                  </a:cubicBezTo>
                  <a:cubicBezTo>
                    <a:pt x="272" y="561"/>
                    <a:pt x="272" y="561"/>
                    <a:pt x="272" y="561"/>
                  </a:cubicBezTo>
                  <a:cubicBezTo>
                    <a:pt x="272" y="466"/>
                    <a:pt x="272" y="466"/>
                    <a:pt x="272" y="466"/>
                  </a:cubicBezTo>
                  <a:cubicBezTo>
                    <a:pt x="528" y="466"/>
                    <a:pt x="528" y="466"/>
                    <a:pt x="528" y="466"/>
                  </a:cubicBezTo>
                  <a:cubicBezTo>
                    <a:pt x="528" y="466"/>
                    <a:pt x="551" y="468"/>
                    <a:pt x="573" y="446"/>
                  </a:cubicBezTo>
                  <a:cubicBezTo>
                    <a:pt x="595" y="424"/>
                    <a:pt x="939" y="80"/>
                    <a:pt x="939" y="80"/>
                  </a:cubicBezTo>
                  <a:cubicBezTo>
                    <a:pt x="939" y="80"/>
                    <a:pt x="963" y="57"/>
                    <a:pt x="951" y="10"/>
                  </a:cubicBezTo>
                  <a:close/>
                </a:path>
              </a:pathLst>
            </a:custGeom>
            <a:solidFill>
              <a:srgbClr val="1AA3AA"/>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33" name="任意多边形 69"/>
            <p:cNvSpPr/>
            <p:nvPr>
              <p:custDataLst>
                <p:tags r:id="rId19"/>
              </p:custDataLst>
            </p:nvPr>
          </p:nvSpPr>
          <p:spPr bwMode="auto">
            <a:xfrm>
              <a:off x="11544" y="4202"/>
              <a:ext cx="478" cy="459"/>
            </a:xfrm>
            <a:custGeom>
              <a:avLst/>
              <a:gdLst>
                <a:gd name="connsiteX0" fmla="*/ 61288 w 609549"/>
                <a:gd name="connsiteY0" fmla="*/ 383285 h 586216"/>
                <a:gd name="connsiteX1" fmla="*/ 71162 w 609549"/>
                <a:gd name="connsiteY1" fmla="*/ 387101 h 586216"/>
                <a:gd name="connsiteX2" fmla="*/ 120018 w 609549"/>
                <a:gd name="connsiteY2" fmla="*/ 435892 h 586216"/>
                <a:gd name="connsiteX3" fmla="*/ 120018 w 609549"/>
                <a:gd name="connsiteY3" fmla="*/ 454200 h 586216"/>
                <a:gd name="connsiteX4" fmla="*/ 56639 w 609549"/>
                <a:gd name="connsiteY4" fmla="*/ 517543 h 586216"/>
                <a:gd name="connsiteX5" fmla="*/ 35592 w 609549"/>
                <a:gd name="connsiteY5" fmla="*/ 513644 h 586216"/>
                <a:gd name="connsiteX6" fmla="*/ 51877 w 609549"/>
                <a:gd name="connsiteY6" fmla="*/ 388099 h 586216"/>
                <a:gd name="connsiteX7" fmla="*/ 61288 w 609549"/>
                <a:gd name="connsiteY7" fmla="*/ 383285 h 586216"/>
                <a:gd name="connsiteX8" fmla="*/ 235245 w 609549"/>
                <a:gd name="connsiteY8" fmla="*/ 302810 h 586216"/>
                <a:gd name="connsiteX9" fmla="*/ 306042 w 609549"/>
                <a:gd name="connsiteY9" fmla="*/ 373466 h 586216"/>
                <a:gd name="connsiteX10" fmla="*/ 258717 w 609549"/>
                <a:gd name="connsiteY10" fmla="*/ 420680 h 586216"/>
                <a:gd name="connsiteX11" fmla="*/ 230246 w 609549"/>
                <a:gd name="connsiteY11" fmla="*/ 550152 h 586216"/>
                <a:gd name="connsiteX12" fmla="*/ 92223 w 609549"/>
                <a:gd name="connsiteY12" fmla="*/ 575305 h 586216"/>
                <a:gd name="connsiteX13" fmla="*/ 88748 w 609549"/>
                <a:gd name="connsiteY13" fmla="*/ 556143 h 586216"/>
                <a:gd name="connsiteX14" fmla="*/ 165115 w 609549"/>
                <a:gd name="connsiteY14" fmla="*/ 479877 h 586216"/>
                <a:gd name="connsiteX15" fmla="*/ 165115 w 609549"/>
                <a:gd name="connsiteY15" fmla="*/ 446308 h 586216"/>
                <a:gd name="connsiteX16" fmla="*/ 88700 w 609549"/>
                <a:gd name="connsiteY16" fmla="*/ 369995 h 586216"/>
                <a:gd name="connsiteX17" fmla="*/ 92128 w 609549"/>
                <a:gd name="connsiteY17" fmla="*/ 350976 h 586216"/>
                <a:gd name="connsiteX18" fmla="*/ 189111 w 609549"/>
                <a:gd name="connsiteY18" fmla="*/ 348884 h 586216"/>
                <a:gd name="connsiteX19" fmla="*/ 257958 w 609549"/>
                <a:gd name="connsiteY19" fmla="*/ 161679 h 586216"/>
                <a:gd name="connsiteX20" fmla="*/ 317251 w 609549"/>
                <a:gd name="connsiteY20" fmla="*/ 220879 h 586216"/>
                <a:gd name="connsiteX21" fmla="*/ 388070 w 609549"/>
                <a:gd name="connsiteY21" fmla="*/ 291586 h 586216"/>
                <a:gd name="connsiteX22" fmla="*/ 604906 w 609549"/>
                <a:gd name="connsiteY22" fmla="*/ 508130 h 586216"/>
                <a:gd name="connsiteX23" fmla="*/ 604906 w 609549"/>
                <a:gd name="connsiteY23" fmla="*/ 530526 h 586216"/>
                <a:gd name="connsiteX24" fmla="*/ 556567 w 609549"/>
                <a:gd name="connsiteY24" fmla="*/ 578789 h 586216"/>
                <a:gd name="connsiteX25" fmla="*/ 545327 w 609549"/>
                <a:gd name="connsiteY25" fmla="*/ 583449 h 586216"/>
                <a:gd name="connsiteX26" fmla="*/ 534135 w 609549"/>
                <a:gd name="connsiteY26" fmla="*/ 578789 h 586216"/>
                <a:gd name="connsiteX27" fmla="*/ 317251 w 609549"/>
                <a:gd name="connsiteY27" fmla="*/ 362293 h 586216"/>
                <a:gd name="connsiteX28" fmla="*/ 246481 w 609549"/>
                <a:gd name="connsiteY28" fmla="*/ 291586 h 586216"/>
                <a:gd name="connsiteX29" fmla="*/ 187140 w 609549"/>
                <a:gd name="connsiteY29" fmla="*/ 232339 h 586216"/>
                <a:gd name="connsiteX30" fmla="*/ 58606 w 609549"/>
                <a:gd name="connsiteY30" fmla="*/ 160814 h 586216"/>
                <a:gd name="connsiteX31" fmla="*/ 126401 w 609549"/>
                <a:gd name="connsiteY31" fmla="*/ 228498 h 586216"/>
                <a:gd name="connsiteX32" fmla="*/ 111975 w 609549"/>
                <a:gd name="connsiteY32" fmla="*/ 242899 h 586216"/>
                <a:gd name="connsiteX33" fmla="*/ 119307 w 609549"/>
                <a:gd name="connsiteY33" fmla="*/ 250219 h 586216"/>
                <a:gd name="connsiteX34" fmla="*/ 119307 w 609549"/>
                <a:gd name="connsiteY34" fmla="*/ 277692 h 586216"/>
                <a:gd name="connsiteX35" fmla="*/ 115641 w 609549"/>
                <a:gd name="connsiteY35" fmla="*/ 281352 h 586216"/>
                <a:gd name="connsiteX36" fmla="*/ 88123 w 609549"/>
                <a:gd name="connsiteY36" fmla="*/ 281352 h 586216"/>
                <a:gd name="connsiteX37" fmla="*/ 5712 w 609549"/>
                <a:gd name="connsiteY37" fmla="*/ 199029 h 586216"/>
                <a:gd name="connsiteX38" fmla="*/ 5712 w 609549"/>
                <a:gd name="connsiteY38" fmla="*/ 171604 h 586216"/>
                <a:gd name="connsiteX39" fmla="*/ 9378 w 609549"/>
                <a:gd name="connsiteY39" fmla="*/ 167944 h 586216"/>
                <a:gd name="connsiteX40" fmla="*/ 36849 w 609549"/>
                <a:gd name="connsiteY40" fmla="*/ 167944 h 586216"/>
                <a:gd name="connsiteX41" fmla="*/ 44180 w 609549"/>
                <a:gd name="connsiteY41" fmla="*/ 175264 h 586216"/>
                <a:gd name="connsiteX42" fmla="*/ 585775 w 609549"/>
                <a:gd name="connsiteY42" fmla="*/ 66370 h 586216"/>
                <a:gd name="connsiteX43" fmla="*/ 595263 w 609549"/>
                <a:gd name="connsiteY43" fmla="*/ 73839 h 586216"/>
                <a:gd name="connsiteX44" fmla="*/ 578978 w 609549"/>
                <a:gd name="connsiteY44" fmla="*/ 199341 h 586216"/>
                <a:gd name="connsiteX45" fmla="*/ 559693 w 609549"/>
                <a:gd name="connsiteY45" fmla="*/ 200387 h 586216"/>
                <a:gd name="connsiteX46" fmla="*/ 510789 w 609549"/>
                <a:gd name="connsiteY46" fmla="*/ 151612 h 586216"/>
                <a:gd name="connsiteX47" fmla="*/ 510789 w 609549"/>
                <a:gd name="connsiteY47" fmla="*/ 133262 h 586216"/>
                <a:gd name="connsiteX48" fmla="*/ 574216 w 609549"/>
                <a:gd name="connsiteY48" fmla="*/ 69988 h 586216"/>
                <a:gd name="connsiteX49" fmla="*/ 585775 w 609549"/>
                <a:gd name="connsiteY49" fmla="*/ 66370 h 586216"/>
                <a:gd name="connsiteX50" fmla="*/ 158702 w 609549"/>
                <a:gd name="connsiteY50" fmla="*/ 26758 h 586216"/>
                <a:gd name="connsiteX51" fmla="*/ 172463 w 609549"/>
                <a:gd name="connsiteY51" fmla="*/ 32464 h 586216"/>
                <a:gd name="connsiteX52" fmla="*/ 179701 w 609549"/>
                <a:gd name="connsiteY52" fmla="*/ 39691 h 586216"/>
                <a:gd name="connsiteX53" fmla="*/ 246935 w 609549"/>
                <a:gd name="connsiteY53" fmla="*/ 106831 h 586216"/>
                <a:gd name="connsiteX54" fmla="*/ 254886 w 609549"/>
                <a:gd name="connsiteY54" fmla="*/ 114819 h 586216"/>
                <a:gd name="connsiteX55" fmla="*/ 257600 w 609549"/>
                <a:gd name="connsiteY55" fmla="*/ 138879 h 586216"/>
                <a:gd name="connsiteX56" fmla="*/ 254886 w 609549"/>
                <a:gd name="connsiteY56" fmla="*/ 142255 h 586216"/>
                <a:gd name="connsiteX57" fmla="*/ 252315 w 609549"/>
                <a:gd name="connsiteY57" fmla="*/ 144823 h 586216"/>
                <a:gd name="connsiteX58" fmla="*/ 246696 w 609549"/>
                <a:gd name="connsiteY58" fmla="*/ 150434 h 586216"/>
                <a:gd name="connsiteX59" fmla="*/ 175892 w 609549"/>
                <a:gd name="connsiteY59" fmla="*/ 221140 h 586216"/>
                <a:gd name="connsiteX60" fmla="*/ 172463 w 609549"/>
                <a:gd name="connsiteY60" fmla="*/ 224611 h 586216"/>
                <a:gd name="connsiteX61" fmla="*/ 170130 w 609549"/>
                <a:gd name="connsiteY61" fmla="*/ 226560 h 586216"/>
                <a:gd name="connsiteX62" fmla="*/ 162274 w 609549"/>
                <a:gd name="connsiteY62" fmla="*/ 229936 h 586216"/>
                <a:gd name="connsiteX63" fmla="*/ 158702 w 609549"/>
                <a:gd name="connsiteY63" fmla="*/ 230269 h 586216"/>
                <a:gd name="connsiteX64" fmla="*/ 144942 w 609549"/>
                <a:gd name="connsiteY64" fmla="*/ 224611 h 586216"/>
                <a:gd name="connsiteX65" fmla="*/ 137609 w 609549"/>
                <a:gd name="connsiteY65" fmla="*/ 217288 h 586216"/>
                <a:gd name="connsiteX66" fmla="*/ 69804 w 609549"/>
                <a:gd name="connsiteY66" fmla="*/ 149578 h 586216"/>
                <a:gd name="connsiteX67" fmla="*/ 62519 w 609549"/>
                <a:gd name="connsiteY67" fmla="*/ 142255 h 586216"/>
                <a:gd name="connsiteX68" fmla="*/ 62519 w 609549"/>
                <a:gd name="connsiteY68" fmla="*/ 114819 h 586216"/>
                <a:gd name="connsiteX69" fmla="*/ 144942 w 609549"/>
                <a:gd name="connsiteY69" fmla="*/ 32464 h 586216"/>
                <a:gd name="connsiteX70" fmla="*/ 158702 w 609549"/>
                <a:gd name="connsiteY70" fmla="*/ 26758 h 586216"/>
                <a:gd name="connsiteX71" fmla="*/ 254809 w 609549"/>
                <a:gd name="connsiteY71" fmla="*/ 6542 h 586216"/>
                <a:gd name="connsiteX72" fmla="*/ 321015 w 609549"/>
                <a:gd name="connsiteY72" fmla="*/ 29913 h 586216"/>
                <a:gd name="connsiteX73" fmla="*/ 260017 w 609549"/>
                <a:gd name="connsiteY73" fmla="*/ 97465 h 586216"/>
                <a:gd name="connsiteX74" fmla="*/ 193067 w 609549"/>
                <a:gd name="connsiteY74" fmla="*/ 30626 h 586216"/>
                <a:gd name="connsiteX75" fmla="*/ 254809 w 609549"/>
                <a:gd name="connsiteY75" fmla="*/ 6542 h 586216"/>
                <a:gd name="connsiteX76" fmla="*/ 503105 w 609549"/>
                <a:gd name="connsiteY76" fmla="*/ 953 h 586216"/>
                <a:gd name="connsiteX77" fmla="*/ 538560 w 609549"/>
                <a:gd name="connsiteY77" fmla="*/ 10911 h 586216"/>
                <a:gd name="connsiteX78" fmla="*/ 542083 w 609549"/>
                <a:gd name="connsiteY78" fmla="*/ 30073 h 586216"/>
                <a:gd name="connsiteX79" fmla="*/ 465709 w 609549"/>
                <a:gd name="connsiteY79" fmla="*/ 106341 h 586216"/>
                <a:gd name="connsiteX80" fmla="*/ 465709 w 609549"/>
                <a:gd name="connsiteY80" fmla="*/ 139911 h 586216"/>
                <a:gd name="connsiteX81" fmla="*/ 542131 w 609549"/>
                <a:gd name="connsiteY81" fmla="*/ 216227 h 586216"/>
                <a:gd name="connsiteX82" fmla="*/ 538655 w 609549"/>
                <a:gd name="connsiteY82" fmla="*/ 235246 h 586216"/>
                <a:gd name="connsiteX83" fmla="*/ 442187 w 609549"/>
                <a:gd name="connsiteY83" fmla="*/ 237528 h 586216"/>
                <a:gd name="connsiteX84" fmla="*/ 399238 w 609549"/>
                <a:gd name="connsiteY84" fmla="*/ 280370 h 586216"/>
                <a:gd name="connsiteX85" fmla="*/ 328482 w 609549"/>
                <a:gd name="connsiteY85" fmla="*/ 209712 h 586216"/>
                <a:gd name="connsiteX86" fmla="*/ 372240 w 609549"/>
                <a:gd name="connsiteY86" fmla="*/ 166015 h 586216"/>
                <a:gd name="connsiteX87" fmla="*/ 400571 w 609549"/>
                <a:gd name="connsiteY87" fmla="*/ 36064 h 586216"/>
                <a:gd name="connsiteX88" fmla="*/ 503105 w 609549"/>
                <a:gd name="connsiteY88" fmla="*/ 953 h 58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549" h="586216">
                  <a:moveTo>
                    <a:pt x="61288" y="383285"/>
                  </a:moveTo>
                  <a:cubicBezTo>
                    <a:pt x="64829" y="383106"/>
                    <a:pt x="68448" y="384367"/>
                    <a:pt x="71162" y="387101"/>
                  </a:cubicBezTo>
                  <a:lnTo>
                    <a:pt x="120018" y="435892"/>
                  </a:lnTo>
                  <a:cubicBezTo>
                    <a:pt x="125113" y="440933"/>
                    <a:pt x="125113" y="449160"/>
                    <a:pt x="120018" y="454200"/>
                  </a:cubicBezTo>
                  <a:lnTo>
                    <a:pt x="56639" y="517543"/>
                  </a:lnTo>
                  <a:cubicBezTo>
                    <a:pt x="50211" y="523963"/>
                    <a:pt x="39211" y="522013"/>
                    <a:pt x="35592" y="513644"/>
                  </a:cubicBezTo>
                  <a:cubicBezTo>
                    <a:pt x="17783" y="472794"/>
                    <a:pt x="23211" y="424288"/>
                    <a:pt x="51877" y="388099"/>
                  </a:cubicBezTo>
                  <a:cubicBezTo>
                    <a:pt x="54282" y="385079"/>
                    <a:pt x="57746" y="383463"/>
                    <a:pt x="61288" y="383285"/>
                  </a:cubicBezTo>
                  <a:close/>
                  <a:moveTo>
                    <a:pt x="235245" y="302810"/>
                  </a:moveTo>
                  <a:lnTo>
                    <a:pt x="306042" y="373466"/>
                  </a:lnTo>
                  <a:lnTo>
                    <a:pt x="258717" y="420680"/>
                  </a:lnTo>
                  <a:cubicBezTo>
                    <a:pt x="274667" y="464329"/>
                    <a:pt x="265192" y="515300"/>
                    <a:pt x="230246" y="550152"/>
                  </a:cubicBezTo>
                  <a:cubicBezTo>
                    <a:pt x="192919" y="587430"/>
                    <a:pt x="137644" y="595798"/>
                    <a:pt x="92223" y="575305"/>
                  </a:cubicBezTo>
                  <a:cubicBezTo>
                    <a:pt x="84701" y="571882"/>
                    <a:pt x="82892" y="561992"/>
                    <a:pt x="88748" y="556143"/>
                  </a:cubicBezTo>
                  <a:lnTo>
                    <a:pt x="165115" y="479877"/>
                  </a:lnTo>
                  <a:cubicBezTo>
                    <a:pt x="174399" y="470605"/>
                    <a:pt x="174399" y="455580"/>
                    <a:pt x="165115" y="446308"/>
                  </a:cubicBezTo>
                  <a:lnTo>
                    <a:pt x="88700" y="369995"/>
                  </a:lnTo>
                  <a:cubicBezTo>
                    <a:pt x="82844" y="364194"/>
                    <a:pt x="84653" y="354399"/>
                    <a:pt x="92128" y="350976"/>
                  </a:cubicBezTo>
                  <a:cubicBezTo>
                    <a:pt x="122789" y="337092"/>
                    <a:pt x="157973" y="336379"/>
                    <a:pt x="189111" y="348884"/>
                  </a:cubicBezTo>
                  <a:close/>
                  <a:moveTo>
                    <a:pt x="257958" y="161679"/>
                  </a:moveTo>
                  <a:lnTo>
                    <a:pt x="317251" y="220879"/>
                  </a:lnTo>
                  <a:lnTo>
                    <a:pt x="388070" y="291586"/>
                  </a:lnTo>
                  <a:lnTo>
                    <a:pt x="604906" y="508130"/>
                  </a:lnTo>
                  <a:cubicBezTo>
                    <a:pt x="611097" y="514311"/>
                    <a:pt x="611097" y="524344"/>
                    <a:pt x="604906" y="530526"/>
                  </a:cubicBezTo>
                  <a:lnTo>
                    <a:pt x="556567" y="578789"/>
                  </a:lnTo>
                  <a:cubicBezTo>
                    <a:pt x="553471" y="581880"/>
                    <a:pt x="549423" y="583449"/>
                    <a:pt x="545327" y="583449"/>
                  </a:cubicBezTo>
                  <a:cubicBezTo>
                    <a:pt x="541279" y="583449"/>
                    <a:pt x="537231" y="581880"/>
                    <a:pt x="534135" y="578789"/>
                  </a:cubicBezTo>
                  <a:lnTo>
                    <a:pt x="317251" y="362293"/>
                  </a:lnTo>
                  <a:lnTo>
                    <a:pt x="246481" y="291586"/>
                  </a:lnTo>
                  <a:lnTo>
                    <a:pt x="187140" y="232339"/>
                  </a:lnTo>
                  <a:close/>
                  <a:moveTo>
                    <a:pt x="58606" y="160814"/>
                  </a:moveTo>
                  <a:lnTo>
                    <a:pt x="126401" y="228498"/>
                  </a:lnTo>
                  <a:lnTo>
                    <a:pt x="111975" y="242899"/>
                  </a:lnTo>
                  <a:lnTo>
                    <a:pt x="119307" y="250219"/>
                  </a:lnTo>
                  <a:cubicBezTo>
                    <a:pt x="126877" y="257824"/>
                    <a:pt x="126877" y="270087"/>
                    <a:pt x="119307" y="277692"/>
                  </a:cubicBezTo>
                  <a:lnTo>
                    <a:pt x="115641" y="281352"/>
                  </a:lnTo>
                  <a:cubicBezTo>
                    <a:pt x="108024" y="288909"/>
                    <a:pt x="95741" y="288909"/>
                    <a:pt x="88123" y="281352"/>
                  </a:cubicBezTo>
                  <a:lnTo>
                    <a:pt x="5712" y="199029"/>
                  </a:lnTo>
                  <a:cubicBezTo>
                    <a:pt x="-1905" y="191424"/>
                    <a:pt x="-1905" y="179161"/>
                    <a:pt x="5712" y="171604"/>
                  </a:cubicBezTo>
                  <a:lnTo>
                    <a:pt x="9378" y="167944"/>
                  </a:lnTo>
                  <a:cubicBezTo>
                    <a:pt x="16948" y="160339"/>
                    <a:pt x="29231" y="160339"/>
                    <a:pt x="36849" y="167944"/>
                  </a:cubicBezTo>
                  <a:lnTo>
                    <a:pt x="44180" y="175264"/>
                  </a:lnTo>
                  <a:close/>
                  <a:moveTo>
                    <a:pt x="585775" y="66370"/>
                  </a:moveTo>
                  <a:cubicBezTo>
                    <a:pt x="589775" y="67101"/>
                    <a:pt x="593430" y="69680"/>
                    <a:pt x="595263" y="73839"/>
                  </a:cubicBezTo>
                  <a:cubicBezTo>
                    <a:pt x="613072" y="114675"/>
                    <a:pt x="607644" y="163212"/>
                    <a:pt x="578978" y="199341"/>
                  </a:cubicBezTo>
                  <a:cubicBezTo>
                    <a:pt x="574168" y="205379"/>
                    <a:pt x="565121" y="205854"/>
                    <a:pt x="559693" y="200387"/>
                  </a:cubicBezTo>
                  <a:lnTo>
                    <a:pt x="510789" y="151612"/>
                  </a:lnTo>
                  <a:cubicBezTo>
                    <a:pt x="505742" y="146526"/>
                    <a:pt x="505742" y="138349"/>
                    <a:pt x="510789" y="133262"/>
                  </a:cubicBezTo>
                  <a:lnTo>
                    <a:pt x="574216" y="69988"/>
                  </a:lnTo>
                  <a:cubicBezTo>
                    <a:pt x="577430" y="66756"/>
                    <a:pt x="581775" y="65639"/>
                    <a:pt x="585775" y="66370"/>
                  </a:cubicBezTo>
                  <a:close/>
                  <a:moveTo>
                    <a:pt x="158702" y="26758"/>
                  </a:moveTo>
                  <a:cubicBezTo>
                    <a:pt x="163655" y="26758"/>
                    <a:pt x="168654" y="28660"/>
                    <a:pt x="172463" y="32464"/>
                  </a:cubicBezTo>
                  <a:lnTo>
                    <a:pt x="179701" y="39691"/>
                  </a:lnTo>
                  <a:lnTo>
                    <a:pt x="246935" y="106831"/>
                  </a:lnTo>
                  <a:lnTo>
                    <a:pt x="254886" y="114819"/>
                  </a:lnTo>
                  <a:cubicBezTo>
                    <a:pt x="261457" y="121334"/>
                    <a:pt x="262362" y="131414"/>
                    <a:pt x="257600" y="138879"/>
                  </a:cubicBezTo>
                  <a:cubicBezTo>
                    <a:pt x="256839" y="140068"/>
                    <a:pt x="255934" y="141209"/>
                    <a:pt x="254886" y="142255"/>
                  </a:cubicBezTo>
                  <a:lnTo>
                    <a:pt x="252315" y="144823"/>
                  </a:lnTo>
                  <a:lnTo>
                    <a:pt x="246696" y="150434"/>
                  </a:lnTo>
                  <a:lnTo>
                    <a:pt x="175892" y="221140"/>
                  </a:lnTo>
                  <a:lnTo>
                    <a:pt x="172463" y="224611"/>
                  </a:lnTo>
                  <a:cubicBezTo>
                    <a:pt x="171702" y="225324"/>
                    <a:pt x="170940" y="225990"/>
                    <a:pt x="170130" y="226560"/>
                  </a:cubicBezTo>
                  <a:cubicBezTo>
                    <a:pt x="167749" y="228319"/>
                    <a:pt x="165083" y="229413"/>
                    <a:pt x="162274" y="229936"/>
                  </a:cubicBezTo>
                  <a:cubicBezTo>
                    <a:pt x="161083" y="230174"/>
                    <a:pt x="159893" y="230269"/>
                    <a:pt x="158702" y="230269"/>
                  </a:cubicBezTo>
                  <a:cubicBezTo>
                    <a:pt x="153703" y="230269"/>
                    <a:pt x="148751" y="228367"/>
                    <a:pt x="144942" y="224611"/>
                  </a:cubicBezTo>
                  <a:lnTo>
                    <a:pt x="137609" y="217288"/>
                  </a:lnTo>
                  <a:lnTo>
                    <a:pt x="69804" y="149578"/>
                  </a:lnTo>
                  <a:lnTo>
                    <a:pt x="62519" y="142255"/>
                  </a:lnTo>
                  <a:cubicBezTo>
                    <a:pt x="54900" y="134647"/>
                    <a:pt x="54900" y="122380"/>
                    <a:pt x="62519" y="114819"/>
                  </a:cubicBezTo>
                  <a:lnTo>
                    <a:pt x="144942" y="32464"/>
                  </a:lnTo>
                  <a:cubicBezTo>
                    <a:pt x="148751" y="28660"/>
                    <a:pt x="153750" y="26758"/>
                    <a:pt x="158702" y="26758"/>
                  </a:cubicBezTo>
                  <a:close/>
                  <a:moveTo>
                    <a:pt x="254809" y="6542"/>
                  </a:moveTo>
                  <a:cubicBezTo>
                    <a:pt x="277279" y="4029"/>
                    <a:pt x="300492" y="9424"/>
                    <a:pt x="321015" y="29913"/>
                  </a:cubicBezTo>
                  <a:cubicBezTo>
                    <a:pt x="380347" y="89193"/>
                    <a:pt x="337205" y="46124"/>
                    <a:pt x="260017" y="97465"/>
                  </a:cubicBezTo>
                  <a:lnTo>
                    <a:pt x="193067" y="30626"/>
                  </a:lnTo>
                  <a:cubicBezTo>
                    <a:pt x="210614" y="19479"/>
                    <a:pt x="232340" y="9056"/>
                    <a:pt x="254809" y="6542"/>
                  </a:cubicBezTo>
                  <a:close/>
                  <a:moveTo>
                    <a:pt x="503105" y="953"/>
                  </a:moveTo>
                  <a:cubicBezTo>
                    <a:pt x="515252" y="2468"/>
                    <a:pt x="527216" y="5788"/>
                    <a:pt x="538560" y="10911"/>
                  </a:cubicBezTo>
                  <a:cubicBezTo>
                    <a:pt x="546131" y="14334"/>
                    <a:pt x="547940" y="24224"/>
                    <a:pt x="542083" y="30073"/>
                  </a:cubicBezTo>
                  <a:lnTo>
                    <a:pt x="465709" y="106341"/>
                  </a:lnTo>
                  <a:cubicBezTo>
                    <a:pt x="456424" y="115613"/>
                    <a:pt x="456424" y="130639"/>
                    <a:pt x="465709" y="139911"/>
                  </a:cubicBezTo>
                  <a:lnTo>
                    <a:pt x="542131" y="216227"/>
                  </a:lnTo>
                  <a:cubicBezTo>
                    <a:pt x="547940" y="222028"/>
                    <a:pt x="546178" y="231823"/>
                    <a:pt x="538655" y="235246"/>
                  </a:cubicBezTo>
                  <a:cubicBezTo>
                    <a:pt x="508181" y="249035"/>
                    <a:pt x="473184" y="249844"/>
                    <a:pt x="442187" y="237528"/>
                  </a:cubicBezTo>
                  <a:lnTo>
                    <a:pt x="399238" y="280370"/>
                  </a:lnTo>
                  <a:lnTo>
                    <a:pt x="328482" y="209712"/>
                  </a:lnTo>
                  <a:lnTo>
                    <a:pt x="372240" y="166015"/>
                  </a:lnTo>
                  <a:cubicBezTo>
                    <a:pt x="356051" y="122270"/>
                    <a:pt x="365527" y="71060"/>
                    <a:pt x="400571" y="36064"/>
                  </a:cubicBezTo>
                  <a:cubicBezTo>
                    <a:pt x="428569" y="8106"/>
                    <a:pt x="466664" y="-3592"/>
                    <a:pt x="503105" y="953"/>
                  </a:cubicBezTo>
                  <a:close/>
                </a:path>
              </a:pathLst>
            </a:custGeom>
            <a:solidFill>
              <a:sysClr val="window" lastClr="FFFFFF"/>
            </a:solidFill>
            <a:ln>
              <a:noFill/>
            </a:ln>
          </p:spPr>
          <p:txBody>
            <a:bodyPr/>
            <a:lstStyle/>
            <a:p>
              <a:pPr defTabSz="773430"/>
              <a:endParaRPr lang="zh-CN" altLang="en-US" sz="1520">
                <a:solidFill>
                  <a:prstClr val="black"/>
                </a:solidFill>
                <a:latin typeface="微软雅黑" panose="020B0503020204020204" charset="-122"/>
                <a:ea typeface="微软雅黑" panose="020B0503020204020204" charset="-122"/>
              </a:endParaRPr>
            </a:p>
          </p:txBody>
        </p:sp>
        <p:sp>
          <p:nvSpPr>
            <p:cNvPr id="34" name="任意多边形 70"/>
            <p:cNvSpPr/>
            <p:nvPr>
              <p:custDataLst>
                <p:tags r:id="rId20"/>
              </p:custDataLst>
            </p:nvPr>
          </p:nvSpPr>
          <p:spPr bwMode="auto">
            <a:xfrm rot="19037277">
              <a:off x="9350" y="1681"/>
              <a:ext cx="1431" cy="2458"/>
            </a:xfrm>
            <a:custGeom>
              <a:avLst/>
              <a:gdLst>
                <a:gd name="T0" fmla="*/ 10 w 561"/>
                <a:gd name="T1" fmla="*/ 12 h 963"/>
                <a:gd name="T2" fmla="*/ 62 w 561"/>
                <a:gd name="T3" fmla="*/ 28 h 963"/>
                <a:gd name="T4" fmla="*/ 96 w 561"/>
                <a:gd name="T5" fmla="*/ 113 h 963"/>
                <a:gd name="T6" fmla="*/ 96 w 561"/>
                <a:gd name="T7" fmla="*/ 674 h 963"/>
                <a:gd name="T8" fmla="*/ 0 w 561"/>
                <a:gd name="T9" fmla="*/ 674 h 963"/>
                <a:gd name="T10" fmla="*/ 289 w 561"/>
                <a:gd name="T11" fmla="*/ 963 h 963"/>
                <a:gd name="T12" fmla="*/ 561 w 561"/>
                <a:gd name="T13" fmla="*/ 691 h 963"/>
                <a:gd name="T14" fmla="*/ 466 w 561"/>
                <a:gd name="T15" fmla="*/ 691 h 963"/>
                <a:gd name="T16" fmla="*/ 466 w 561"/>
                <a:gd name="T17" fmla="*/ 434 h 963"/>
                <a:gd name="T18" fmla="*/ 446 w 561"/>
                <a:gd name="T19" fmla="*/ 390 h 963"/>
                <a:gd name="T20" fmla="*/ 80 w 561"/>
                <a:gd name="T21" fmla="*/ 23 h 963"/>
                <a:gd name="T22" fmla="*/ 10 w 561"/>
                <a:gd name="T23" fmla="*/ 12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1" h="963">
                  <a:moveTo>
                    <a:pt x="10" y="12"/>
                  </a:moveTo>
                  <a:cubicBezTo>
                    <a:pt x="10" y="12"/>
                    <a:pt x="42" y="8"/>
                    <a:pt x="62" y="28"/>
                  </a:cubicBezTo>
                  <a:cubicBezTo>
                    <a:pt x="82" y="49"/>
                    <a:pt x="96" y="81"/>
                    <a:pt x="96" y="113"/>
                  </a:cubicBezTo>
                  <a:cubicBezTo>
                    <a:pt x="97" y="146"/>
                    <a:pt x="96" y="674"/>
                    <a:pt x="96" y="674"/>
                  </a:cubicBezTo>
                  <a:cubicBezTo>
                    <a:pt x="0" y="674"/>
                    <a:pt x="0" y="674"/>
                    <a:pt x="0" y="674"/>
                  </a:cubicBezTo>
                  <a:cubicBezTo>
                    <a:pt x="289" y="963"/>
                    <a:pt x="289" y="963"/>
                    <a:pt x="289" y="963"/>
                  </a:cubicBezTo>
                  <a:cubicBezTo>
                    <a:pt x="561" y="691"/>
                    <a:pt x="561" y="691"/>
                    <a:pt x="561" y="691"/>
                  </a:cubicBezTo>
                  <a:cubicBezTo>
                    <a:pt x="466" y="691"/>
                    <a:pt x="466" y="691"/>
                    <a:pt x="466" y="691"/>
                  </a:cubicBezTo>
                  <a:cubicBezTo>
                    <a:pt x="466" y="434"/>
                    <a:pt x="466" y="434"/>
                    <a:pt x="466" y="434"/>
                  </a:cubicBezTo>
                  <a:cubicBezTo>
                    <a:pt x="466" y="434"/>
                    <a:pt x="468" y="412"/>
                    <a:pt x="446" y="390"/>
                  </a:cubicBezTo>
                  <a:cubicBezTo>
                    <a:pt x="424" y="367"/>
                    <a:pt x="80" y="23"/>
                    <a:pt x="80" y="23"/>
                  </a:cubicBezTo>
                  <a:cubicBezTo>
                    <a:pt x="80" y="23"/>
                    <a:pt x="58" y="0"/>
                    <a:pt x="10" y="12"/>
                  </a:cubicBezTo>
                  <a:close/>
                </a:path>
              </a:pathLst>
            </a:custGeom>
            <a:solidFill>
              <a:srgbClr val="3498DB"/>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35" name="任意多边形 71"/>
            <p:cNvSpPr/>
            <p:nvPr>
              <p:custDataLst>
                <p:tags r:id="rId21"/>
              </p:custDataLst>
            </p:nvPr>
          </p:nvSpPr>
          <p:spPr bwMode="auto">
            <a:xfrm>
              <a:off x="9783" y="2661"/>
              <a:ext cx="567" cy="459"/>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ysClr val="window" lastClr="FFFFFF"/>
            </a:solidFill>
            <a:ln>
              <a:noFill/>
            </a:ln>
          </p:spPr>
          <p:txBody>
            <a:bodyPr vert="horz" wrap="square" lIns="77286" tIns="38644" rIns="77286" bIns="38644" numCol="1" anchor="t" anchorCtr="0" compatLnSpc="1">
              <a:normAutofit lnSpcReduction="10000"/>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defTabSz="773430"/>
              <a:endParaRPr lang="id-ID" sz="1520">
                <a:latin typeface="微软雅黑" panose="020B0503020204020204" charset="-122"/>
                <a:ea typeface="微软雅黑" panose="020B0503020204020204" charset="-122"/>
              </a:endParaRPr>
            </a:p>
          </p:txBody>
        </p:sp>
        <p:sp>
          <p:nvSpPr>
            <p:cNvPr id="36" name="任意多边形 9"/>
            <p:cNvSpPr/>
            <p:nvPr>
              <p:custDataLst>
                <p:tags r:id="rId22"/>
              </p:custDataLst>
            </p:nvPr>
          </p:nvSpPr>
          <p:spPr bwMode="auto">
            <a:xfrm rot="19080036">
              <a:off x="8512" y="5984"/>
              <a:ext cx="1372" cy="2352"/>
            </a:xfrm>
            <a:custGeom>
              <a:avLst/>
              <a:gdLst>
                <a:gd name="T0" fmla="*/ 551 w 562"/>
                <a:gd name="T1" fmla="*/ 951 h 963"/>
                <a:gd name="T2" fmla="*/ 500 w 562"/>
                <a:gd name="T3" fmla="*/ 934 h 963"/>
                <a:gd name="T4" fmla="*/ 466 w 562"/>
                <a:gd name="T5" fmla="*/ 849 h 963"/>
                <a:gd name="T6" fmla="*/ 466 w 562"/>
                <a:gd name="T7" fmla="*/ 289 h 963"/>
                <a:gd name="T8" fmla="*/ 562 w 562"/>
                <a:gd name="T9" fmla="*/ 289 h 963"/>
                <a:gd name="T10" fmla="*/ 273 w 562"/>
                <a:gd name="T11" fmla="*/ 0 h 963"/>
                <a:gd name="T12" fmla="*/ 0 w 562"/>
                <a:gd name="T13" fmla="*/ 272 h 963"/>
                <a:gd name="T14" fmla="*/ 95 w 562"/>
                <a:gd name="T15" fmla="*/ 272 h 963"/>
                <a:gd name="T16" fmla="*/ 95 w 562"/>
                <a:gd name="T17" fmla="*/ 528 h 963"/>
                <a:gd name="T18" fmla="*/ 116 w 562"/>
                <a:gd name="T19" fmla="*/ 573 h 963"/>
                <a:gd name="T20" fmla="*/ 482 w 562"/>
                <a:gd name="T21" fmla="*/ 939 h 963"/>
                <a:gd name="T22" fmla="*/ 551 w 562"/>
                <a:gd name="T23" fmla="*/ 951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2" h="963">
                  <a:moveTo>
                    <a:pt x="551" y="951"/>
                  </a:moveTo>
                  <a:cubicBezTo>
                    <a:pt x="551" y="951"/>
                    <a:pt x="520" y="955"/>
                    <a:pt x="500" y="934"/>
                  </a:cubicBezTo>
                  <a:cubicBezTo>
                    <a:pt x="479" y="914"/>
                    <a:pt x="466" y="881"/>
                    <a:pt x="466" y="849"/>
                  </a:cubicBezTo>
                  <a:cubicBezTo>
                    <a:pt x="465" y="817"/>
                    <a:pt x="466" y="289"/>
                    <a:pt x="466" y="289"/>
                  </a:cubicBezTo>
                  <a:cubicBezTo>
                    <a:pt x="562" y="289"/>
                    <a:pt x="562" y="289"/>
                    <a:pt x="562" y="289"/>
                  </a:cubicBezTo>
                  <a:cubicBezTo>
                    <a:pt x="273" y="0"/>
                    <a:pt x="273" y="0"/>
                    <a:pt x="273" y="0"/>
                  </a:cubicBezTo>
                  <a:cubicBezTo>
                    <a:pt x="0" y="272"/>
                    <a:pt x="0" y="272"/>
                    <a:pt x="0" y="272"/>
                  </a:cubicBezTo>
                  <a:cubicBezTo>
                    <a:pt x="95" y="272"/>
                    <a:pt x="95" y="272"/>
                    <a:pt x="95" y="272"/>
                  </a:cubicBezTo>
                  <a:cubicBezTo>
                    <a:pt x="95" y="528"/>
                    <a:pt x="95" y="528"/>
                    <a:pt x="95" y="528"/>
                  </a:cubicBezTo>
                  <a:cubicBezTo>
                    <a:pt x="95" y="528"/>
                    <a:pt x="93" y="551"/>
                    <a:pt x="116" y="573"/>
                  </a:cubicBezTo>
                  <a:cubicBezTo>
                    <a:pt x="138" y="595"/>
                    <a:pt x="482" y="939"/>
                    <a:pt x="482" y="939"/>
                  </a:cubicBezTo>
                  <a:cubicBezTo>
                    <a:pt x="482" y="939"/>
                    <a:pt x="504" y="963"/>
                    <a:pt x="551" y="951"/>
                  </a:cubicBezTo>
                  <a:close/>
                </a:path>
              </a:pathLst>
            </a:custGeom>
            <a:solidFill>
              <a:srgbClr val="9BBB59"/>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37" name="任意多边形 9"/>
            <p:cNvSpPr/>
            <p:nvPr>
              <p:custDataLst>
                <p:tags r:id="rId23"/>
              </p:custDataLst>
            </p:nvPr>
          </p:nvSpPr>
          <p:spPr bwMode="auto">
            <a:xfrm rot="1220775">
              <a:off x="6820" y="4554"/>
              <a:ext cx="1372" cy="2352"/>
            </a:xfrm>
            <a:custGeom>
              <a:avLst/>
              <a:gdLst>
                <a:gd name="T0" fmla="*/ 551 w 562"/>
                <a:gd name="T1" fmla="*/ 951 h 963"/>
                <a:gd name="T2" fmla="*/ 500 w 562"/>
                <a:gd name="T3" fmla="*/ 934 h 963"/>
                <a:gd name="T4" fmla="*/ 466 w 562"/>
                <a:gd name="T5" fmla="*/ 849 h 963"/>
                <a:gd name="T6" fmla="*/ 466 w 562"/>
                <a:gd name="T7" fmla="*/ 289 h 963"/>
                <a:gd name="T8" fmla="*/ 562 w 562"/>
                <a:gd name="T9" fmla="*/ 289 h 963"/>
                <a:gd name="T10" fmla="*/ 273 w 562"/>
                <a:gd name="T11" fmla="*/ 0 h 963"/>
                <a:gd name="T12" fmla="*/ 0 w 562"/>
                <a:gd name="T13" fmla="*/ 272 h 963"/>
                <a:gd name="T14" fmla="*/ 95 w 562"/>
                <a:gd name="T15" fmla="*/ 272 h 963"/>
                <a:gd name="T16" fmla="*/ 95 w 562"/>
                <a:gd name="T17" fmla="*/ 528 h 963"/>
                <a:gd name="T18" fmla="*/ 116 w 562"/>
                <a:gd name="T19" fmla="*/ 573 h 963"/>
                <a:gd name="T20" fmla="*/ 482 w 562"/>
                <a:gd name="T21" fmla="*/ 939 h 963"/>
                <a:gd name="T22" fmla="*/ 551 w 562"/>
                <a:gd name="T23" fmla="*/ 951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2" h="963">
                  <a:moveTo>
                    <a:pt x="551" y="951"/>
                  </a:moveTo>
                  <a:cubicBezTo>
                    <a:pt x="551" y="951"/>
                    <a:pt x="520" y="955"/>
                    <a:pt x="500" y="934"/>
                  </a:cubicBezTo>
                  <a:cubicBezTo>
                    <a:pt x="479" y="914"/>
                    <a:pt x="466" y="881"/>
                    <a:pt x="466" y="849"/>
                  </a:cubicBezTo>
                  <a:cubicBezTo>
                    <a:pt x="465" y="817"/>
                    <a:pt x="466" y="289"/>
                    <a:pt x="466" y="289"/>
                  </a:cubicBezTo>
                  <a:cubicBezTo>
                    <a:pt x="562" y="289"/>
                    <a:pt x="562" y="289"/>
                    <a:pt x="562" y="289"/>
                  </a:cubicBezTo>
                  <a:cubicBezTo>
                    <a:pt x="273" y="0"/>
                    <a:pt x="273" y="0"/>
                    <a:pt x="273" y="0"/>
                  </a:cubicBezTo>
                  <a:cubicBezTo>
                    <a:pt x="0" y="272"/>
                    <a:pt x="0" y="272"/>
                    <a:pt x="0" y="272"/>
                  </a:cubicBezTo>
                  <a:cubicBezTo>
                    <a:pt x="95" y="272"/>
                    <a:pt x="95" y="272"/>
                    <a:pt x="95" y="272"/>
                  </a:cubicBezTo>
                  <a:cubicBezTo>
                    <a:pt x="95" y="528"/>
                    <a:pt x="95" y="528"/>
                    <a:pt x="95" y="528"/>
                  </a:cubicBezTo>
                  <a:cubicBezTo>
                    <a:pt x="95" y="528"/>
                    <a:pt x="93" y="551"/>
                    <a:pt x="116" y="573"/>
                  </a:cubicBezTo>
                  <a:cubicBezTo>
                    <a:pt x="138" y="595"/>
                    <a:pt x="482" y="939"/>
                    <a:pt x="482" y="939"/>
                  </a:cubicBezTo>
                  <a:cubicBezTo>
                    <a:pt x="482" y="939"/>
                    <a:pt x="504" y="963"/>
                    <a:pt x="551" y="951"/>
                  </a:cubicBezTo>
                  <a:close/>
                </a:path>
              </a:pathLst>
            </a:custGeom>
            <a:solidFill>
              <a:srgbClr val="FFC000"/>
            </a:solidFill>
            <a:ln>
              <a:noFill/>
            </a:ln>
          </p:spPr>
          <p:txBody>
            <a:bodyPr wrap="square" lIns="77286" tIns="38644" rIns="77286" bIns="38644" anchor="ctr">
              <a:normAutofit/>
            </a:bodyPr>
            <a:lstStyle/>
            <a:p>
              <a:pPr algn="ctr" defTabSz="773430"/>
              <a:endParaRPr sz="1520">
                <a:solidFill>
                  <a:prstClr val="black"/>
                </a:solidFill>
                <a:latin typeface="微软雅黑" panose="020B0503020204020204" charset="-122"/>
                <a:ea typeface="微软雅黑" panose="020B0503020204020204" charset="-122"/>
              </a:endParaRPr>
            </a:p>
          </p:txBody>
        </p:sp>
        <p:sp>
          <p:nvSpPr>
            <p:cNvPr id="38" name="任意多边形: 形状 5"/>
            <p:cNvSpPr/>
            <p:nvPr>
              <p:custDataLst>
                <p:tags r:id="rId24"/>
              </p:custDataLst>
            </p:nvPr>
          </p:nvSpPr>
          <p:spPr>
            <a:xfrm>
              <a:off x="8800" y="6653"/>
              <a:ext cx="552" cy="552"/>
            </a:xfrm>
            <a:custGeom>
              <a:avLst/>
              <a:gdLst/>
              <a:ahLst/>
              <a:cxnLst/>
              <a:rect l="0" t="0" r="0" b="0"/>
              <a:pathLst>
                <a:path w="12725400" h="12726672">
                  <a:moveTo>
                    <a:pt x="5332730" y="7392670"/>
                  </a:moveTo>
                  <a:cubicBezTo>
                    <a:pt x="4206240" y="6267450"/>
                    <a:pt x="3129280" y="4963160"/>
                    <a:pt x="3646170" y="4447540"/>
                  </a:cubicBezTo>
                  <a:cubicBezTo>
                    <a:pt x="4384040" y="3709670"/>
                    <a:pt x="5026660" y="3255010"/>
                    <a:pt x="3719830" y="1628140"/>
                  </a:cubicBezTo>
                  <a:cubicBezTo>
                    <a:pt x="2411730" y="0"/>
                    <a:pt x="1539240" y="1249680"/>
                    <a:pt x="824230" y="1964690"/>
                  </a:cubicBezTo>
                  <a:cubicBezTo>
                    <a:pt x="0" y="2790190"/>
                    <a:pt x="781050" y="5864860"/>
                    <a:pt x="3820160" y="8905240"/>
                  </a:cubicBezTo>
                  <a:cubicBezTo>
                    <a:pt x="6859270" y="11944350"/>
                    <a:pt x="9935210" y="12726671"/>
                    <a:pt x="10760710" y="11901171"/>
                  </a:cubicBezTo>
                  <a:cubicBezTo>
                    <a:pt x="11475720" y="11186161"/>
                    <a:pt x="12725399" y="10314940"/>
                    <a:pt x="11098529" y="9006840"/>
                  </a:cubicBezTo>
                  <a:cubicBezTo>
                    <a:pt x="9471629" y="7698779"/>
                    <a:pt x="9016999" y="8341360"/>
                    <a:pt x="8279129" y="9080500"/>
                  </a:cubicBezTo>
                  <a:cubicBezTo>
                    <a:pt x="7762239" y="9594850"/>
                    <a:pt x="6459220" y="8517890"/>
                    <a:pt x="5332729" y="7392671"/>
                  </a:cubicBezTo>
                </a:path>
              </a:pathLst>
            </a:custGeom>
            <a:solidFill>
              <a:sysClr val="window" lastClr="FFFFFF"/>
            </a:solidFill>
            <a:ln w="6350" cap="flat" cmpd="sng" algn="ctr">
              <a:noFill/>
              <a:prstDash val="solid"/>
              <a:miter lim="800000"/>
            </a:ln>
            <a:effectLst/>
          </p:spPr>
          <p:style>
            <a:lnRef idx="1">
              <a:srgbClr val="1F74AD"/>
            </a:lnRef>
            <a:fillRef idx="0">
              <a:srgbClr val="1F74AD"/>
            </a:fillRef>
            <a:effectRef idx="0">
              <a:srgbClr val="1F74AD"/>
            </a:effectRef>
            <a:fontRef idx="minor">
              <a:srgbClr val="000000"/>
            </a:fontRef>
          </p:style>
          <p:txBody>
            <a:bodyPr rtlCol="0" anchor="ctr"/>
            <a:lstStyle/>
            <a:p>
              <a:pPr algn="ctr" defTabSz="773430"/>
              <a:endParaRPr lang="zh-CN" altLang="en-US" sz="1520">
                <a:latin typeface="等线" panose="02010600030101010101" charset="-122"/>
                <a:ea typeface="等线" panose="02010600030101010101" charset="-122"/>
              </a:endParaRPr>
            </a:p>
          </p:txBody>
        </p:sp>
        <p:sp>
          <p:nvSpPr>
            <p:cNvPr id="39" name="PA_ImportSvg_636949152547774493"/>
            <p:cNvSpPr/>
            <p:nvPr>
              <p:custDataLst>
                <p:tags r:id="rId25"/>
              </p:custDataLst>
            </p:nvPr>
          </p:nvSpPr>
          <p:spPr>
            <a:xfrm>
              <a:off x="7338" y="5241"/>
              <a:ext cx="501" cy="502"/>
            </a:xfrm>
            <a:custGeom>
              <a:avLst/>
              <a:gdLst/>
              <a:ahLst/>
              <a:cxnLst/>
              <a:rect l="l" t="t" r="r" b="b"/>
              <a:pathLst>
                <a:path w="12174156" h="12187135">
                  <a:moveTo>
                    <a:pt x="6087078" y="1"/>
                  </a:moveTo>
                  <a:cubicBezTo>
                    <a:pt x="7346026" y="1"/>
                    <a:pt x="7346026" y="1"/>
                    <a:pt x="8455717" y="480218"/>
                  </a:cubicBezTo>
                  <a:cubicBezTo>
                    <a:pt x="9565411" y="960426"/>
                    <a:pt x="9565411" y="960426"/>
                    <a:pt x="10389565" y="1784592"/>
                  </a:cubicBezTo>
                  <a:cubicBezTo>
                    <a:pt x="11213724" y="2608752"/>
                    <a:pt x="11213724" y="2608752"/>
                    <a:pt x="11693938" y="3718439"/>
                  </a:cubicBezTo>
                  <a:cubicBezTo>
                    <a:pt x="12174145" y="4828130"/>
                    <a:pt x="12174145" y="4828130"/>
                    <a:pt x="12174156" y="6087078"/>
                  </a:cubicBezTo>
                  <a:cubicBezTo>
                    <a:pt x="12174156" y="7359005"/>
                    <a:pt x="12174156" y="7359005"/>
                    <a:pt x="11693938" y="8468696"/>
                  </a:cubicBezTo>
                  <a:cubicBezTo>
                    <a:pt x="11213731" y="9578391"/>
                    <a:pt x="11213731" y="9578391"/>
                    <a:pt x="10389565" y="10402543"/>
                  </a:cubicBezTo>
                  <a:cubicBezTo>
                    <a:pt x="9565406" y="11226702"/>
                    <a:pt x="9565406" y="11226702"/>
                    <a:pt x="8455717" y="11706917"/>
                  </a:cubicBezTo>
                  <a:cubicBezTo>
                    <a:pt x="7346025" y="12187124"/>
                    <a:pt x="7346025" y="12187124"/>
                    <a:pt x="6087078" y="12187134"/>
                  </a:cubicBezTo>
                  <a:cubicBezTo>
                    <a:pt x="4828132" y="12187134"/>
                    <a:pt x="4828132" y="12187134"/>
                    <a:pt x="3718440" y="11706917"/>
                  </a:cubicBezTo>
                  <a:cubicBezTo>
                    <a:pt x="2608743" y="11226708"/>
                    <a:pt x="2608743" y="11226708"/>
                    <a:pt x="1784592" y="10402543"/>
                  </a:cubicBezTo>
                  <a:cubicBezTo>
                    <a:pt x="960434" y="9578385"/>
                    <a:pt x="960434" y="9578385"/>
                    <a:pt x="480218" y="8468695"/>
                  </a:cubicBezTo>
                  <a:cubicBezTo>
                    <a:pt x="11" y="7359001"/>
                    <a:pt x="11" y="7359001"/>
                    <a:pt x="1" y="6087078"/>
                  </a:cubicBezTo>
                  <a:cubicBezTo>
                    <a:pt x="1" y="4828130"/>
                    <a:pt x="1" y="4828130"/>
                    <a:pt x="480218" y="3718439"/>
                  </a:cubicBezTo>
                  <a:cubicBezTo>
                    <a:pt x="960426" y="2608744"/>
                    <a:pt x="960426" y="2608744"/>
                    <a:pt x="1784592" y="1784591"/>
                  </a:cubicBezTo>
                  <a:cubicBezTo>
                    <a:pt x="2608751" y="960432"/>
                    <a:pt x="2608751" y="960432"/>
                    <a:pt x="3718440" y="480218"/>
                  </a:cubicBezTo>
                  <a:cubicBezTo>
                    <a:pt x="4828132" y="11"/>
                    <a:pt x="4828132" y="11"/>
                    <a:pt x="6087078" y="0"/>
                  </a:cubicBezTo>
                  <a:moveTo>
                    <a:pt x="7748370" y="7774327"/>
                  </a:moveTo>
                  <a:cubicBezTo>
                    <a:pt x="7787306" y="7722412"/>
                    <a:pt x="7787306" y="7722412"/>
                    <a:pt x="7709434" y="7644539"/>
                  </a:cubicBezTo>
                  <a:cubicBezTo>
                    <a:pt x="7631561" y="7566666"/>
                    <a:pt x="7631561" y="7566666"/>
                    <a:pt x="7527730" y="7469325"/>
                  </a:cubicBezTo>
                  <a:cubicBezTo>
                    <a:pt x="7423895" y="7371988"/>
                    <a:pt x="7423895" y="7371988"/>
                    <a:pt x="7346026" y="7268153"/>
                  </a:cubicBezTo>
                  <a:cubicBezTo>
                    <a:pt x="7268152" y="7164321"/>
                    <a:pt x="7268152" y="7164321"/>
                    <a:pt x="7294111" y="7073470"/>
                  </a:cubicBezTo>
                  <a:cubicBezTo>
                    <a:pt x="7359005" y="6865808"/>
                    <a:pt x="7359005" y="6865808"/>
                    <a:pt x="7339537" y="6768467"/>
                  </a:cubicBezTo>
                  <a:cubicBezTo>
                    <a:pt x="7320068" y="6671126"/>
                    <a:pt x="7320068" y="6671126"/>
                    <a:pt x="7216238" y="6638679"/>
                  </a:cubicBezTo>
                  <a:cubicBezTo>
                    <a:pt x="7112406" y="6606239"/>
                    <a:pt x="7112406" y="6606239"/>
                    <a:pt x="6917725" y="6612721"/>
                  </a:cubicBezTo>
                  <a:cubicBezTo>
                    <a:pt x="6723043" y="6619214"/>
                    <a:pt x="6723043" y="6619214"/>
                    <a:pt x="6450486" y="6619211"/>
                  </a:cubicBezTo>
                  <a:cubicBezTo>
                    <a:pt x="6307719" y="6619211"/>
                    <a:pt x="6307719" y="6619211"/>
                    <a:pt x="6216867" y="6632190"/>
                  </a:cubicBezTo>
                  <a:cubicBezTo>
                    <a:pt x="6126015" y="6645169"/>
                    <a:pt x="6126015" y="6645169"/>
                    <a:pt x="6048143" y="6651659"/>
                  </a:cubicBezTo>
                  <a:cubicBezTo>
                    <a:pt x="5970269" y="6658143"/>
                    <a:pt x="5970269" y="6658143"/>
                    <a:pt x="5879418" y="6664638"/>
                  </a:cubicBezTo>
                  <a:cubicBezTo>
                    <a:pt x="5788567" y="6671134"/>
                    <a:pt x="5788567" y="6671134"/>
                    <a:pt x="5671757" y="6658148"/>
                  </a:cubicBezTo>
                  <a:cubicBezTo>
                    <a:pt x="5490053" y="6645169"/>
                    <a:pt x="5490053" y="6645169"/>
                    <a:pt x="5392712" y="6593254"/>
                  </a:cubicBezTo>
                  <a:cubicBezTo>
                    <a:pt x="5295368" y="6541343"/>
                    <a:pt x="5295368" y="6541343"/>
                    <a:pt x="5211008" y="6489423"/>
                  </a:cubicBezTo>
                  <a:cubicBezTo>
                    <a:pt x="5126648" y="6437503"/>
                    <a:pt x="5126648" y="6437503"/>
                    <a:pt x="4996857" y="6398571"/>
                  </a:cubicBezTo>
                  <a:cubicBezTo>
                    <a:pt x="4867069" y="6359633"/>
                    <a:pt x="4867069" y="6359633"/>
                    <a:pt x="4620471" y="6346655"/>
                  </a:cubicBezTo>
                  <a:cubicBezTo>
                    <a:pt x="4270042" y="6333677"/>
                    <a:pt x="4270042" y="6333677"/>
                    <a:pt x="4120786" y="6314208"/>
                  </a:cubicBezTo>
                  <a:cubicBezTo>
                    <a:pt x="3971528" y="6294744"/>
                    <a:pt x="3971528" y="6294744"/>
                    <a:pt x="3906635" y="6275272"/>
                  </a:cubicBezTo>
                  <a:cubicBezTo>
                    <a:pt x="3841740" y="6255802"/>
                    <a:pt x="3841740" y="6255802"/>
                    <a:pt x="3802804" y="6249314"/>
                  </a:cubicBezTo>
                  <a:cubicBezTo>
                    <a:pt x="3763867" y="6242826"/>
                    <a:pt x="3763867" y="6242826"/>
                    <a:pt x="3647058" y="6242825"/>
                  </a:cubicBezTo>
                  <a:cubicBezTo>
                    <a:pt x="3530248" y="6255803"/>
                    <a:pt x="3530248" y="6255803"/>
                    <a:pt x="3290140" y="6359634"/>
                  </a:cubicBezTo>
                  <a:cubicBezTo>
                    <a:pt x="3050040" y="6463485"/>
                    <a:pt x="3050040" y="6463485"/>
                    <a:pt x="2803433" y="6599742"/>
                  </a:cubicBezTo>
                  <a:cubicBezTo>
                    <a:pt x="2556822" y="6735991"/>
                    <a:pt x="2556822" y="6735991"/>
                    <a:pt x="2375131" y="6878787"/>
                  </a:cubicBezTo>
                  <a:cubicBezTo>
                    <a:pt x="2193429" y="7021568"/>
                    <a:pt x="2193429" y="7021568"/>
                    <a:pt x="2193427" y="7112406"/>
                  </a:cubicBezTo>
                  <a:cubicBezTo>
                    <a:pt x="2193427" y="7371984"/>
                    <a:pt x="2193427" y="7371984"/>
                    <a:pt x="2225874" y="7527729"/>
                  </a:cubicBezTo>
                  <a:cubicBezTo>
                    <a:pt x="2258326" y="7683474"/>
                    <a:pt x="2258326" y="7683474"/>
                    <a:pt x="2316726" y="7767838"/>
                  </a:cubicBezTo>
                  <a:cubicBezTo>
                    <a:pt x="2375123" y="7852204"/>
                    <a:pt x="2375123" y="7852204"/>
                    <a:pt x="2440025" y="7904115"/>
                  </a:cubicBezTo>
                  <a:cubicBezTo>
                    <a:pt x="2504932" y="7956022"/>
                    <a:pt x="2504932" y="7956022"/>
                    <a:pt x="2569814" y="8020925"/>
                  </a:cubicBezTo>
                  <a:cubicBezTo>
                    <a:pt x="2634695" y="8085829"/>
                    <a:pt x="2634695" y="8085829"/>
                    <a:pt x="2745028" y="8111777"/>
                  </a:cubicBezTo>
                  <a:cubicBezTo>
                    <a:pt x="2855364" y="8137717"/>
                    <a:pt x="2855364" y="8137717"/>
                    <a:pt x="2985137" y="8144224"/>
                  </a:cubicBezTo>
                  <a:cubicBezTo>
                    <a:pt x="3114911" y="8150730"/>
                    <a:pt x="3114911" y="8150730"/>
                    <a:pt x="3225246" y="8176671"/>
                  </a:cubicBezTo>
                  <a:cubicBezTo>
                    <a:pt x="3335581" y="8202610"/>
                    <a:pt x="3335581" y="8202610"/>
                    <a:pt x="3400460" y="8267523"/>
                  </a:cubicBezTo>
                  <a:cubicBezTo>
                    <a:pt x="3530249" y="8423269"/>
                    <a:pt x="3530249" y="8423269"/>
                    <a:pt x="3673016" y="8397311"/>
                  </a:cubicBezTo>
                  <a:cubicBezTo>
                    <a:pt x="3815781" y="8371340"/>
                    <a:pt x="3815781" y="8371340"/>
                    <a:pt x="3926103" y="8312949"/>
                  </a:cubicBezTo>
                  <a:cubicBezTo>
                    <a:pt x="4036427" y="8254560"/>
                    <a:pt x="4036427" y="8254560"/>
                    <a:pt x="4107807" y="8267523"/>
                  </a:cubicBezTo>
                  <a:cubicBezTo>
                    <a:pt x="4179187" y="8280482"/>
                    <a:pt x="4179187" y="8280482"/>
                    <a:pt x="4192169" y="8514121"/>
                  </a:cubicBezTo>
                  <a:cubicBezTo>
                    <a:pt x="4192169" y="8617952"/>
                    <a:pt x="4192169" y="8617952"/>
                    <a:pt x="4231106" y="8669867"/>
                  </a:cubicBezTo>
                  <a:cubicBezTo>
                    <a:pt x="4270042" y="8721783"/>
                    <a:pt x="4270042" y="8721783"/>
                    <a:pt x="4334936" y="8747740"/>
                  </a:cubicBezTo>
                  <a:lnTo>
                    <a:pt x="4490682" y="8825613"/>
                  </a:lnTo>
                  <a:cubicBezTo>
                    <a:pt x="4581534" y="8877528"/>
                    <a:pt x="4581534" y="8877528"/>
                    <a:pt x="4685365" y="8968380"/>
                  </a:cubicBezTo>
                  <a:cubicBezTo>
                    <a:pt x="4789196" y="9072211"/>
                    <a:pt x="4789196" y="9072211"/>
                    <a:pt x="4756749" y="9163063"/>
                  </a:cubicBezTo>
                  <a:cubicBezTo>
                    <a:pt x="4724308" y="9253917"/>
                    <a:pt x="4724308" y="9253917"/>
                    <a:pt x="4659407" y="9338277"/>
                  </a:cubicBezTo>
                  <a:cubicBezTo>
                    <a:pt x="4594510" y="9422639"/>
                    <a:pt x="4594510" y="9422639"/>
                    <a:pt x="4536108" y="9519980"/>
                  </a:cubicBezTo>
                  <a:cubicBezTo>
                    <a:pt x="4477711" y="9617324"/>
                    <a:pt x="4477711" y="9617324"/>
                    <a:pt x="4542598" y="9708174"/>
                  </a:cubicBezTo>
                  <a:cubicBezTo>
                    <a:pt x="4633450" y="9850941"/>
                    <a:pt x="4633450" y="9850941"/>
                    <a:pt x="4737280" y="9915835"/>
                  </a:cubicBezTo>
                  <a:cubicBezTo>
                    <a:pt x="4841106" y="9980738"/>
                    <a:pt x="4841106" y="9980738"/>
                    <a:pt x="4938453" y="10026156"/>
                  </a:cubicBezTo>
                  <a:cubicBezTo>
                    <a:pt x="5035800" y="10071570"/>
                    <a:pt x="5035800" y="10071570"/>
                    <a:pt x="5113667" y="10129987"/>
                  </a:cubicBezTo>
                  <a:cubicBezTo>
                    <a:pt x="5191532" y="10188406"/>
                    <a:pt x="5191532" y="10188406"/>
                    <a:pt x="5217498" y="10318180"/>
                  </a:cubicBezTo>
                  <a:cubicBezTo>
                    <a:pt x="5217498" y="10357116"/>
                    <a:pt x="5217498" y="10357116"/>
                    <a:pt x="5308350" y="10467436"/>
                  </a:cubicBezTo>
                  <a:cubicBezTo>
                    <a:pt x="5399197" y="10577761"/>
                    <a:pt x="5399197" y="10577761"/>
                    <a:pt x="5483564" y="10694566"/>
                  </a:cubicBezTo>
                  <a:cubicBezTo>
                    <a:pt x="5567931" y="10811371"/>
                    <a:pt x="5567931" y="10811371"/>
                    <a:pt x="5619842" y="10889249"/>
                  </a:cubicBezTo>
                  <a:cubicBezTo>
                    <a:pt x="5671758" y="10967123"/>
                    <a:pt x="5671758" y="10967123"/>
                    <a:pt x="5593884" y="10954143"/>
                  </a:cubicBezTo>
                  <a:cubicBezTo>
                    <a:pt x="5749631" y="10980101"/>
                    <a:pt x="5749631" y="10980101"/>
                    <a:pt x="5924845" y="10980101"/>
                  </a:cubicBezTo>
                  <a:cubicBezTo>
                    <a:pt x="6100059" y="10980101"/>
                    <a:pt x="6100059" y="10980101"/>
                    <a:pt x="6151974" y="10915206"/>
                  </a:cubicBezTo>
                  <a:lnTo>
                    <a:pt x="6177932" y="10889249"/>
                  </a:lnTo>
                  <a:lnTo>
                    <a:pt x="6177932" y="10876270"/>
                  </a:lnTo>
                  <a:lnTo>
                    <a:pt x="6216868" y="10863291"/>
                  </a:lnTo>
                  <a:cubicBezTo>
                    <a:pt x="6242825" y="10850312"/>
                    <a:pt x="6242825" y="10850312"/>
                    <a:pt x="6288252" y="10830844"/>
                  </a:cubicBezTo>
                  <a:cubicBezTo>
                    <a:pt x="6333678" y="10811374"/>
                    <a:pt x="6333678" y="10811374"/>
                    <a:pt x="6411551" y="10746481"/>
                  </a:cubicBezTo>
                  <a:cubicBezTo>
                    <a:pt x="6567297" y="10642651"/>
                    <a:pt x="6567297" y="10642651"/>
                    <a:pt x="6710064" y="10473926"/>
                  </a:cubicBezTo>
                  <a:cubicBezTo>
                    <a:pt x="6852842" y="10305211"/>
                    <a:pt x="6852842" y="10305211"/>
                    <a:pt x="6956662" y="10104029"/>
                  </a:cubicBezTo>
                  <a:cubicBezTo>
                    <a:pt x="7060496" y="9902855"/>
                    <a:pt x="7060496" y="9902855"/>
                    <a:pt x="7131877" y="9695196"/>
                  </a:cubicBezTo>
                  <a:cubicBezTo>
                    <a:pt x="7203257" y="9487537"/>
                    <a:pt x="7203257" y="9487537"/>
                    <a:pt x="7229218" y="9305831"/>
                  </a:cubicBezTo>
                  <a:cubicBezTo>
                    <a:pt x="7255175" y="9137106"/>
                    <a:pt x="7255175" y="9137106"/>
                    <a:pt x="7313580" y="9059233"/>
                  </a:cubicBezTo>
                  <a:cubicBezTo>
                    <a:pt x="7371985" y="8981359"/>
                    <a:pt x="7371985" y="8981359"/>
                    <a:pt x="7417411" y="8922955"/>
                  </a:cubicBezTo>
                  <a:cubicBezTo>
                    <a:pt x="7462842" y="8864554"/>
                    <a:pt x="7462842" y="8864554"/>
                    <a:pt x="7495284" y="8767208"/>
                  </a:cubicBezTo>
                  <a:cubicBezTo>
                    <a:pt x="7527724" y="8669862"/>
                    <a:pt x="7527724" y="8669862"/>
                    <a:pt x="7488794" y="8436248"/>
                  </a:cubicBezTo>
                  <a:cubicBezTo>
                    <a:pt x="7449858" y="8137735"/>
                    <a:pt x="7449858" y="8137735"/>
                    <a:pt x="7560178" y="8001457"/>
                  </a:cubicBezTo>
                  <a:cubicBezTo>
                    <a:pt x="7670495" y="7865178"/>
                    <a:pt x="7670495" y="7865178"/>
                    <a:pt x="7748371" y="7774327"/>
                  </a:cubicBezTo>
                  <a:moveTo>
                    <a:pt x="9033275" y="9812006"/>
                  </a:moveTo>
                  <a:cubicBezTo>
                    <a:pt x="9214979" y="9591366"/>
                    <a:pt x="9214979" y="9591366"/>
                    <a:pt x="9221468" y="9448599"/>
                  </a:cubicBezTo>
                  <a:cubicBezTo>
                    <a:pt x="9227952" y="9305831"/>
                    <a:pt x="9227952" y="9305831"/>
                    <a:pt x="8916465" y="9227959"/>
                  </a:cubicBezTo>
                  <a:cubicBezTo>
                    <a:pt x="8591994" y="9150086"/>
                    <a:pt x="8591994" y="9150086"/>
                    <a:pt x="8455717" y="9143596"/>
                  </a:cubicBezTo>
                  <a:cubicBezTo>
                    <a:pt x="8319440" y="9137098"/>
                    <a:pt x="8319440" y="9137098"/>
                    <a:pt x="8202629" y="9279874"/>
                  </a:cubicBezTo>
                  <a:cubicBezTo>
                    <a:pt x="8085814" y="9422646"/>
                    <a:pt x="8085814" y="9422646"/>
                    <a:pt x="8033904" y="9571898"/>
                  </a:cubicBezTo>
                  <a:cubicBezTo>
                    <a:pt x="7981988" y="9721148"/>
                    <a:pt x="7981988" y="9721148"/>
                    <a:pt x="8059862" y="9980731"/>
                  </a:cubicBezTo>
                  <a:cubicBezTo>
                    <a:pt x="8098798" y="10097541"/>
                    <a:pt x="8098798" y="10097541"/>
                    <a:pt x="8124756" y="10168924"/>
                  </a:cubicBezTo>
                  <a:cubicBezTo>
                    <a:pt x="8150710" y="10240309"/>
                    <a:pt x="8150710" y="10240309"/>
                    <a:pt x="8189651" y="10259776"/>
                  </a:cubicBezTo>
                  <a:cubicBezTo>
                    <a:pt x="8228592" y="10279243"/>
                    <a:pt x="8228592" y="10279243"/>
                    <a:pt x="8306461" y="10272755"/>
                  </a:cubicBezTo>
                  <a:cubicBezTo>
                    <a:pt x="8384330" y="10266271"/>
                    <a:pt x="8384330" y="10266271"/>
                    <a:pt x="8527101" y="10227329"/>
                  </a:cubicBezTo>
                  <a:cubicBezTo>
                    <a:pt x="8682847" y="10188393"/>
                    <a:pt x="8682847" y="10188393"/>
                    <a:pt x="8825614" y="10045626"/>
                  </a:cubicBezTo>
                  <a:cubicBezTo>
                    <a:pt x="8968382" y="9902859"/>
                    <a:pt x="8968382" y="9902859"/>
                    <a:pt x="9033276" y="9812007"/>
                  </a:cubicBezTo>
                  <a:moveTo>
                    <a:pt x="9383704" y="6022184"/>
                  </a:moveTo>
                  <a:cubicBezTo>
                    <a:pt x="9474556" y="5931332"/>
                    <a:pt x="9474556" y="5931332"/>
                    <a:pt x="9688707" y="5885906"/>
                  </a:cubicBezTo>
                  <a:cubicBezTo>
                    <a:pt x="9902855" y="5840465"/>
                    <a:pt x="9902855" y="5840465"/>
                    <a:pt x="10123499" y="5769097"/>
                  </a:cubicBezTo>
                  <a:cubicBezTo>
                    <a:pt x="10344147" y="5697744"/>
                    <a:pt x="10344147" y="5697744"/>
                    <a:pt x="10512864" y="5567924"/>
                  </a:cubicBezTo>
                  <a:cubicBezTo>
                    <a:pt x="10681573" y="5438095"/>
                    <a:pt x="10681573" y="5438095"/>
                    <a:pt x="10694568" y="5204517"/>
                  </a:cubicBezTo>
                  <a:cubicBezTo>
                    <a:pt x="10707545" y="4970938"/>
                    <a:pt x="10707545" y="4970938"/>
                    <a:pt x="10694568" y="4776215"/>
                  </a:cubicBezTo>
                  <a:cubicBezTo>
                    <a:pt x="10681600" y="4581491"/>
                    <a:pt x="10681600" y="4581491"/>
                    <a:pt x="10616695" y="4386850"/>
                  </a:cubicBezTo>
                  <a:cubicBezTo>
                    <a:pt x="10551795" y="4192206"/>
                    <a:pt x="10551795" y="4192206"/>
                    <a:pt x="10441481" y="3978016"/>
                  </a:cubicBezTo>
                  <a:cubicBezTo>
                    <a:pt x="10331166" y="3763826"/>
                    <a:pt x="10331166" y="3763826"/>
                    <a:pt x="10162436" y="3491309"/>
                  </a:cubicBezTo>
                  <a:cubicBezTo>
                    <a:pt x="9980732" y="3205775"/>
                    <a:pt x="9980732" y="3205775"/>
                    <a:pt x="9831475" y="3011092"/>
                  </a:cubicBezTo>
                  <a:cubicBezTo>
                    <a:pt x="9682205" y="2816419"/>
                    <a:pt x="9682205" y="2816419"/>
                    <a:pt x="9539451" y="2680132"/>
                  </a:cubicBezTo>
                  <a:cubicBezTo>
                    <a:pt x="9396691" y="2543850"/>
                    <a:pt x="9396691" y="2543850"/>
                    <a:pt x="9240938" y="2433534"/>
                  </a:cubicBezTo>
                  <a:cubicBezTo>
                    <a:pt x="9085186" y="2323215"/>
                    <a:pt x="9085186" y="2323215"/>
                    <a:pt x="8890509" y="2206404"/>
                  </a:cubicBezTo>
                  <a:cubicBezTo>
                    <a:pt x="8682847" y="2089594"/>
                    <a:pt x="8682847" y="2089594"/>
                    <a:pt x="8481676" y="1953316"/>
                  </a:cubicBezTo>
                  <a:cubicBezTo>
                    <a:pt x="8280493" y="1817055"/>
                    <a:pt x="8280493" y="1817055"/>
                    <a:pt x="8046884" y="1771613"/>
                  </a:cubicBezTo>
                  <a:cubicBezTo>
                    <a:pt x="7813277" y="1726162"/>
                    <a:pt x="7813277" y="1726162"/>
                    <a:pt x="7540710" y="1830017"/>
                  </a:cubicBezTo>
                  <a:cubicBezTo>
                    <a:pt x="7268146" y="1933881"/>
                    <a:pt x="7268146" y="1933881"/>
                    <a:pt x="6917725" y="2284277"/>
                  </a:cubicBezTo>
                  <a:lnTo>
                    <a:pt x="6697085" y="2517896"/>
                  </a:lnTo>
                  <a:cubicBezTo>
                    <a:pt x="6554318" y="2647685"/>
                    <a:pt x="6554318" y="2647685"/>
                    <a:pt x="6398572" y="2764494"/>
                  </a:cubicBezTo>
                  <a:cubicBezTo>
                    <a:pt x="6242825" y="2881304"/>
                    <a:pt x="6242825" y="2881304"/>
                    <a:pt x="6100058" y="2965666"/>
                  </a:cubicBezTo>
                  <a:cubicBezTo>
                    <a:pt x="5957292" y="3050030"/>
                    <a:pt x="5957292" y="3050030"/>
                    <a:pt x="5840481" y="3050029"/>
                  </a:cubicBezTo>
                  <a:cubicBezTo>
                    <a:pt x="5736650" y="3050029"/>
                    <a:pt x="5736650" y="3050029"/>
                    <a:pt x="5516010" y="3075986"/>
                  </a:cubicBezTo>
                  <a:cubicBezTo>
                    <a:pt x="5295370" y="3101945"/>
                    <a:pt x="5295370" y="3101945"/>
                    <a:pt x="5068240" y="3205775"/>
                  </a:cubicBezTo>
                  <a:cubicBezTo>
                    <a:pt x="4841116" y="3309617"/>
                    <a:pt x="4841116" y="3309617"/>
                    <a:pt x="4678875" y="3497799"/>
                  </a:cubicBezTo>
                  <a:cubicBezTo>
                    <a:pt x="4516621" y="3685970"/>
                    <a:pt x="4516621" y="3685970"/>
                    <a:pt x="4542597" y="3997484"/>
                  </a:cubicBezTo>
                  <a:cubicBezTo>
                    <a:pt x="4555576" y="4347913"/>
                    <a:pt x="4555576" y="4347913"/>
                    <a:pt x="4665896" y="4451744"/>
                  </a:cubicBezTo>
                  <a:cubicBezTo>
                    <a:pt x="4776224" y="4555566"/>
                    <a:pt x="4776224" y="4555566"/>
                    <a:pt x="4951431" y="4568553"/>
                  </a:cubicBezTo>
                  <a:cubicBezTo>
                    <a:pt x="5126637" y="4581542"/>
                    <a:pt x="5126637" y="4581542"/>
                    <a:pt x="5366754" y="4594511"/>
                  </a:cubicBezTo>
                  <a:cubicBezTo>
                    <a:pt x="5606871" y="4607473"/>
                    <a:pt x="5606871" y="4607473"/>
                    <a:pt x="5879418" y="4763236"/>
                  </a:cubicBezTo>
                  <a:cubicBezTo>
                    <a:pt x="6203889" y="4841109"/>
                    <a:pt x="6203889" y="4841109"/>
                    <a:pt x="6489424" y="4918982"/>
                  </a:cubicBezTo>
                  <a:cubicBezTo>
                    <a:pt x="6736022" y="4983876"/>
                    <a:pt x="6736022" y="4983876"/>
                    <a:pt x="6989109" y="5081217"/>
                  </a:cubicBezTo>
                  <a:cubicBezTo>
                    <a:pt x="7242192" y="5178569"/>
                    <a:pt x="7242192" y="5178569"/>
                    <a:pt x="7410922" y="5282389"/>
                  </a:cubicBezTo>
                  <a:cubicBezTo>
                    <a:pt x="7605604" y="5399199"/>
                    <a:pt x="7605604" y="5399199"/>
                    <a:pt x="7566668" y="5587392"/>
                  </a:cubicBezTo>
                  <a:cubicBezTo>
                    <a:pt x="7527729" y="5775585"/>
                    <a:pt x="7527729" y="5775585"/>
                    <a:pt x="7430390" y="5970268"/>
                  </a:cubicBezTo>
                  <a:cubicBezTo>
                    <a:pt x="7333067" y="6164959"/>
                    <a:pt x="7333067" y="6164959"/>
                    <a:pt x="7268154" y="6346654"/>
                  </a:cubicBezTo>
                  <a:cubicBezTo>
                    <a:pt x="7203241" y="6528350"/>
                    <a:pt x="7203241" y="6528350"/>
                    <a:pt x="7346027" y="6632189"/>
                  </a:cubicBezTo>
                  <a:cubicBezTo>
                    <a:pt x="7540710" y="6774956"/>
                    <a:pt x="7540710" y="6774956"/>
                    <a:pt x="7631562" y="6813893"/>
                  </a:cubicBezTo>
                  <a:cubicBezTo>
                    <a:pt x="7722413" y="6852832"/>
                    <a:pt x="7722413" y="6852832"/>
                    <a:pt x="7826244" y="6833361"/>
                  </a:cubicBezTo>
                  <a:cubicBezTo>
                    <a:pt x="7930076" y="6813892"/>
                    <a:pt x="7930076" y="6813892"/>
                    <a:pt x="8111779" y="6774956"/>
                  </a:cubicBezTo>
                  <a:cubicBezTo>
                    <a:pt x="8293485" y="6736036"/>
                    <a:pt x="8293485" y="6736036"/>
                    <a:pt x="8669869" y="6736020"/>
                  </a:cubicBezTo>
                  <a:cubicBezTo>
                    <a:pt x="8566038" y="6736020"/>
                    <a:pt x="8566038" y="6736020"/>
                    <a:pt x="8630932" y="6658147"/>
                  </a:cubicBezTo>
                  <a:cubicBezTo>
                    <a:pt x="8695832" y="6580279"/>
                    <a:pt x="8695832" y="6580279"/>
                    <a:pt x="8832105" y="6463465"/>
                  </a:cubicBezTo>
                  <a:cubicBezTo>
                    <a:pt x="8968385" y="6346659"/>
                    <a:pt x="8968385" y="6346659"/>
                    <a:pt x="9124129" y="6223356"/>
                  </a:cubicBezTo>
                  <a:cubicBezTo>
                    <a:pt x="9279869" y="6100050"/>
                    <a:pt x="9279869" y="6100050"/>
                    <a:pt x="9383706" y="6022184"/>
                  </a:cubicBezTo>
                </a:path>
              </a:pathLst>
            </a:custGeom>
            <a:solidFill>
              <a:sysClr val="window" lastClr="FFFFFF"/>
            </a:solidFill>
            <a:ln w="12700" cap="flat" cmpd="sng" algn="ctr">
              <a:noFill/>
              <a:prstDash val="solid"/>
              <a:miter lim="800000"/>
            </a:ln>
            <a:effectLst/>
          </p:spPr>
          <p:style>
            <a:lnRef idx="2">
              <a:srgbClr val="1F74AD">
                <a:shade val="50000"/>
              </a:srgbClr>
            </a:lnRef>
            <a:fillRef idx="1">
              <a:srgbClr val="1F74AD"/>
            </a:fillRef>
            <a:effectRef idx="0">
              <a:srgbClr val="1F74AD"/>
            </a:effectRef>
            <a:fontRef idx="minor">
              <a:sysClr val="window" lastClr="FFFFFF"/>
            </a:fontRef>
          </p:style>
          <p:txBody>
            <a:bodyPr rot="0" spcFirstLastPara="0" vert="horz" wrap="square" lIns="77286" tIns="38644" rIns="77286" bIns="38644" numCol="1" spcCol="0" rtlCol="0" fromWordArt="0" anchor="ctr" anchorCtr="0" forceAA="0" compatLnSpc="1">
              <a:no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defTabSz="773430"/>
              <a:endParaRPr lang="zh-CN" altLang="en-US" sz="1520"/>
            </a:p>
          </p:txBody>
        </p:sp>
      </p:grpSp>
      <p:pic>
        <p:nvPicPr>
          <p:cNvPr id="40" name="图片 39"/>
          <p:cNvPicPr>
            <a:picLocks noChangeAspect="1"/>
          </p:cNvPicPr>
          <p:nvPr/>
        </p:nvPicPr>
        <p:blipFill>
          <a:blip r:embed="rId30" cstate="email"/>
          <a:stretch>
            <a:fillRect/>
          </a:stretch>
        </p:blipFill>
        <p:spPr>
          <a:xfrm>
            <a:off x="409925" y="395613"/>
            <a:ext cx="368828" cy="458763"/>
          </a:xfrm>
          <a:prstGeom prst="rect">
            <a:avLst/>
          </a:prstGeom>
        </p:spPr>
      </p:pic>
      <p:sp>
        <p:nvSpPr>
          <p:cNvPr id="41" name="文本框 40"/>
          <p:cNvSpPr txBox="1"/>
          <p:nvPr/>
        </p:nvSpPr>
        <p:spPr>
          <a:xfrm>
            <a:off x="811568" y="387983"/>
            <a:ext cx="6796599" cy="460375"/>
          </a:xfrm>
          <a:prstGeom prst="rect">
            <a:avLst/>
          </a:prstGeom>
          <a:noFill/>
        </p:spPr>
        <p:txBody>
          <a:bodyPr wrap="square" rtlCol="0">
            <a:spAutoFit/>
          </a:bodyPr>
          <a:lstStyle/>
          <a:p>
            <a:pPr lvl="0" algn="l">
              <a:buClrTx/>
              <a:buSzTx/>
              <a:buFontTx/>
            </a:pPr>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多元化合作模式 Cooperation Model</a:t>
            </a:r>
          </a:p>
        </p:txBody>
      </p:sp>
      <p:pic>
        <p:nvPicPr>
          <p:cNvPr id="42" name="图片 41"/>
          <p:cNvPicPr>
            <a:picLocks noChangeAspect="1"/>
          </p:cNvPicPr>
          <p:nvPr/>
        </p:nvPicPr>
        <p:blipFill>
          <a:blip r:embed="rId31" cstate="email"/>
          <a:stretch>
            <a:fillRect/>
          </a:stretch>
        </p:blipFill>
        <p:spPr>
          <a:xfrm>
            <a:off x="9984432" y="252139"/>
            <a:ext cx="1954772" cy="683357"/>
          </a:xfrm>
          <a:prstGeom prst="rect">
            <a:avLst/>
          </a:prstGeom>
        </p:spPr>
      </p:pic>
      <p:sp>
        <p:nvSpPr>
          <p:cNvPr id="5" name="object 2"/>
          <p:cNvSpPr txBox="1"/>
          <p:nvPr/>
        </p:nvSpPr>
        <p:spPr>
          <a:xfrm>
            <a:off x="8000529" y="1196499"/>
            <a:ext cx="3938675" cy="567055"/>
          </a:xfrm>
          <a:prstGeom prst="rect">
            <a:avLst/>
          </a:prstGeom>
          <a:effectLst>
            <a:outerShdw blurRad="50800" dist="50800" dir="5400000" algn="ctr" rotWithShape="0">
              <a:srgbClr val="000000">
                <a:alpha val="9000"/>
              </a:srgbClr>
            </a:outerShdw>
          </a:effectLst>
        </p:spPr>
        <p:txBody>
          <a:bodyPr vert="horz" wrap="square" lIns="0" tIns="6813" rIns="0" bIns="0" rtlCol="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985" defTabSz="773430">
              <a:spcBef>
                <a:spcPts val="55"/>
              </a:spcBef>
              <a:defRPr sz="2000" b="1">
                <a:solidFill>
                  <a:srgbClr val="003F82"/>
                </a:solidFill>
                <a:latin typeface="Arial" panose="020B0604020202020204"/>
                <a:ea typeface="微软雅黑" panose="020B0503020204020204" charset="-122"/>
              </a:defRPr>
            </a:lvl1pPr>
          </a:lstStyle>
          <a:p>
            <a:r>
              <a:rPr lang="zh-CN" altLang="en-US" dirty="0">
                <a:solidFill>
                  <a:srgbClr val="DBB33C"/>
                </a:solidFill>
                <a:effectLst>
                  <a:outerShdw blurRad="38100" dist="38100" dir="2700000" algn="tl">
                    <a:srgbClr val="000000">
                      <a:alpha val="43137"/>
                    </a:srgbClr>
                  </a:outerShdw>
                </a:effectLst>
                <a:cs typeface="+mj-cs"/>
                <a:sym typeface="+mn-ea"/>
              </a:rPr>
              <a:t>运营公司合作模式 </a:t>
            </a:r>
            <a:endParaRPr lang="en-US" altLang="zh-CN" dirty="0">
              <a:solidFill>
                <a:srgbClr val="DBB33C"/>
              </a:solidFill>
              <a:effectLst>
                <a:outerShdw blurRad="38100" dist="38100" dir="2700000" algn="tl">
                  <a:srgbClr val="000000">
                    <a:alpha val="43137"/>
                  </a:srgbClr>
                </a:outerShdw>
              </a:effectLst>
              <a:sym typeface="+mn-ea"/>
            </a:endParaRPr>
          </a:p>
          <a:p>
            <a:pPr algn="l">
              <a:buClrTx/>
              <a:buSzTx/>
              <a:buFontTx/>
            </a:pPr>
            <a:r>
              <a:rPr lang="en-GB" altLang="zh-CN" sz="1600" dirty="0">
                <a:solidFill>
                  <a:srgbClr val="DBB33C"/>
                </a:solidFill>
                <a:effectLst>
                  <a:outerShdw blurRad="38100" dist="38100" dir="2700000" algn="tl">
                    <a:srgbClr val="000000">
                      <a:alpha val="43137"/>
                    </a:srgbClr>
                  </a:outerShdw>
                </a:effectLst>
                <a:cs typeface="+mj-cs"/>
                <a:sym typeface="+mn-ea"/>
              </a:rPr>
              <a:t>Operating Company Cooperation</a:t>
            </a:r>
          </a:p>
        </p:txBody>
      </p:sp>
      <p:sp>
        <p:nvSpPr>
          <p:cNvPr id="9" name="文本框 8"/>
          <p:cNvSpPr txBox="1"/>
          <p:nvPr/>
        </p:nvSpPr>
        <p:spPr>
          <a:xfrm>
            <a:off x="7916545" y="1731278"/>
            <a:ext cx="3347085" cy="546100"/>
          </a:xfrm>
          <a:prstGeom prst="rect">
            <a:avLst/>
          </a:prstGeom>
          <a:noFill/>
          <a:ln w="9525">
            <a:noFill/>
          </a:ln>
        </p:spPr>
        <p:txBody>
          <a:bodyPr wrap="square" rtlCol="0" anchor="t">
            <a:spAutoFit/>
          </a:bodyPr>
          <a:lstStyle/>
          <a:p>
            <a:pPr lvl="0" algn="just" defTabSz="773430">
              <a:lnSpc>
                <a:spcPts val="1775"/>
              </a:lnSpc>
            </a:pPr>
            <a:r>
              <a:rPr lang="zh-CN" altLang="en-US" sz="1200" dirty="0">
                <a:solidFill>
                  <a:srgbClr val="0A1833"/>
                </a:solidFill>
                <a:latin typeface="微软雅黑" panose="020B0503020204020204" charset="-122"/>
                <a:ea typeface="微软雅黑" panose="020B0503020204020204" charset="-122"/>
                <a:sym typeface="+mn-ea"/>
              </a:rPr>
              <a:t>与各地文旅集团、国有资本运营公司合资成立轻资产酒店运营公司，共同管理酒店项目。</a:t>
            </a:r>
          </a:p>
        </p:txBody>
      </p:sp>
      <p:sp>
        <p:nvSpPr>
          <p:cNvPr id="6" name="object 2"/>
          <p:cNvSpPr txBox="1"/>
          <p:nvPr/>
        </p:nvSpPr>
        <p:spPr>
          <a:xfrm>
            <a:off x="8121006" y="2928517"/>
            <a:ext cx="3879650" cy="313690"/>
          </a:xfrm>
          <a:prstGeom prst="rect">
            <a:avLst/>
          </a:prstGeom>
          <a:effectLst>
            <a:outerShdw blurRad="50800" dist="50800" dir="5400000" algn="ctr" rotWithShape="0">
              <a:srgbClr val="000000">
                <a:alpha val="9000"/>
              </a:srgbClr>
            </a:outerShdw>
          </a:effectLst>
        </p:spPr>
        <p:txBody>
          <a:bodyPr vert="horz" wrap="square" lIns="0" tIns="6813" rIns="0" bIns="0" rtlCol="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985" defTabSz="773430">
              <a:spcBef>
                <a:spcPts val="55"/>
              </a:spcBef>
              <a:defRPr sz="2000" b="1">
                <a:solidFill>
                  <a:srgbClr val="003F82"/>
                </a:solidFill>
                <a:latin typeface="Arial" panose="020B0604020202020204"/>
                <a:ea typeface="微软雅黑" panose="020B0503020204020204" charset="-122"/>
              </a:defRPr>
            </a:lvl1pPr>
          </a:lstStyle>
          <a:p>
            <a:pPr algn="l">
              <a:buClrTx/>
              <a:buSzTx/>
              <a:buFontTx/>
            </a:pPr>
            <a:r>
              <a:rPr lang="zh-CN" altLang="en-US" dirty="0">
                <a:solidFill>
                  <a:srgbClr val="DBB33C"/>
                </a:solidFill>
                <a:effectLst>
                  <a:outerShdw blurRad="38100" dist="38100" dir="2700000" algn="tl">
                    <a:srgbClr val="000000">
                      <a:alpha val="43137"/>
                    </a:srgbClr>
                  </a:outerShdw>
                </a:effectLst>
                <a:sym typeface="+mn-ea"/>
              </a:rPr>
              <a:t>双品牌经营模式</a:t>
            </a:r>
            <a:r>
              <a:rPr lang="zh-CN" altLang="en-US" dirty="0">
                <a:solidFill>
                  <a:srgbClr val="DBB33C"/>
                </a:solidFill>
                <a:sym typeface="+mn-ea"/>
              </a:rPr>
              <a:t> </a:t>
            </a:r>
            <a:r>
              <a:rPr lang="en-GB" altLang="zh-CN" sz="1600" dirty="0">
                <a:solidFill>
                  <a:srgbClr val="DBB33C"/>
                </a:solidFill>
                <a:effectLst>
                  <a:outerShdw blurRad="38100" dist="38100" dir="2700000" algn="tl">
                    <a:srgbClr val="000000">
                      <a:alpha val="43137"/>
                    </a:srgbClr>
                  </a:outerShdw>
                </a:effectLst>
                <a:cs typeface="+mj-cs"/>
                <a:sym typeface="+mn-ea"/>
              </a:rPr>
              <a:t>Dual Brand</a:t>
            </a:r>
          </a:p>
        </p:txBody>
      </p:sp>
      <p:sp>
        <p:nvSpPr>
          <p:cNvPr id="8" name="文本框 7"/>
          <p:cNvSpPr txBox="1"/>
          <p:nvPr/>
        </p:nvSpPr>
        <p:spPr>
          <a:xfrm>
            <a:off x="8043723" y="3314948"/>
            <a:ext cx="3524885" cy="546100"/>
          </a:xfrm>
          <a:prstGeom prst="rect">
            <a:avLst/>
          </a:prstGeom>
          <a:noFill/>
          <a:ln w="9525">
            <a:noFill/>
          </a:ln>
        </p:spPr>
        <p:txBody>
          <a:bodyPr wrap="square" rtlCol="0" anchor="t">
            <a:spAutoFit/>
          </a:bodyPr>
          <a:lstStyle/>
          <a:p>
            <a:pPr lvl="0" algn="just" defTabSz="773430">
              <a:lnSpc>
                <a:spcPts val="1775"/>
              </a:lnSpc>
            </a:pPr>
            <a:r>
              <a:rPr lang="zh-CN" altLang="en-US" sz="1200" dirty="0">
                <a:solidFill>
                  <a:srgbClr val="0A1833"/>
                </a:solidFill>
                <a:latin typeface="微软雅黑" panose="020B0503020204020204" charset="-122"/>
                <a:ea typeface="微软雅黑" panose="020B0503020204020204" charset="-122"/>
                <a:sym typeface="+mn-ea"/>
              </a:rPr>
              <a:t>与酒店业主自有品牌以及同行业管理公司合作，通过资源共享形成互助联合。</a:t>
            </a:r>
          </a:p>
        </p:txBody>
      </p:sp>
      <p:cxnSp>
        <p:nvCxnSpPr>
          <p:cNvPr id="12" name="直接连接符 22"/>
          <p:cNvCxnSpPr/>
          <p:nvPr>
            <p:custDataLst>
              <p:tags r:id="rId6"/>
            </p:custDataLst>
          </p:nvPr>
        </p:nvCxnSpPr>
        <p:spPr>
          <a:xfrm flipV="1">
            <a:off x="7748170" y="5524547"/>
            <a:ext cx="3585503" cy="13989"/>
          </a:xfrm>
          <a:prstGeom prst="line">
            <a:avLst/>
          </a:prstGeom>
          <a:ln w="3175">
            <a:solidFill>
              <a:srgbClr val="C6A86F"/>
            </a:solidFill>
          </a:ln>
        </p:spPr>
        <p:style>
          <a:lnRef idx="1">
            <a:srgbClr val="1F74AD"/>
          </a:lnRef>
          <a:fillRef idx="0">
            <a:srgbClr val="1F74AD"/>
          </a:fillRef>
          <a:effectRef idx="0">
            <a:srgbClr val="1F74AD"/>
          </a:effectRef>
          <a:fontRef idx="minor">
            <a:srgbClr val="000000"/>
          </a:fontRef>
        </p:style>
      </p:cxnSp>
      <p:sp>
        <p:nvSpPr>
          <p:cNvPr id="13" name="object 2"/>
          <p:cNvSpPr txBox="1"/>
          <p:nvPr/>
        </p:nvSpPr>
        <p:spPr>
          <a:xfrm>
            <a:off x="7752184" y="4586679"/>
            <a:ext cx="4796990" cy="313690"/>
          </a:xfrm>
          <a:prstGeom prst="rect">
            <a:avLst/>
          </a:prstGeom>
          <a:effectLst>
            <a:outerShdw blurRad="50800" dist="50800" dir="5400000" algn="ctr" rotWithShape="0">
              <a:srgbClr val="000000">
                <a:alpha val="9000"/>
              </a:srgbClr>
            </a:outerShdw>
          </a:effectLst>
        </p:spPr>
        <p:txBody>
          <a:bodyPr vert="horz" wrap="square" lIns="0" tIns="6813" rIns="0" bIns="0" rtlCol="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985" defTabSz="773430">
              <a:spcBef>
                <a:spcPts val="55"/>
              </a:spcBef>
              <a:defRPr sz="2000" b="1">
                <a:solidFill>
                  <a:srgbClr val="003F82"/>
                </a:solidFill>
                <a:latin typeface="Arial" panose="020B0604020202020204"/>
                <a:ea typeface="微软雅黑" panose="020B0503020204020204" charset="-122"/>
              </a:defRPr>
            </a:lvl1pPr>
          </a:lstStyle>
          <a:p>
            <a:pPr algn="l">
              <a:buClrTx/>
              <a:buSzTx/>
              <a:buFontTx/>
            </a:pPr>
            <a:r>
              <a:rPr lang="zh-CN" altLang="en-US" dirty="0">
                <a:solidFill>
                  <a:srgbClr val="DBB33C"/>
                </a:solidFill>
                <a:effectLst>
                  <a:outerShdw blurRad="38100" dist="38100" dir="2700000" algn="tl">
                    <a:srgbClr val="000000">
                      <a:alpha val="43137"/>
                    </a:srgbClr>
                  </a:outerShdw>
                </a:effectLst>
                <a:sym typeface="+mn-ea"/>
              </a:rPr>
              <a:t>咨询服务模式</a:t>
            </a:r>
            <a:r>
              <a:rPr lang="zh-CN" altLang="en-US" dirty="0">
                <a:solidFill>
                  <a:srgbClr val="DBB33C"/>
                </a:solidFill>
                <a:sym typeface="+mn-ea"/>
              </a:rPr>
              <a:t> </a:t>
            </a:r>
            <a:r>
              <a:rPr lang="en-GB" altLang="zh-CN" sz="1600" dirty="0">
                <a:solidFill>
                  <a:srgbClr val="DBB33C"/>
                </a:solidFill>
                <a:effectLst>
                  <a:outerShdw blurRad="38100" dist="38100" dir="2700000" algn="tl">
                    <a:srgbClr val="000000">
                      <a:alpha val="43137"/>
                    </a:srgbClr>
                  </a:outerShdw>
                </a:effectLst>
                <a:cs typeface="+mj-cs"/>
                <a:sym typeface="+mn-ea"/>
              </a:rPr>
              <a:t>Consultation service</a:t>
            </a:r>
          </a:p>
        </p:txBody>
      </p:sp>
      <p:sp>
        <p:nvSpPr>
          <p:cNvPr id="14" name="文本框 13"/>
          <p:cNvSpPr txBox="1"/>
          <p:nvPr/>
        </p:nvSpPr>
        <p:spPr>
          <a:xfrm>
            <a:off x="7680176" y="4941421"/>
            <a:ext cx="3858895" cy="546100"/>
          </a:xfrm>
          <a:prstGeom prst="rect">
            <a:avLst/>
          </a:prstGeom>
          <a:noFill/>
          <a:ln w="9525">
            <a:noFill/>
          </a:ln>
        </p:spPr>
        <p:txBody>
          <a:bodyPr wrap="square">
            <a:spAutoFit/>
          </a:bodyPr>
          <a:lstStyle/>
          <a:p>
            <a:pPr lvl="0" algn="l" defTabSz="773430">
              <a:lnSpc>
                <a:spcPts val="1775"/>
              </a:lnSpc>
            </a:pPr>
            <a:r>
              <a:rPr lang="zh-CN" altLang="en-US" sz="1200" dirty="0">
                <a:solidFill>
                  <a:srgbClr val="0A1833"/>
                </a:solidFill>
                <a:latin typeface="微软雅黑" panose="020B0503020204020204" charset="-122"/>
                <a:ea typeface="微软雅黑" panose="020B0503020204020204" charset="-122"/>
                <a:sym typeface="+mn-ea"/>
              </a:rPr>
              <a:t>依托多年实践经验总结，提供酒店建设技术咨询、筹备开业咨询、运营管理咨询等全方位咨询服务。</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361951" y="1662823"/>
            <a:ext cx="11495087" cy="3537625"/>
          </a:xfrm>
          <a:prstGeom prst="rect">
            <a:avLst/>
          </a:prstGeom>
          <a:noFill/>
          <a:ln w="28575" cap="flat" cmpd="sng" algn="ctr">
            <a:solidFill>
              <a:srgbClr val="10334A"/>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a:ea typeface="微软雅黑" panose="020B0503020204020204" charset="-122"/>
              <a:sym typeface="Arial" panose="020B0604020202020204"/>
            </a:endParaRPr>
          </a:p>
        </p:txBody>
      </p:sp>
      <p:sp>
        <p:nvSpPr>
          <p:cNvPr id="7" name="文本框 6"/>
          <p:cNvSpPr txBox="1"/>
          <p:nvPr/>
        </p:nvSpPr>
        <p:spPr>
          <a:xfrm>
            <a:off x="6203909" y="2186586"/>
            <a:ext cx="2883440" cy="1015663"/>
          </a:xfrm>
          <a:prstGeom prst="rect">
            <a:avLst/>
          </a:prstGeom>
          <a:noFill/>
        </p:spPr>
        <p:txBody>
          <a:bodyPr wrap="square" rtlCol="0">
            <a:spAutoFit/>
          </a:bodyPr>
          <a:lstStyle/>
          <a:p>
            <a:r>
              <a:rPr lang="en-US" altLang="zh-CN" sz="6000" b="1" dirty="0">
                <a:solidFill>
                  <a:srgbClr val="10334A"/>
                </a:solidFill>
                <a:latin typeface="Arial" panose="020B0604020202020204"/>
                <a:ea typeface="微软雅黑" panose="020B0503020204020204" charset="-122"/>
                <a:sym typeface="Arial" panose="020B0604020202020204"/>
              </a:rPr>
              <a:t>3</a:t>
            </a:r>
            <a:endParaRPr lang="zh-CN" altLang="en-US" sz="6000" b="1" dirty="0">
              <a:solidFill>
                <a:srgbClr val="10334A"/>
              </a:solidFill>
              <a:latin typeface="Arial" panose="020B0604020202020204"/>
              <a:ea typeface="微软雅黑" panose="020B0503020204020204" charset="-122"/>
              <a:sym typeface="Arial" panose="020B0604020202020204"/>
            </a:endParaRPr>
          </a:p>
        </p:txBody>
      </p:sp>
      <p:cxnSp>
        <p:nvCxnSpPr>
          <p:cNvPr id="9" name="直接连接符 28"/>
          <p:cNvCxnSpPr/>
          <p:nvPr/>
        </p:nvCxnSpPr>
        <p:spPr bwMode="auto">
          <a:xfrm>
            <a:off x="6330909" y="3243405"/>
            <a:ext cx="1156240" cy="0"/>
          </a:xfrm>
          <a:prstGeom prst="line">
            <a:avLst/>
          </a:prstGeom>
          <a:solidFill>
            <a:schemeClr val="accent1"/>
          </a:solidFill>
          <a:ln w="38100" cap="flat" cmpd="sng" algn="ctr">
            <a:solidFill>
              <a:srgbClr val="10334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9"/>
          <p:cNvSpPr txBox="1"/>
          <p:nvPr/>
        </p:nvSpPr>
        <p:spPr>
          <a:xfrm>
            <a:off x="6203908" y="3338477"/>
            <a:ext cx="5220683" cy="830997"/>
          </a:xfrm>
          <a:prstGeom prst="rect">
            <a:avLst/>
          </a:prstGeom>
          <a:noFill/>
        </p:spPr>
        <p:txBody>
          <a:bodyPr wrap="square" rtlCol="0">
            <a:spAutoFit/>
          </a:bodyPr>
          <a:lstStyle/>
          <a:p>
            <a:pPr algn="dist"/>
            <a:r>
              <a:rPr lang="zh-CN" altLang="en-US" sz="4800" b="1" dirty="0">
                <a:solidFill>
                  <a:srgbClr val="10334A"/>
                </a:solidFill>
                <a:latin typeface="Arial" panose="020B0604020202020204"/>
                <a:ea typeface="微软雅黑" panose="020B0503020204020204" charset="-122"/>
                <a:sym typeface="Arial" panose="020B0604020202020204"/>
              </a:rPr>
              <a:t>中旅酒店旗下品牌</a:t>
            </a:r>
          </a:p>
        </p:txBody>
      </p:sp>
      <p:sp>
        <p:nvSpPr>
          <p:cNvPr id="11" name="文本框 10"/>
          <p:cNvSpPr txBox="1"/>
          <p:nvPr/>
        </p:nvSpPr>
        <p:spPr>
          <a:xfrm>
            <a:off x="6203910" y="4187747"/>
            <a:ext cx="5148303" cy="400110"/>
          </a:xfrm>
          <a:prstGeom prst="rect">
            <a:avLst/>
          </a:prstGeom>
          <a:noFill/>
        </p:spPr>
        <p:txBody>
          <a:bodyPr wrap="square">
            <a:spAutoFit/>
          </a:bodyPr>
          <a:lstStyle/>
          <a:p>
            <a:pPr algn="just"/>
            <a:r>
              <a:rPr lang="en-US" altLang="zh-CN" sz="2000" spc="900" dirty="0">
                <a:solidFill>
                  <a:srgbClr val="10334A"/>
                </a:solidFill>
                <a:latin typeface="Arial" panose="020B0604020202020204"/>
                <a:ea typeface="微软雅黑" panose="020B0503020204020204" charset="-122"/>
                <a:sym typeface="+mn-lt"/>
              </a:rPr>
              <a:t>OUR BRANDS</a:t>
            </a:r>
          </a:p>
        </p:txBody>
      </p:sp>
      <p:pic>
        <p:nvPicPr>
          <p:cNvPr id="19" name="图片 18"/>
          <p:cNvPicPr>
            <a:picLocks noChangeAspect="1"/>
          </p:cNvPicPr>
          <p:nvPr/>
        </p:nvPicPr>
        <p:blipFill>
          <a:blip r:embed="rId2" cstate="email"/>
          <a:stretch>
            <a:fillRect/>
          </a:stretch>
        </p:blipFill>
        <p:spPr>
          <a:xfrm>
            <a:off x="9984432" y="252139"/>
            <a:ext cx="1954772" cy="683357"/>
          </a:xfrm>
          <a:prstGeom prst="rect">
            <a:avLst/>
          </a:prstGeom>
        </p:spPr>
      </p:pic>
      <p:pic>
        <p:nvPicPr>
          <p:cNvPr id="20" name="图片 4" descr="图片 4"/>
          <p:cNvPicPr>
            <a:picLocks noChangeAspect="1"/>
          </p:cNvPicPr>
          <p:nvPr/>
        </p:nvPicPr>
        <p:blipFill>
          <a:blip r:embed="rId3" cstate="email"/>
          <a:stretch>
            <a:fillRect/>
          </a:stretch>
        </p:blipFill>
        <p:spPr>
          <a:xfrm>
            <a:off x="348966" y="5880278"/>
            <a:ext cx="2762000" cy="267083"/>
          </a:xfrm>
          <a:prstGeom prst="rect">
            <a:avLst/>
          </a:prstGeom>
          <a:ln w="12700">
            <a:miter lim="400000"/>
            <a:headEnd/>
            <a:tailEnd/>
          </a:ln>
        </p:spPr>
      </p:pic>
      <p:pic>
        <p:nvPicPr>
          <p:cNvPr id="28" name="图片 27"/>
          <p:cNvPicPr>
            <a:picLocks noChangeAspect="1"/>
          </p:cNvPicPr>
          <p:nvPr/>
        </p:nvPicPr>
        <p:blipFill>
          <a:blip r:embed="rId4" cstate="email">
            <a:alphaModFix amt="14000"/>
          </a:blip>
          <a:stretch>
            <a:fillRect/>
          </a:stretch>
        </p:blipFill>
        <p:spPr>
          <a:xfrm>
            <a:off x="-35257" y="0"/>
            <a:ext cx="5784441" cy="6840072"/>
          </a:xfrm>
          <a:prstGeom prst="rect">
            <a:avLst/>
          </a:prstGeom>
        </p:spPr>
      </p:pic>
      <p:pic>
        <p:nvPicPr>
          <p:cNvPr id="29" name="图片 28"/>
          <p:cNvPicPr>
            <a:picLocks noChangeAspect="1"/>
          </p:cNvPicPr>
          <p:nvPr/>
        </p:nvPicPr>
        <p:blipFill>
          <a:blip r:embed="rId4" cstate="email">
            <a:alphaModFix amt="14000"/>
          </a:blip>
          <a:stretch>
            <a:fillRect/>
          </a:stretch>
        </p:blipFill>
        <p:spPr>
          <a:xfrm>
            <a:off x="237046" y="-22225"/>
            <a:ext cx="5784441" cy="6836258"/>
          </a:xfrm>
          <a:prstGeom prst="rect">
            <a:avLst/>
          </a:prstGeom>
        </p:spPr>
      </p:pic>
      <p:pic>
        <p:nvPicPr>
          <p:cNvPr id="4" name="图片 3"/>
          <p:cNvPicPr>
            <a:picLocks noChangeAspect="1"/>
          </p:cNvPicPr>
          <p:nvPr/>
        </p:nvPicPr>
        <p:blipFill>
          <a:blip r:embed="rId5" cstate="email"/>
          <a:stretch>
            <a:fillRect/>
          </a:stretch>
        </p:blipFill>
        <p:spPr>
          <a:xfrm>
            <a:off x="-1284605" y="-21590"/>
            <a:ext cx="8030210" cy="6835775"/>
          </a:xfrm>
          <a:prstGeom prst="rect">
            <a:avLst/>
          </a:prstGeom>
        </p:spPr>
      </p:pic>
      <p:pic>
        <p:nvPicPr>
          <p:cNvPr id="3" name="图片 4" descr="图片 4"/>
          <p:cNvPicPr>
            <a:picLocks noChangeAspect="1"/>
          </p:cNvPicPr>
          <p:nvPr/>
        </p:nvPicPr>
        <p:blipFill>
          <a:blip r:embed="rId3" cstate="email"/>
          <a:stretch>
            <a:fillRect/>
          </a:stretch>
        </p:blipFill>
        <p:spPr>
          <a:xfrm>
            <a:off x="361951" y="6041642"/>
            <a:ext cx="2762000" cy="267083"/>
          </a:xfrm>
          <a:prstGeom prst="rect">
            <a:avLst/>
          </a:prstGeom>
          <a:ln w="12700">
            <a:miter lim="400000"/>
            <a:headEnd/>
            <a:tailEnd/>
          </a:ln>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7" cstate="email"/>
          <a:stretch>
            <a:fillRect/>
          </a:stretch>
        </p:blipFill>
        <p:spPr>
          <a:xfrm>
            <a:off x="409925" y="395613"/>
            <a:ext cx="368828" cy="458763"/>
          </a:xfrm>
          <a:prstGeom prst="rect">
            <a:avLst/>
          </a:prstGeom>
        </p:spPr>
      </p:pic>
      <p:sp>
        <p:nvSpPr>
          <p:cNvPr id="3" name="文本框 2"/>
          <p:cNvSpPr txBox="1"/>
          <p:nvPr/>
        </p:nvSpPr>
        <p:spPr>
          <a:xfrm>
            <a:off x="811568" y="387983"/>
            <a:ext cx="6796599" cy="461665"/>
          </a:xfrm>
          <a:prstGeom prst="rect">
            <a:avLst/>
          </a:prstGeom>
          <a:noFill/>
        </p:spPr>
        <p:txBody>
          <a:bodyPr wrap="square" rtlCol="0">
            <a:spAutoFit/>
          </a:bodyPr>
          <a:lstStyle/>
          <a:p>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品牌矩阵 </a:t>
            </a:r>
            <a:r>
              <a:rPr lang="en-GB"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Brand Matrix</a:t>
            </a:r>
          </a:p>
        </p:txBody>
      </p:sp>
      <p:pic>
        <p:nvPicPr>
          <p:cNvPr id="6" name="图片 5"/>
          <p:cNvPicPr>
            <a:picLocks noChangeAspect="1"/>
          </p:cNvPicPr>
          <p:nvPr/>
        </p:nvPicPr>
        <p:blipFill>
          <a:blip r:embed="rId18" cstate="email"/>
          <a:stretch>
            <a:fillRect/>
          </a:stretch>
        </p:blipFill>
        <p:spPr>
          <a:xfrm>
            <a:off x="9984432" y="252139"/>
            <a:ext cx="1954772" cy="683357"/>
          </a:xfrm>
          <a:prstGeom prst="rect">
            <a:avLst/>
          </a:prstGeom>
        </p:spPr>
      </p:pic>
      <p:sp>
        <p:nvSpPr>
          <p:cNvPr id="7" name="文本框 6"/>
          <p:cNvSpPr txBox="1"/>
          <p:nvPr>
            <p:custDataLst>
              <p:tags r:id="rId1"/>
            </p:custDataLst>
          </p:nvPr>
        </p:nvSpPr>
        <p:spPr>
          <a:xfrm>
            <a:off x="481261" y="5796108"/>
            <a:ext cx="2582107" cy="553085"/>
          </a:xfrm>
          <a:prstGeom prst="rect">
            <a:avLst/>
          </a:prstGeom>
          <a:noFill/>
          <a:effectLst>
            <a:outerShdw blurRad="50800" dist="38100" dir="2700000" algn="tl" rotWithShape="0">
              <a:prstClr val="black">
                <a:alpha val="15000"/>
              </a:prstClr>
            </a:outerShdw>
          </a:effectLst>
        </p:spPr>
        <p:txBody>
          <a:bodyPr wrap="square" rtlCol="0">
            <a:spAutoFit/>
          </a:bodyPr>
          <a:lstStyle/>
          <a:p>
            <a:pPr lvl="0" algn="ctr">
              <a:buClrTx/>
              <a:buSzTx/>
              <a:buFontTx/>
            </a:pPr>
            <a:r>
              <a:rPr lang="zh-CN" altLang="en-US"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会员品牌</a:t>
            </a:r>
            <a:r>
              <a:rPr lang="zh-CN" altLang="en-US"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 </a:t>
            </a:r>
            <a:endParaRPr lang="en-US" altLang="zh-CN"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endParaRPr>
          </a:p>
          <a:p>
            <a:pPr lvl="0" algn="ctr">
              <a:buClrTx/>
              <a:buSzTx/>
              <a:buFontTx/>
            </a:pPr>
            <a:r>
              <a:rPr lang="en-GB"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Membership</a:t>
            </a:r>
          </a:p>
        </p:txBody>
      </p:sp>
      <p:sp>
        <p:nvSpPr>
          <p:cNvPr id="10" name="文本框 9"/>
          <p:cNvSpPr txBox="1"/>
          <p:nvPr>
            <p:custDataLst>
              <p:tags r:id="rId2"/>
            </p:custDataLst>
          </p:nvPr>
        </p:nvSpPr>
        <p:spPr>
          <a:xfrm>
            <a:off x="5845150" y="4856263"/>
            <a:ext cx="1647701" cy="553085"/>
          </a:xfrm>
          <a:prstGeom prst="rect">
            <a:avLst/>
          </a:prstGeom>
          <a:noFill/>
          <a:effectLst>
            <a:outerShdw blurRad="50800" dist="38100" dir="2700000" algn="tl" rotWithShape="0">
              <a:prstClr val="black">
                <a:alpha val="15000"/>
              </a:prstClr>
            </a:outerShdw>
          </a:effectLst>
        </p:spPr>
        <p:txBody>
          <a:bodyPr wrap="square" rtlCol="0">
            <a:spAutoFit/>
          </a:bodyPr>
          <a:lstStyle/>
          <a:p>
            <a:pPr lvl="0" algn="ctr">
              <a:buClrTx/>
              <a:buSzTx/>
              <a:buFontTx/>
            </a:pPr>
            <a:r>
              <a:rPr lang="zh-CN" altLang="en-US"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餐饮品牌</a:t>
            </a:r>
            <a:r>
              <a:rPr lang="zh-CN" altLang="en-US"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 </a:t>
            </a:r>
            <a:endParaRPr lang="en-US" altLang="zh-CN"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endParaRPr>
          </a:p>
          <a:p>
            <a:pPr lvl="0" algn="ctr">
              <a:buClrTx/>
              <a:buSzTx/>
              <a:buFontTx/>
            </a:pPr>
            <a:r>
              <a:rPr lang="en-US"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F&amp;B</a:t>
            </a:r>
          </a:p>
        </p:txBody>
      </p:sp>
      <p:sp>
        <p:nvSpPr>
          <p:cNvPr id="11" name="文本框 10"/>
          <p:cNvSpPr txBox="1"/>
          <p:nvPr>
            <p:custDataLst>
              <p:tags r:id="rId3"/>
            </p:custDataLst>
          </p:nvPr>
        </p:nvSpPr>
        <p:spPr>
          <a:xfrm>
            <a:off x="529626" y="3049131"/>
            <a:ext cx="2485378" cy="553085"/>
          </a:xfrm>
          <a:prstGeom prst="rect">
            <a:avLst/>
          </a:prstGeom>
          <a:noFill/>
          <a:effectLst>
            <a:outerShdw blurRad="50800" dist="38100" dir="2700000" algn="tl" rotWithShape="0">
              <a:prstClr val="black">
                <a:alpha val="15000"/>
              </a:prstClr>
            </a:outerShdw>
          </a:effectLst>
        </p:spPr>
        <p:txBody>
          <a:bodyPr wrap="square" rtlCol="0">
            <a:spAutoFit/>
          </a:bodyPr>
          <a:lstStyle/>
          <a:p>
            <a:pPr algn="ctr">
              <a:buClrTx/>
              <a:buSzTx/>
              <a:buFontTx/>
            </a:pPr>
            <a:r>
              <a:rPr lang="zh-CN" altLang="en-US"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rPr>
              <a:t>中高端</a:t>
            </a:r>
            <a:r>
              <a:rPr lang="zh-CN" altLang="en-US"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rPr>
              <a:t> </a:t>
            </a:r>
            <a:endParaRPr lang="en-US" altLang="zh-CN"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endParaRPr>
          </a:p>
          <a:p>
            <a:pPr algn="ctr">
              <a:buClrTx/>
              <a:buSzTx/>
              <a:buFontTx/>
            </a:pPr>
            <a:r>
              <a:rPr lang="en-US" altLang="zh-CN" sz="1400" b="1" dirty="0" err="1">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rPr>
              <a:t>Uper</a:t>
            </a:r>
            <a:r>
              <a:rPr lang="zh-CN" altLang="en-US" sz="1400"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cs typeface="+mj-cs"/>
              </a:rPr>
              <a:t> </a:t>
            </a:r>
            <a:r>
              <a:rPr lang="en-US"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rPr>
              <a:t>Mid Scale</a:t>
            </a:r>
          </a:p>
        </p:txBody>
      </p:sp>
      <p:sp>
        <p:nvSpPr>
          <p:cNvPr id="14" name="文本框 13"/>
          <p:cNvSpPr txBox="1"/>
          <p:nvPr>
            <p:custDataLst>
              <p:tags r:id="rId4"/>
            </p:custDataLst>
          </p:nvPr>
        </p:nvSpPr>
        <p:spPr>
          <a:xfrm>
            <a:off x="808360" y="3913688"/>
            <a:ext cx="1927910" cy="553085"/>
          </a:xfrm>
          <a:prstGeom prst="rect">
            <a:avLst/>
          </a:prstGeom>
          <a:noFill/>
          <a:effectLst>
            <a:outerShdw blurRad="50800" dist="38100" dir="2700000" algn="tl" rotWithShape="0">
              <a:prstClr val="black">
                <a:alpha val="15000"/>
              </a:prstClr>
            </a:outerShdw>
          </a:effectLst>
        </p:spPr>
        <p:txBody>
          <a:bodyPr wrap="square" rtlCol="0">
            <a:spAutoFit/>
          </a:bodyPr>
          <a:lstStyle/>
          <a:p>
            <a:pPr lvl="0" algn="ctr">
              <a:buClrTx/>
              <a:buSzTx/>
              <a:buFontTx/>
            </a:pPr>
            <a:r>
              <a:rPr lang="zh-CN" altLang="en-US"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中</a:t>
            </a:r>
            <a:r>
              <a:rPr lang="en-US" altLang="zh-CN"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  </a:t>
            </a:r>
            <a:r>
              <a:rPr lang="zh-CN" altLang="en-US"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端</a:t>
            </a:r>
            <a:r>
              <a:rPr lang="zh-CN" altLang="en-US"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 </a:t>
            </a:r>
            <a:endParaRPr lang="en-US" altLang="zh-CN"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endParaRPr>
          </a:p>
          <a:p>
            <a:pPr lvl="0" algn="ctr">
              <a:buClrTx/>
              <a:buSzTx/>
              <a:buFontTx/>
            </a:pPr>
            <a:r>
              <a:rPr lang="en-US"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rPr>
              <a:t>Mid Scale</a:t>
            </a:r>
            <a:endParaRPr lang="en-US"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endParaRPr>
          </a:p>
        </p:txBody>
      </p:sp>
      <p:pic>
        <p:nvPicPr>
          <p:cNvPr id="15" name="图片 14" descr="kew green"/>
          <p:cNvPicPr>
            <a:picLocks noChangeAspect="1"/>
          </p:cNvPicPr>
          <p:nvPr>
            <p:custDataLst>
              <p:tags r:id="rId5"/>
            </p:custDataLst>
          </p:nvPr>
        </p:nvPicPr>
        <p:blipFill>
          <a:blip r:embed="rId19" cstate="screen"/>
          <a:stretch>
            <a:fillRect/>
          </a:stretch>
        </p:blipFill>
        <p:spPr>
          <a:xfrm>
            <a:off x="8294370" y="5720715"/>
            <a:ext cx="465455" cy="746125"/>
          </a:xfrm>
          <a:prstGeom prst="rect">
            <a:avLst/>
          </a:prstGeom>
        </p:spPr>
      </p:pic>
      <p:pic>
        <p:nvPicPr>
          <p:cNvPr id="17" name="图片 16" descr="时颐酒店logo"/>
          <p:cNvPicPr>
            <a:picLocks noChangeAspect="1"/>
          </p:cNvPicPr>
          <p:nvPr>
            <p:custDataLst>
              <p:tags r:id="rId6"/>
            </p:custDataLst>
          </p:nvPr>
        </p:nvPicPr>
        <p:blipFill>
          <a:blip r:embed="rId20" cstate="screen"/>
          <a:stretch>
            <a:fillRect/>
          </a:stretch>
        </p:blipFill>
        <p:spPr>
          <a:xfrm>
            <a:off x="6412230" y="3048000"/>
            <a:ext cx="514350" cy="514350"/>
          </a:xfrm>
          <a:prstGeom prst="rect">
            <a:avLst/>
          </a:prstGeom>
        </p:spPr>
      </p:pic>
      <p:pic>
        <p:nvPicPr>
          <p:cNvPr id="18" name="图片 17" descr="逸派咖啡"/>
          <p:cNvPicPr>
            <a:picLocks noChangeAspect="1"/>
          </p:cNvPicPr>
          <p:nvPr>
            <p:custDataLst>
              <p:tags r:id="rId7"/>
            </p:custDataLst>
          </p:nvPr>
        </p:nvPicPr>
        <p:blipFill>
          <a:blip r:embed="rId21" cstate="screen"/>
          <a:stretch>
            <a:fillRect/>
          </a:stretch>
        </p:blipFill>
        <p:spPr>
          <a:xfrm>
            <a:off x="8592185" y="4872355"/>
            <a:ext cx="1691005" cy="397510"/>
          </a:xfrm>
          <a:prstGeom prst="rect">
            <a:avLst/>
          </a:prstGeom>
        </p:spPr>
      </p:pic>
      <p:pic>
        <p:nvPicPr>
          <p:cNvPr id="19" name="图片 18" descr="丽都公寓logo"/>
          <p:cNvPicPr>
            <a:picLocks noChangeAspect="1"/>
          </p:cNvPicPr>
          <p:nvPr>
            <p:custDataLst>
              <p:tags r:id="rId8"/>
            </p:custDataLst>
          </p:nvPr>
        </p:nvPicPr>
        <p:blipFill>
          <a:blip r:embed="rId22" cstate="screen"/>
          <a:stretch>
            <a:fillRect/>
          </a:stretch>
        </p:blipFill>
        <p:spPr>
          <a:xfrm>
            <a:off x="8616315" y="4030345"/>
            <a:ext cx="1582420" cy="421005"/>
          </a:xfrm>
          <a:prstGeom prst="rect">
            <a:avLst/>
          </a:prstGeom>
        </p:spPr>
      </p:pic>
      <p:sp>
        <p:nvSpPr>
          <p:cNvPr id="20" name="文本框 19"/>
          <p:cNvSpPr txBox="1"/>
          <p:nvPr>
            <p:custDataLst>
              <p:tags r:id="rId9"/>
            </p:custDataLst>
          </p:nvPr>
        </p:nvSpPr>
        <p:spPr>
          <a:xfrm>
            <a:off x="5977943" y="5804363"/>
            <a:ext cx="1412594" cy="553085"/>
          </a:xfrm>
          <a:prstGeom prst="rect">
            <a:avLst/>
          </a:prstGeom>
          <a:noFill/>
          <a:effectLst>
            <a:outerShdw blurRad="50800" dist="38100" dir="2700000" algn="tl" rotWithShape="0">
              <a:prstClr val="black">
                <a:alpha val="15000"/>
              </a:prstClr>
            </a:outerShdw>
          </a:effectLst>
        </p:spPr>
        <p:txBody>
          <a:bodyPr wrap="square" rtlCol="0">
            <a:spAutoFit/>
          </a:bodyPr>
          <a:lstStyle/>
          <a:p>
            <a:pPr lvl="0" algn="ctr">
              <a:buClrTx/>
              <a:buSzTx/>
              <a:buFontTx/>
            </a:pPr>
            <a:r>
              <a:rPr lang="zh-CN" altLang="en-US" sz="1600" b="1" spc="1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全资子公司</a:t>
            </a:r>
            <a:r>
              <a:rPr lang="en-GB"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Subsidiaries</a:t>
            </a:r>
          </a:p>
        </p:txBody>
      </p:sp>
      <p:sp>
        <p:nvSpPr>
          <p:cNvPr id="21" name="文本框 20"/>
          <p:cNvSpPr txBox="1"/>
          <p:nvPr>
            <p:custDataLst>
              <p:tags r:id="rId10"/>
            </p:custDataLst>
          </p:nvPr>
        </p:nvSpPr>
        <p:spPr>
          <a:xfrm>
            <a:off x="5948364" y="3914780"/>
            <a:ext cx="1440003" cy="553085"/>
          </a:xfrm>
          <a:prstGeom prst="rect">
            <a:avLst/>
          </a:prstGeom>
          <a:noFill/>
          <a:effectLst>
            <a:outerShdw blurRad="50800" dist="38100" dir="2700000" algn="tl" rotWithShape="0">
              <a:prstClr val="black">
                <a:alpha val="15000"/>
              </a:prstClr>
            </a:outerShdw>
          </a:effectLst>
        </p:spPr>
        <p:txBody>
          <a:bodyPr wrap="square" rtlCol="0">
            <a:spAutoFit/>
          </a:bodyPr>
          <a:lstStyle/>
          <a:p>
            <a:pPr lvl="0" algn="ctr">
              <a:buClrTx/>
              <a:buSzTx/>
              <a:buFontTx/>
            </a:pPr>
            <a:r>
              <a:rPr lang="zh-CN"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公寓</a:t>
            </a:r>
          </a:p>
          <a:p>
            <a:pPr lvl="0" algn="ctr">
              <a:buClrTx/>
              <a:buSzTx/>
              <a:buFontTx/>
            </a:pPr>
            <a:r>
              <a:rPr lang="en-US"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Residence</a:t>
            </a:r>
          </a:p>
        </p:txBody>
      </p:sp>
      <p:pic>
        <p:nvPicPr>
          <p:cNvPr id="22" name="图片 21"/>
          <p:cNvPicPr>
            <a:picLocks noChangeAspect="1"/>
          </p:cNvPicPr>
          <p:nvPr/>
        </p:nvPicPr>
        <p:blipFill>
          <a:blip r:embed="rId23" cstate="screen"/>
          <a:stretch>
            <a:fillRect/>
          </a:stretch>
        </p:blipFill>
        <p:spPr>
          <a:xfrm>
            <a:off x="8599170" y="2158365"/>
            <a:ext cx="1355090" cy="542290"/>
          </a:xfrm>
          <a:prstGeom prst="rect">
            <a:avLst/>
          </a:prstGeom>
        </p:spPr>
      </p:pic>
      <p:pic>
        <p:nvPicPr>
          <p:cNvPr id="25" name="图片 24"/>
          <p:cNvPicPr>
            <a:picLocks noChangeAspect="1"/>
          </p:cNvPicPr>
          <p:nvPr/>
        </p:nvPicPr>
        <p:blipFill rotWithShape="1">
          <a:blip r:embed="rId24" cstate="screen"/>
          <a:srcRect/>
          <a:stretch>
            <a:fillRect/>
          </a:stretch>
        </p:blipFill>
        <p:spPr>
          <a:xfrm>
            <a:off x="3636010" y="3042920"/>
            <a:ext cx="1198245" cy="538480"/>
          </a:xfrm>
          <a:prstGeom prst="rect">
            <a:avLst/>
          </a:prstGeom>
        </p:spPr>
      </p:pic>
      <p:pic>
        <p:nvPicPr>
          <p:cNvPr id="27" name="图片 26"/>
          <p:cNvPicPr>
            <a:picLocks noChangeAspect="1"/>
          </p:cNvPicPr>
          <p:nvPr/>
        </p:nvPicPr>
        <p:blipFill rotWithShape="1">
          <a:blip r:embed="rId25" cstate="screen"/>
          <a:srcRect/>
          <a:stretch>
            <a:fillRect/>
          </a:stretch>
        </p:blipFill>
        <p:spPr>
          <a:xfrm>
            <a:off x="3545205" y="3935095"/>
            <a:ext cx="1312545" cy="497205"/>
          </a:xfrm>
          <a:prstGeom prst="rect">
            <a:avLst/>
          </a:prstGeom>
        </p:spPr>
      </p:pic>
      <p:sp>
        <p:nvSpPr>
          <p:cNvPr id="28" name="文本框 27"/>
          <p:cNvSpPr txBox="1"/>
          <p:nvPr>
            <p:custDataLst>
              <p:tags r:id="rId11"/>
            </p:custDataLst>
          </p:nvPr>
        </p:nvSpPr>
        <p:spPr>
          <a:xfrm>
            <a:off x="672199" y="4856263"/>
            <a:ext cx="2200231" cy="553085"/>
          </a:xfrm>
          <a:prstGeom prst="rect">
            <a:avLst/>
          </a:prstGeom>
          <a:noFill/>
          <a:effectLst>
            <a:outerShdw blurRad="50800" dist="38100" dir="2700000" algn="tl" rotWithShape="0">
              <a:prstClr val="black">
                <a:alpha val="15000"/>
              </a:prstClr>
            </a:outerShdw>
          </a:effectLst>
        </p:spPr>
        <p:txBody>
          <a:bodyPr wrap="square" rtlCol="0">
            <a:spAutoFit/>
          </a:bodyPr>
          <a:lstStyle/>
          <a:p>
            <a:pPr lvl="0" algn="ctr">
              <a:buClrTx/>
              <a:buSzTx/>
              <a:buFontTx/>
            </a:pPr>
            <a:r>
              <a:rPr lang="zh-CN" altLang="en-US"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精品民宿</a:t>
            </a:r>
            <a:r>
              <a:rPr lang="zh-CN" altLang="en-US"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 </a:t>
            </a:r>
            <a:endParaRPr lang="en-US" altLang="zh-CN"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endParaRPr>
          </a:p>
          <a:p>
            <a:pPr lvl="0" algn="ctr">
              <a:buClrTx/>
              <a:buSzTx/>
              <a:buFontTx/>
            </a:pPr>
            <a:r>
              <a:rPr lang="en-US" altLang="en-GB" sz="1400"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cs typeface="+mj-cs"/>
                <a:sym typeface="+mn-ea"/>
              </a:rPr>
              <a:t>B</a:t>
            </a:r>
            <a:r>
              <a:rPr lang="en-GB" altLang="zh-CN" sz="1400" b="1" dirty="0">
                <a:solidFill>
                  <a:srgbClr val="DBB33C"/>
                </a:solidFill>
                <a:effectLst>
                  <a:outerShdw blurRad="38100" dist="38100" dir="2700000" algn="tl">
                    <a:srgbClr val="000000">
                      <a:alpha val="43137"/>
                    </a:srgbClr>
                  </a:outerShdw>
                </a:effectLst>
                <a:latin typeface="Arial" panose="020B0604020202020204"/>
                <a:ea typeface="微软雅黑" panose="020B0503020204020204" charset="-122"/>
                <a:cs typeface="+mj-cs"/>
                <a:sym typeface="+mn-ea"/>
              </a:rPr>
              <a:t>outique</a:t>
            </a:r>
          </a:p>
        </p:txBody>
      </p:sp>
      <p:pic>
        <p:nvPicPr>
          <p:cNvPr id="29" name="图片 28" descr="F:/1.品牌公关新媒体/01品牌/中旅酒店品牌logo/心享会.png心享会"/>
          <p:cNvPicPr>
            <a:picLocks noChangeAspect="1"/>
          </p:cNvPicPr>
          <p:nvPr>
            <p:custDataLst>
              <p:tags r:id="rId12"/>
            </p:custDataLst>
          </p:nvPr>
        </p:nvPicPr>
        <p:blipFill>
          <a:blip r:embed="rId26" cstate="screen"/>
          <a:srcRect/>
          <a:stretch>
            <a:fillRect/>
          </a:stretch>
        </p:blipFill>
        <p:spPr>
          <a:xfrm>
            <a:off x="3758565" y="5770880"/>
            <a:ext cx="938530" cy="539750"/>
          </a:xfrm>
          <a:prstGeom prst="rect">
            <a:avLst/>
          </a:prstGeom>
        </p:spPr>
      </p:pic>
      <p:pic>
        <p:nvPicPr>
          <p:cNvPr id="32" name="图片 31" descr="/Users/roysmacbookpro2023/Desktop/G folder/198 中旅酒店集团/正式设计 LOGO/舍野LOGO/提交审阅/舍野C-02.png舍野C-02"/>
          <p:cNvPicPr>
            <a:picLocks noChangeAspect="1"/>
          </p:cNvPicPr>
          <p:nvPr/>
        </p:nvPicPr>
        <p:blipFill rotWithShape="1">
          <a:blip r:embed="rId27" cstate="screen"/>
          <a:srcRect/>
          <a:stretch>
            <a:fillRect/>
          </a:stretch>
        </p:blipFill>
        <p:spPr>
          <a:xfrm>
            <a:off x="3872230" y="4641215"/>
            <a:ext cx="667385" cy="900430"/>
          </a:xfrm>
          <a:prstGeom prst="rect">
            <a:avLst/>
          </a:prstGeom>
        </p:spPr>
      </p:pic>
      <p:sp>
        <p:nvSpPr>
          <p:cNvPr id="33" name="文本框 32"/>
          <p:cNvSpPr txBox="1"/>
          <p:nvPr>
            <p:custDataLst>
              <p:tags r:id="rId13"/>
            </p:custDataLst>
          </p:nvPr>
        </p:nvSpPr>
        <p:spPr>
          <a:xfrm>
            <a:off x="621401" y="1195864"/>
            <a:ext cx="2301826" cy="553085"/>
          </a:xfrm>
          <a:prstGeom prst="rect">
            <a:avLst/>
          </a:prstGeom>
          <a:noFill/>
          <a:effectLst>
            <a:outerShdw blurRad="50800" dist="38100" dir="2700000" algn="tl" rotWithShape="0">
              <a:prstClr val="black">
                <a:alpha val="15000"/>
              </a:prstClr>
            </a:outerShdw>
          </a:effectLst>
        </p:spPr>
        <p:txBody>
          <a:bodyPr wrap="square" rtlCol="0">
            <a:spAutoFit/>
          </a:bodyPr>
          <a:lstStyle/>
          <a:p>
            <a:pPr lvl="0" algn="ctr">
              <a:buClrTx/>
              <a:buSzTx/>
              <a:buFontTx/>
            </a:pPr>
            <a:r>
              <a:rPr lang="zh-CN" altLang="en-US"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超高端</a:t>
            </a:r>
            <a:r>
              <a:rPr lang="zh-CN" altLang="en-US" sz="1600" b="1" spc="1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 </a:t>
            </a:r>
            <a:endParaRPr lang="en-US" altLang="zh-CN" sz="1600" b="1" spc="1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endParaRPr>
          </a:p>
          <a:p>
            <a:pPr lvl="0" algn="ctr">
              <a:buClrTx/>
              <a:buSzTx/>
              <a:buFontTx/>
            </a:pPr>
            <a:r>
              <a:rPr lang="en-US"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Upper</a:t>
            </a:r>
            <a:r>
              <a:rPr lang="zh-CN" altLang="en-US"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 </a:t>
            </a:r>
            <a:r>
              <a:rPr lang="en-US"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Upscale</a:t>
            </a:r>
            <a:endParaRPr lang="zh-CN" altLang="en-US"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endParaRPr>
          </a:p>
        </p:txBody>
      </p:sp>
      <p:sp>
        <p:nvSpPr>
          <p:cNvPr id="35" name="文本框 34"/>
          <p:cNvSpPr txBox="1"/>
          <p:nvPr>
            <p:custDataLst>
              <p:tags r:id="rId14"/>
            </p:custDataLst>
          </p:nvPr>
        </p:nvSpPr>
        <p:spPr>
          <a:xfrm>
            <a:off x="769014" y="2132077"/>
            <a:ext cx="2006600" cy="583565"/>
          </a:xfrm>
          <a:prstGeom prst="rect">
            <a:avLst/>
          </a:prstGeom>
          <a:noFill/>
          <a:effectLst>
            <a:outerShdw blurRad="50800" dist="38100" dir="2700000" algn="tl" rotWithShape="0">
              <a:prstClr val="black">
                <a:alpha val="15000"/>
              </a:prstClr>
            </a:outerShdw>
          </a:effectLst>
        </p:spPr>
        <p:txBody>
          <a:bodyPr wrap="square" rtlCol="0">
            <a:spAutoFit/>
          </a:bodyPr>
          <a:lstStyle/>
          <a:p>
            <a:pPr lvl="0" algn="ctr">
              <a:buClrTx/>
              <a:buSzTx/>
              <a:buFontTx/>
            </a:pPr>
            <a:r>
              <a:rPr lang="zh-CN" altLang="en-US"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高</a:t>
            </a:r>
            <a:r>
              <a:rPr lang="en-US" altLang="zh-CN"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  </a:t>
            </a:r>
            <a:r>
              <a:rPr lang="zh-CN" altLang="en-US"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端</a:t>
            </a:r>
            <a:endParaRPr lang="en-US" altLang="zh-CN" sz="1600" b="1" spc="200"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endParaRPr>
          </a:p>
          <a:p>
            <a:pPr lvl="0" algn="ctr">
              <a:buClrTx/>
              <a:buSzTx/>
              <a:buFontTx/>
            </a:pPr>
            <a:r>
              <a:rPr lang="zh-CN" altLang="en-US" sz="16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 </a:t>
            </a:r>
            <a:r>
              <a:rPr lang="en-US" altLang="zh-CN"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rPr>
              <a:t>Upscale</a:t>
            </a:r>
            <a:endParaRPr lang="zh-CN" altLang="en-US" sz="1400" b="1" dirty="0">
              <a:solidFill>
                <a:srgbClr val="DBB33C"/>
              </a:solidFill>
              <a:effectLst>
                <a:outerShdw blurRad="38100" dist="38100" dir="2700000" algn="tl">
                  <a:srgbClr val="000000">
                    <a:alpha val="43137"/>
                  </a:srgbClr>
                </a:outerShdw>
              </a:effectLst>
              <a:uFillTx/>
              <a:latin typeface="Arial" panose="020B0604020202020204"/>
              <a:ea typeface="微软雅黑" panose="020B0503020204020204" charset="-122"/>
              <a:cs typeface="+mj-cs"/>
              <a:sym typeface="+mn-ea"/>
            </a:endParaRPr>
          </a:p>
        </p:txBody>
      </p:sp>
      <p:pic>
        <p:nvPicPr>
          <p:cNvPr id="37" name="图片 36" descr="缁存櫙鍥介檯logo锛堟柊璋冭壊锛塤鐢绘澘 1"/>
          <p:cNvPicPr>
            <a:picLocks noChangeAspect="1"/>
          </p:cNvPicPr>
          <p:nvPr/>
        </p:nvPicPr>
        <p:blipFill>
          <a:blip r:embed="rId28"/>
          <a:stretch>
            <a:fillRect/>
          </a:stretch>
        </p:blipFill>
        <p:spPr>
          <a:xfrm>
            <a:off x="3171825" y="1101090"/>
            <a:ext cx="2207895" cy="815975"/>
          </a:xfrm>
          <a:prstGeom prst="rect">
            <a:avLst/>
          </a:prstGeom>
        </p:spPr>
      </p:pic>
      <p:pic>
        <p:nvPicPr>
          <p:cNvPr id="41" name="图片 40" descr="维景酒店logo（新调色）"/>
          <p:cNvPicPr>
            <a:picLocks noChangeAspect="1"/>
          </p:cNvPicPr>
          <p:nvPr/>
        </p:nvPicPr>
        <p:blipFill>
          <a:blip r:embed="rId29"/>
          <a:srcRect l="42010" t="19852" r="4375" b="51500"/>
          <a:stretch>
            <a:fillRect/>
          </a:stretch>
        </p:blipFill>
        <p:spPr>
          <a:xfrm>
            <a:off x="3379470" y="2092960"/>
            <a:ext cx="1672590" cy="643890"/>
          </a:xfrm>
          <a:prstGeom prst="rect">
            <a:avLst/>
          </a:prstGeom>
        </p:spPr>
      </p:pic>
      <p:cxnSp>
        <p:nvCxnSpPr>
          <p:cNvPr id="47" name="直接连接符 46"/>
          <p:cNvCxnSpPr/>
          <p:nvPr/>
        </p:nvCxnSpPr>
        <p:spPr>
          <a:xfrm>
            <a:off x="768985" y="5565140"/>
            <a:ext cx="10422255" cy="0"/>
          </a:xfrm>
          <a:prstGeom prst="line">
            <a:avLst/>
          </a:prstGeom>
          <a:ln w="6350">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53" name="直接连接符 52"/>
          <p:cNvCxnSpPr/>
          <p:nvPr/>
        </p:nvCxnSpPr>
        <p:spPr>
          <a:xfrm>
            <a:off x="2810510" y="1115695"/>
            <a:ext cx="0" cy="5293995"/>
          </a:xfrm>
          <a:prstGeom prst="line">
            <a:avLst/>
          </a:prstGeom>
          <a:ln w="6350">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54" name="直接连接符 53"/>
          <p:cNvCxnSpPr/>
          <p:nvPr/>
        </p:nvCxnSpPr>
        <p:spPr>
          <a:xfrm>
            <a:off x="5583555" y="3749040"/>
            <a:ext cx="0" cy="2669540"/>
          </a:xfrm>
          <a:prstGeom prst="line">
            <a:avLst/>
          </a:prstGeom>
          <a:ln w="6350">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55" name="直接连接符 54"/>
          <p:cNvCxnSpPr/>
          <p:nvPr/>
        </p:nvCxnSpPr>
        <p:spPr>
          <a:xfrm>
            <a:off x="7754620" y="3749040"/>
            <a:ext cx="0" cy="2669540"/>
          </a:xfrm>
          <a:prstGeom prst="line">
            <a:avLst/>
          </a:prstGeom>
          <a:ln w="6350">
            <a:solidFill>
              <a:schemeClr val="bg1">
                <a:lumMod val="85000"/>
              </a:schemeClr>
            </a:solidFill>
          </a:ln>
        </p:spPr>
        <p:style>
          <a:lnRef idx="2">
            <a:schemeClr val="accent1"/>
          </a:lnRef>
          <a:fillRef idx="0">
            <a:srgbClr val="FFFFFF"/>
          </a:fillRef>
          <a:effectRef idx="0">
            <a:srgbClr val="FFFFFF"/>
          </a:effectRef>
          <a:fontRef idx="minor">
            <a:schemeClr val="tx1"/>
          </a:fontRef>
        </p:style>
      </p:cxnSp>
      <p:sp>
        <p:nvSpPr>
          <p:cNvPr id="56" name="文本框 55"/>
          <p:cNvSpPr txBox="1"/>
          <p:nvPr/>
        </p:nvSpPr>
        <p:spPr>
          <a:xfrm>
            <a:off x="8978265" y="6384290"/>
            <a:ext cx="2135505" cy="245110"/>
          </a:xfrm>
          <a:prstGeom prst="rect">
            <a:avLst/>
          </a:prstGeom>
          <a:noFill/>
        </p:spPr>
        <p:txBody>
          <a:bodyPr wrap="square" rtlCol="0">
            <a:spAutoFit/>
          </a:bodyPr>
          <a:lstStyle/>
          <a:p>
            <a:pPr algn="ctr"/>
            <a:r>
              <a:rPr lang="zh-CN" altLang="en-US" sz="1000">
                <a:solidFill>
                  <a:schemeClr val="bg1">
                    <a:lumMod val="50000"/>
                  </a:schemeClr>
                </a:solidFill>
                <a:latin typeface="微软雅黑" panose="020B0503020204020204" charset="-122"/>
                <a:ea typeface="微软雅黑" panose="020B0503020204020204" charset="-122"/>
                <a:cs typeface="微软雅黑" panose="020B0503020204020204" charset="-122"/>
              </a:rPr>
              <a:t>旗下拥有</a:t>
            </a:r>
            <a:r>
              <a:rPr lang="en-US" altLang="zh-CN" sz="1000">
                <a:solidFill>
                  <a:schemeClr val="bg1">
                    <a:lumMod val="50000"/>
                  </a:schemeClr>
                </a:solidFill>
                <a:latin typeface="微软雅黑" panose="020B0503020204020204" charset="-122"/>
                <a:ea typeface="微软雅黑" panose="020B0503020204020204" charset="-122"/>
                <a:cs typeface="微软雅黑" panose="020B0503020204020204" charset="-122"/>
              </a:rPr>
              <a:t>13</a:t>
            </a:r>
            <a:r>
              <a:rPr lang="zh-CN" altLang="en-US" sz="1000">
                <a:solidFill>
                  <a:schemeClr val="bg1">
                    <a:lumMod val="50000"/>
                  </a:schemeClr>
                </a:solidFill>
                <a:latin typeface="微软雅黑" panose="020B0503020204020204" charset="-122"/>
                <a:ea typeface="微软雅黑" panose="020B0503020204020204" charset="-122"/>
                <a:cs typeface="微软雅黑" panose="020B0503020204020204" charset="-122"/>
              </a:rPr>
              <a:t>个自主酒店品牌</a:t>
            </a:r>
          </a:p>
        </p:txBody>
      </p:sp>
      <p:cxnSp>
        <p:nvCxnSpPr>
          <p:cNvPr id="57" name="直接连接符 56"/>
          <p:cNvCxnSpPr/>
          <p:nvPr/>
        </p:nvCxnSpPr>
        <p:spPr>
          <a:xfrm>
            <a:off x="672465" y="2879090"/>
            <a:ext cx="10422255" cy="0"/>
          </a:xfrm>
          <a:prstGeom prst="line">
            <a:avLst/>
          </a:prstGeom>
          <a:ln w="6350">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a:off x="696595" y="1992630"/>
            <a:ext cx="10422255" cy="0"/>
          </a:xfrm>
          <a:prstGeom prst="line">
            <a:avLst/>
          </a:prstGeom>
          <a:ln w="6350">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59" name="直接连接符 58"/>
          <p:cNvCxnSpPr/>
          <p:nvPr/>
        </p:nvCxnSpPr>
        <p:spPr>
          <a:xfrm>
            <a:off x="672465" y="3749040"/>
            <a:ext cx="10422255" cy="0"/>
          </a:xfrm>
          <a:prstGeom prst="line">
            <a:avLst/>
          </a:prstGeom>
          <a:ln w="6350">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60" name="直接连接符 59"/>
          <p:cNvCxnSpPr/>
          <p:nvPr/>
        </p:nvCxnSpPr>
        <p:spPr>
          <a:xfrm>
            <a:off x="672465" y="4663440"/>
            <a:ext cx="10422255" cy="0"/>
          </a:xfrm>
          <a:prstGeom prst="line">
            <a:avLst/>
          </a:prstGeom>
          <a:ln w="6350">
            <a:solidFill>
              <a:schemeClr val="bg1">
                <a:lumMod val="85000"/>
              </a:schemeClr>
            </a:solidFill>
          </a:ln>
        </p:spPr>
        <p:style>
          <a:lnRef idx="2">
            <a:schemeClr val="accent1"/>
          </a:lnRef>
          <a:fillRef idx="0">
            <a:srgbClr val="FFFFFF"/>
          </a:fillRef>
          <a:effectRef idx="0">
            <a:srgbClr val="FFFFFF"/>
          </a:effectRef>
          <a:fontRef idx="minor">
            <a:schemeClr val="tx1"/>
          </a:fontRef>
        </p:style>
      </p:cxnSp>
      <p:pic>
        <p:nvPicPr>
          <p:cNvPr id="61" name="图片 60" descr="fb21b4d1-4e2d-47d3-b72a-aa403527ae4c"/>
          <p:cNvPicPr>
            <a:picLocks noChangeAspect="1"/>
          </p:cNvPicPr>
          <p:nvPr/>
        </p:nvPicPr>
        <p:blipFill>
          <a:blip r:embed="rId30"/>
          <a:srcRect l="30659" t="84657" r="32107" b="3796"/>
          <a:stretch>
            <a:fillRect/>
          </a:stretch>
        </p:blipFill>
        <p:spPr>
          <a:xfrm>
            <a:off x="8975725" y="5736590"/>
            <a:ext cx="2155825" cy="697230"/>
          </a:xfrm>
          <a:prstGeom prst="rect">
            <a:avLst/>
          </a:prstGeom>
        </p:spPr>
      </p:pic>
      <p:pic>
        <p:nvPicPr>
          <p:cNvPr id="65" name="图片 64" descr="维景度假标准logo-01"/>
          <p:cNvPicPr>
            <a:picLocks noChangeAspect="1"/>
          </p:cNvPicPr>
          <p:nvPr/>
        </p:nvPicPr>
        <p:blipFill>
          <a:blip r:embed="rId31"/>
          <a:stretch>
            <a:fillRect/>
          </a:stretch>
        </p:blipFill>
        <p:spPr>
          <a:xfrm>
            <a:off x="5494655" y="2061845"/>
            <a:ext cx="2330450" cy="739775"/>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a:stretch>
            <a:fillRect/>
          </a:stretch>
        </p:blipFill>
        <p:spPr>
          <a:xfrm>
            <a:off x="0" y="-22227"/>
            <a:ext cx="12192000" cy="6835775"/>
          </a:xfrm>
          <a:prstGeom prst="rect">
            <a:avLst/>
          </a:prstGeom>
        </p:spPr>
      </p:pic>
      <p:sp>
        <p:nvSpPr>
          <p:cNvPr id="4" name="矩形 3"/>
          <p:cNvSpPr/>
          <p:nvPr/>
        </p:nvSpPr>
        <p:spPr>
          <a:xfrm>
            <a:off x="0" y="-22226"/>
            <a:ext cx="6528048" cy="6835775"/>
          </a:xfrm>
          <a:prstGeom prst="rect">
            <a:avLst/>
          </a:prstGeom>
          <a:gradFill>
            <a:gsLst>
              <a:gs pos="0">
                <a:schemeClr val="tx1">
                  <a:lumMod val="85000"/>
                  <a:lumOff val="15000"/>
                </a:schemeClr>
              </a:gs>
              <a:gs pos="53000">
                <a:schemeClr val="tx1">
                  <a:lumMod val="85000"/>
                  <a:lumOff val="15000"/>
                  <a:alpha val="78000"/>
                </a:schemeClr>
              </a:gs>
              <a:gs pos="99000">
                <a:schemeClr val="tx1">
                  <a:alpha val="0"/>
                  <a:lumMod val="35000"/>
                  <a:lumOff val="6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 name="图片 1"/>
          <p:cNvPicPr>
            <a:picLocks noChangeAspect="1"/>
          </p:cNvPicPr>
          <p:nvPr/>
        </p:nvPicPr>
        <p:blipFill>
          <a:blip r:embed="rId3" cstate="email"/>
          <a:stretch>
            <a:fillRect/>
          </a:stretch>
        </p:blipFill>
        <p:spPr>
          <a:xfrm>
            <a:off x="409925" y="395613"/>
            <a:ext cx="368828" cy="458763"/>
          </a:xfrm>
          <a:prstGeom prst="rect">
            <a:avLst/>
          </a:prstGeom>
        </p:spPr>
      </p:pic>
      <p:sp>
        <p:nvSpPr>
          <p:cNvPr id="3" name="文本框 2"/>
          <p:cNvSpPr txBox="1"/>
          <p:nvPr/>
        </p:nvSpPr>
        <p:spPr>
          <a:xfrm>
            <a:off x="811568" y="387983"/>
            <a:ext cx="6796599" cy="461665"/>
          </a:xfrm>
          <a:prstGeom prst="rect">
            <a:avLst/>
          </a:prstGeom>
          <a:noFill/>
        </p:spPr>
        <p:txBody>
          <a:bodyPr wrap="square" rtlCol="0">
            <a:spAutoFit/>
          </a:bodyPr>
          <a:lstStyle/>
          <a:p>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维景国际 </a:t>
            </a:r>
            <a:r>
              <a:rPr lang="en-GB"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Grand</a:t>
            </a:r>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US" altLang="zh-CN" sz="2400" b="1" dirty="0" err="1">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Metropark</a:t>
            </a:r>
          </a:p>
        </p:txBody>
      </p:sp>
      <p:sp>
        <p:nvSpPr>
          <p:cNvPr id="13" name="文本框 12"/>
          <p:cNvSpPr txBox="1"/>
          <p:nvPr/>
        </p:nvSpPr>
        <p:spPr>
          <a:xfrm>
            <a:off x="778510" y="2637155"/>
            <a:ext cx="5455920" cy="2907665"/>
          </a:xfrm>
          <a:prstGeom prst="rect">
            <a:avLst/>
          </a:prstGeom>
          <a:noFill/>
          <a:effectLst>
            <a:outerShdw blurRad="50800" dist="50800" dir="5400000" algn="ctr" rotWithShape="0">
              <a:srgbClr val="000000">
                <a:alpha val="10000"/>
              </a:srgbClr>
            </a:outerShdw>
          </a:effectLst>
        </p:spPr>
        <p:txBody>
          <a:bodyPr wrap="square" rtlCol="0">
            <a:spAutoFit/>
          </a:bodyPr>
          <a:lstStyle/>
          <a:p>
            <a:pPr marL="269875" indent="-269875" defTabSz="1079500">
              <a:defRPr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3200" b="1" spc="6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rPr>
              <a:t>融合之美  和而不同</a:t>
            </a:r>
            <a:endParaRPr lang="en-US" altLang="zh-CN" sz="3200" b="1" spc="6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marL="269875" indent="-269875" defTabSz="1079500">
              <a:defRPr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ltLang="en-US" sz="1200" b="1" dirty="0">
              <a:solidFill>
                <a:srgbClr val="DBB33C"/>
              </a:solidFill>
              <a:effectLst>
                <a:outerShdw blurRad="38100" dist="38100" dir="2700000" algn="tl">
                  <a:srgbClr val="000000">
                    <a:alpha val="43137"/>
                  </a:srgbClr>
                </a:outerShdw>
              </a:effectLst>
              <a:latin typeface="MicrosoftYaHei"/>
              <a:ea typeface="微软雅黑" panose="020B0503020204020204" charset="-122"/>
            </a:endParaRPr>
          </a:p>
          <a:p>
            <a:pPr marL="269875" indent="-269875" defTabSz="1079500">
              <a:defRPr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1200" b="1" dirty="0">
                <a:solidFill>
                  <a:srgbClr val="DBB33C"/>
                </a:solidFill>
                <a:effectLst>
                  <a:outerShdw blurRad="38100" dist="38100" dir="2700000" algn="tl">
                    <a:srgbClr val="000000">
                      <a:alpha val="43137"/>
                    </a:srgbClr>
                  </a:outerShdw>
                </a:effectLst>
              </a:rPr>
              <a:t>融汇中西，传承百年，宾客于此享受繁华取静的入住体验</a:t>
            </a:r>
            <a:endParaRPr lang="en-US" altLang="zh-CN" sz="1200" b="1" dirty="0">
              <a:solidFill>
                <a:srgbClr val="DBB33C"/>
              </a:solidFill>
              <a:effectLst>
                <a:outerShdw blurRad="38100" dist="38100" dir="2700000" algn="tl">
                  <a:srgbClr val="000000">
                    <a:alpha val="43137"/>
                  </a:srgbClr>
                </a:outerShdw>
              </a:effectLst>
            </a:endParaRPr>
          </a:p>
          <a:p>
            <a:r>
              <a:rPr lang="zh-CN" altLang="en-US" sz="1300" b="1" dirty="0">
                <a:solidFill>
                  <a:srgbClr val="DBB33C"/>
                </a:solidFill>
                <a:effectLst>
                  <a:outerShdw blurRad="38100" dist="38100" dir="2700000" algn="tl">
                    <a:srgbClr val="000000">
                      <a:alpha val="43137"/>
                    </a:srgbClr>
                  </a:outerShdw>
                </a:effectLst>
              </a:rPr>
              <a:t> </a:t>
            </a:r>
          </a:p>
          <a:p>
            <a:pPr algn="just" defTabSz="5598160">
              <a:lnSpc>
                <a:spcPct val="150000"/>
              </a:lnSpc>
            </a:pP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just" defTabSz="5598160">
              <a:lnSpc>
                <a:spcPct val="150000"/>
              </a:lnSpc>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维景国际源于香港这座东西方文化融合之地，取“维多利亚港湾的风景”之意，</a:t>
            </a:r>
          </a:p>
          <a:p>
            <a:pPr algn="just" defTabSz="5598160">
              <a:lnSpc>
                <a:spcPct val="150000"/>
              </a:lnSpc>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将母公司中国旅游集团百年历史积淀融汇于现代酒店管理，</a:t>
            </a:r>
          </a:p>
          <a:p>
            <a:pPr algn="just" defTabSz="5598160">
              <a:lnSpc>
                <a:spcPct val="150000"/>
              </a:lnSpc>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匠心营造繁华都市宁静之域，令海内外宾客在此融洽无间又各享尊崇。</a:t>
            </a:r>
          </a:p>
          <a:p>
            <a:pPr algn="just" defTabSz="5598160">
              <a:lnSpc>
                <a:spcPct val="150000"/>
              </a:lnSpc>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正如穿梭维港两岸的古董红帆船，维景国际驶过流金岁月，去往星辰大海。</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269875" indent="-539750" defTabSz="1079500">
              <a:lnSpc>
                <a:spcPct val="20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kumimoji="1" lang="zh-CN" altLang="en-US" sz="12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pic>
        <p:nvPicPr>
          <p:cNvPr id="6" name="图片 5"/>
          <p:cNvPicPr>
            <a:picLocks noChangeAspect="1"/>
          </p:cNvPicPr>
          <p:nvPr/>
        </p:nvPicPr>
        <p:blipFill>
          <a:blip r:embed="rId4" cstate="email"/>
          <a:stretch>
            <a:fillRect/>
          </a:stretch>
        </p:blipFill>
        <p:spPr>
          <a:xfrm>
            <a:off x="10056440" y="274114"/>
            <a:ext cx="1898336" cy="590126"/>
          </a:xfrm>
          <a:prstGeom prst="rect">
            <a:avLst/>
          </a:prstGeom>
        </p:spPr>
      </p:pic>
      <p:pic>
        <p:nvPicPr>
          <p:cNvPr id="5" name="图片 4" descr="缁存櫙鍥介檯logo锛堟柊璋冭壊锛塤鐢绘澘 1"/>
          <p:cNvPicPr>
            <a:picLocks noChangeAspect="1"/>
          </p:cNvPicPr>
          <p:nvPr/>
        </p:nvPicPr>
        <p:blipFill>
          <a:blip r:embed="rId5" cstate="email"/>
          <a:stretch>
            <a:fillRect/>
          </a:stretch>
        </p:blipFill>
        <p:spPr>
          <a:xfrm>
            <a:off x="551815" y="1557020"/>
            <a:ext cx="3275560" cy="1210666"/>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rotWithShape="1">
          <a:blip r:embed="rId3" cstate="email"/>
          <a:srcRect/>
          <a:stretch>
            <a:fillRect/>
          </a:stretch>
        </p:blipFill>
        <p:spPr>
          <a:xfrm>
            <a:off x="4224289" y="3645553"/>
            <a:ext cx="4680497" cy="3169480"/>
          </a:xfrm>
          <a:prstGeom prst="rect">
            <a:avLst/>
          </a:prstGeom>
        </p:spPr>
      </p:pic>
      <p:pic>
        <p:nvPicPr>
          <p:cNvPr id="6" name="图片 5"/>
          <p:cNvPicPr>
            <a:picLocks noChangeAspect="1"/>
          </p:cNvPicPr>
          <p:nvPr/>
        </p:nvPicPr>
        <p:blipFill rotWithShape="1">
          <a:blip r:embed="rId4" cstate="email"/>
          <a:srcRect/>
          <a:stretch>
            <a:fillRect/>
          </a:stretch>
        </p:blipFill>
        <p:spPr>
          <a:xfrm>
            <a:off x="3443221" y="1118438"/>
            <a:ext cx="5411060" cy="2473252"/>
          </a:xfrm>
          <a:prstGeom prst="rect">
            <a:avLst/>
          </a:prstGeom>
        </p:spPr>
      </p:pic>
      <p:pic>
        <p:nvPicPr>
          <p:cNvPr id="3" name="图片 2"/>
          <p:cNvPicPr>
            <a:picLocks noChangeAspect="1"/>
          </p:cNvPicPr>
          <p:nvPr/>
        </p:nvPicPr>
        <p:blipFill>
          <a:blip r:embed="rId5" cstate="email"/>
          <a:srcRect/>
          <a:stretch>
            <a:fillRect/>
          </a:stretch>
        </p:blipFill>
        <p:spPr>
          <a:xfrm>
            <a:off x="-1" y="1052830"/>
            <a:ext cx="3712845" cy="2967355"/>
          </a:xfrm>
          <a:prstGeom prst="rect">
            <a:avLst/>
          </a:prstGeom>
        </p:spPr>
      </p:pic>
      <p:pic>
        <p:nvPicPr>
          <p:cNvPr id="5" name="图片 4"/>
          <p:cNvPicPr>
            <a:picLocks noChangeAspect="1"/>
          </p:cNvPicPr>
          <p:nvPr/>
        </p:nvPicPr>
        <p:blipFill rotWithShape="1">
          <a:blip r:embed="rId6" cstate="email"/>
          <a:srcRect/>
          <a:stretch>
            <a:fillRect/>
          </a:stretch>
        </p:blipFill>
        <p:spPr>
          <a:xfrm>
            <a:off x="0" y="3579495"/>
            <a:ext cx="4250690" cy="3233420"/>
          </a:xfrm>
          <a:prstGeom prst="rect">
            <a:avLst/>
          </a:prstGeom>
        </p:spPr>
      </p:pic>
      <p:pic>
        <p:nvPicPr>
          <p:cNvPr id="33" name="图片 32"/>
          <p:cNvPicPr>
            <a:picLocks noChangeAspect="1"/>
          </p:cNvPicPr>
          <p:nvPr/>
        </p:nvPicPr>
        <p:blipFill rotWithShape="1">
          <a:blip r:embed="rId7" cstate="email"/>
          <a:srcRect/>
          <a:stretch>
            <a:fillRect/>
          </a:stretch>
        </p:blipFill>
        <p:spPr>
          <a:xfrm>
            <a:off x="3436970" y="1118543"/>
            <a:ext cx="5713143" cy="2532422"/>
          </a:xfrm>
          <a:prstGeom prst="rect">
            <a:avLst/>
          </a:prstGeom>
        </p:spPr>
      </p:pic>
      <p:pic>
        <p:nvPicPr>
          <p:cNvPr id="22" name="图片 21"/>
          <p:cNvPicPr>
            <a:picLocks noChangeAspect="1"/>
          </p:cNvPicPr>
          <p:nvPr/>
        </p:nvPicPr>
        <p:blipFill rotWithShape="1">
          <a:blip r:embed="rId8" cstate="email"/>
          <a:srcRect/>
          <a:stretch>
            <a:fillRect/>
          </a:stretch>
        </p:blipFill>
        <p:spPr>
          <a:xfrm>
            <a:off x="8881745" y="969010"/>
            <a:ext cx="3310255" cy="5843270"/>
          </a:xfrm>
          <a:prstGeom prst="rect">
            <a:avLst/>
          </a:prstGeom>
        </p:spPr>
      </p:pic>
      <p:sp>
        <p:nvSpPr>
          <p:cNvPr id="10" name="文本框 12"/>
          <p:cNvSpPr txBox="1"/>
          <p:nvPr/>
        </p:nvSpPr>
        <p:spPr>
          <a:xfrm>
            <a:off x="7037412" y="5691269"/>
            <a:ext cx="1006867" cy="418191"/>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600" dirty="0">
              <a:solidFill>
                <a:schemeClr val="bg1"/>
              </a:solidFill>
            </a:endParaRPr>
          </a:p>
        </p:txBody>
      </p:sp>
      <p:sp>
        <p:nvSpPr>
          <p:cNvPr id="14" name="文本框 6"/>
          <p:cNvSpPr txBox="1"/>
          <p:nvPr/>
        </p:nvSpPr>
        <p:spPr>
          <a:xfrm>
            <a:off x="8672476" y="5691269"/>
            <a:ext cx="1006867" cy="418191"/>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600" dirty="0">
              <a:solidFill>
                <a:schemeClr val="bg1"/>
              </a:solidFill>
            </a:endParaRPr>
          </a:p>
        </p:txBody>
      </p:sp>
      <p:sp>
        <p:nvSpPr>
          <p:cNvPr id="15" name="文本框 7"/>
          <p:cNvSpPr txBox="1"/>
          <p:nvPr/>
        </p:nvSpPr>
        <p:spPr>
          <a:xfrm>
            <a:off x="10307538" y="5691270"/>
            <a:ext cx="1006867" cy="418191"/>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US" sz="1600" dirty="0">
              <a:solidFill>
                <a:schemeClr val="bg1"/>
              </a:solidFill>
            </a:endParaRPr>
          </a:p>
        </p:txBody>
      </p:sp>
      <p:sp>
        <p:nvSpPr>
          <p:cNvPr id="17" name="文本框 14"/>
          <p:cNvSpPr txBox="1"/>
          <p:nvPr/>
        </p:nvSpPr>
        <p:spPr>
          <a:xfrm>
            <a:off x="5592565" y="5691269"/>
            <a:ext cx="1006867" cy="418191"/>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600" dirty="0">
              <a:solidFill>
                <a:schemeClr val="bg1"/>
              </a:solidFill>
            </a:endParaRPr>
          </a:p>
        </p:txBody>
      </p:sp>
      <p:sp>
        <p:nvSpPr>
          <p:cNvPr id="31" name="文本框 30"/>
          <p:cNvSpPr txBox="1"/>
          <p:nvPr/>
        </p:nvSpPr>
        <p:spPr>
          <a:xfrm>
            <a:off x="-15945" y="6486098"/>
            <a:ext cx="1800493" cy="307777"/>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南京维景国际大酒店</a:t>
            </a:r>
          </a:p>
        </p:txBody>
      </p:sp>
      <p:sp>
        <p:nvSpPr>
          <p:cNvPr id="32" name="文本框 31"/>
          <p:cNvSpPr txBox="1"/>
          <p:nvPr/>
        </p:nvSpPr>
        <p:spPr>
          <a:xfrm>
            <a:off x="-15945" y="3284984"/>
            <a:ext cx="1960880" cy="306705"/>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上海浦东维景国际酒店</a:t>
            </a:r>
          </a:p>
        </p:txBody>
      </p:sp>
      <p:sp>
        <p:nvSpPr>
          <p:cNvPr id="38" name="文本框 37"/>
          <p:cNvSpPr txBox="1"/>
          <p:nvPr/>
        </p:nvSpPr>
        <p:spPr>
          <a:xfrm>
            <a:off x="4478052" y="6477718"/>
            <a:ext cx="1800493" cy="307777"/>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杭州维景国际大酒店</a:t>
            </a:r>
          </a:p>
        </p:txBody>
      </p:sp>
      <p:sp>
        <p:nvSpPr>
          <p:cNvPr id="43" name="文本框 42"/>
          <p:cNvSpPr txBox="1"/>
          <p:nvPr/>
        </p:nvSpPr>
        <p:spPr>
          <a:xfrm>
            <a:off x="8896228" y="6477718"/>
            <a:ext cx="1800493" cy="307777"/>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北京维景国际大酒店</a:t>
            </a:r>
          </a:p>
        </p:txBody>
      </p:sp>
      <p:pic>
        <p:nvPicPr>
          <p:cNvPr id="30" name="图片 29"/>
          <p:cNvPicPr>
            <a:picLocks noChangeAspect="1"/>
          </p:cNvPicPr>
          <p:nvPr/>
        </p:nvPicPr>
        <p:blipFill rotWithShape="1">
          <a:blip r:embed="rId9" cstate="email"/>
          <a:srcRect/>
          <a:stretch>
            <a:fillRect/>
          </a:stretch>
        </p:blipFill>
        <p:spPr>
          <a:xfrm>
            <a:off x="9984432" y="238903"/>
            <a:ext cx="1954773" cy="657625"/>
          </a:xfrm>
          <a:prstGeom prst="rect">
            <a:avLst/>
          </a:prstGeom>
        </p:spPr>
      </p:pic>
      <p:sp>
        <p:nvSpPr>
          <p:cNvPr id="23" name="矩形 22"/>
          <p:cNvSpPr/>
          <p:nvPr/>
        </p:nvSpPr>
        <p:spPr>
          <a:xfrm>
            <a:off x="-2" y="0"/>
            <a:ext cx="12197605" cy="1118768"/>
          </a:xfrm>
          <a:prstGeom prst="rect">
            <a:avLst/>
          </a:prstGeom>
          <a:solidFill>
            <a:schemeClr val="bg2">
              <a:lumMod val="25000"/>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sp>
        <p:nvSpPr>
          <p:cNvPr id="24" name="文本框 23"/>
          <p:cNvSpPr txBox="1"/>
          <p:nvPr/>
        </p:nvSpPr>
        <p:spPr>
          <a:xfrm>
            <a:off x="817171" y="387983"/>
            <a:ext cx="6796599" cy="461665"/>
          </a:xfrm>
          <a:prstGeom prst="rect">
            <a:avLst/>
          </a:prstGeom>
          <a:noFill/>
        </p:spPr>
        <p:txBody>
          <a:bodyPr wrap="square" rtlCol="0">
            <a:spAutoFit/>
          </a:bodyPr>
          <a:lstStyle/>
          <a:p>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维景国际</a:t>
            </a:r>
            <a:r>
              <a:rPr lang="en-US"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a:t>
            </a:r>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酒店分布 </a:t>
            </a:r>
            <a:r>
              <a:rPr lang="en-GB"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Hotel</a:t>
            </a:r>
            <a:r>
              <a:rPr lang="en-US"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s</a:t>
            </a:r>
            <a:r>
              <a:rPr lang="en-GB"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Layout</a:t>
            </a:r>
          </a:p>
        </p:txBody>
      </p:sp>
      <p:pic>
        <p:nvPicPr>
          <p:cNvPr id="26" name="图片 25"/>
          <p:cNvPicPr>
            <a:picLocks noChangeAspect="1"/>
          </p:cNvPicPr>
          <p:nvPr/>
        </p:nvPicPr>
        <p:blipFill>
          <a:blip r:embed="rId10" cstate="email"/>
          <a:stretch>
            <a:fillRect/>
          </a:stretch>
        </p:blipFill>
        <p:spPr>
          <a:xfrm>
            <a:off x="409925" y="395613"/>
            <a:ext cx="368828" cy="458763"/>
          </a:xfrm>
          <a:prstGeom prst="rect">
            <a:avLst/>
          </a:prstGeom>
        </p:spPr>
      </p:pic>
      <p:sp>
        <p:nvSpPr>
          <p:cNvPr id="29" name="矩形 28"/>
          <p:cNvSpPr/>
          <p:nvPr/>
        </p:nvSpPr>
        <p:spPr>
          <a:xfrm rot="5400000">
            <a:off x="4422078" y="-807627"/>
            <a:ext cx="45719" cy="8902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4" name="矩形 33"/>
          <p:cNvSpPr/>
          <p:nvPr/>
        </p:nvSpPr>
        <p:spPr>
          <a:xfrm>
            <a:off x="8872070" y="1118543"/>
            <a:ext cx="45719" cy="5694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矩形 34"/>
          <p:cNvSpPr/>
          <p:nvPr/>
        </p:nvSpPr>
        <p:spPr>
          <a:xfrm flipH="1">
            <a:off x="4246794" y="3650965"/>
            <a:ext cx="45719" cy="31698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矩形 35"/>
          <p:cNvSpPr/>
          <p:nvPr/>
        </p:nvSpPr>
        <p:spPr>
          <a:xfrm>
            <a:off x="3408341" y="1126101"/>
            <a:ext cx="45719" cy="2518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7" name="文本框 26"/>
          <p:cNvSpPr txBox="1"/>
          <p:nvPr/>
        </p:nvSpPr>
        <p:spPr>
          <a:xfrm>
            <a:off x="3497612" y="3312719"/>
            <a:ext cx="1960880" cy="306705"/>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三亚维景国际度假酒店</a:t>
            </a:r>
          </a:p>
        </p:txBody>
      </p:sp>
      <p:pic>
        <p:nvPicPr>
          <p:cNvPr id="2" name="图片 1" descr="缁存櫙鍥介檯logo锛堟柊璋冭壊锛塤鐢绘澘 1"/>
          <p:cNvPicPr>
            <a:picLocks noChangeAspect="1"/>
          </p:cNvPicPr>
          <p:nvPr/>
        </p:nvPicPr>
        <p:blipFill>
          <a:blip r:embed="rId11" cstate="email"/>
          <a:stretch>
            <a:fillRect/>
          </a:stretch>
        </p:blipFill>
        <p:spPr>
          <a:xfrm>
            <a:off x="9912350" y="260985"/>
            <a:ext cx="2183706" cy="80711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descr="D:/公司文件/2024.04/方案/2014.04.17/维景国际/维景国际/05.jpg05"/>
          <p:cNvPicPr>
            <a:picLocks noChangeAspect="1"/>
          </p:cNvPicPr>
          <p:nvPr/>
        </p:nvPicPr>
        <p:blipFill rotWithShape="1">
          <a:blip r:embed="rId2" cstate="email"/>
          <a:srcRect/>
          <a:stretch>
            <a:fillRect/>
          </a:stretch>
        </p:blipFill>
        <p:spPr>
          <a:xfrm>
            <a:off x="-5605" y="23791"/>
            <a:ext cx="12192000" cy="6810417"/>
          </a:xfrm>
          <a:prstGeom prst="rect">
            <a:avLst/>
          </a:prstGeom>
        </p:spPr>
      </p:pic>
      <p:sp>
        <p:nvSpPr>
          <p:cNvPr id="23" name="矩形 22"/>
          <p:cNvSpPr/>
          <p:nvPr/>
        </p:nvSpPr>
        <p:spPr>
          <a:xfrm>
            <a:off x="-5605" y="2587085"/>
            <a:ext cx="12197605" cy="2426091"/>
          </a:xfrm>
          <a:prstGeom prst="rect">
            <a:avLst/>
          </a:prstGeom>
          <a:solidFill>
            <a:schemeClr val="bg2">
              <a:lumMod val="25000"/>
              <a:alpha val="54935"/>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DBB33C"/>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sp>
        <p:nvSpPr>
          <p:cNvPr id="28" name="矩形 27"/>
          <p:cNvSpPr/>
          <p:nvPr/>
        </p:nvSpPr>
        <p:spPr>
          <a:xfrm>
            <a:off x="-5605" y="0"/>
            <a:ext cx="12197605" cy="1118768"/>
          </a:xfrm>
          <a:prstGeom prst="rect">
            <a:avLst/>
          </a:prstGeom>
          <a:solidFill>
            <a:schemeClr val="bg2">
              <a:lumMod val="25000"/>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pic>
        <p:nvPicPr>
          <p:cNvPr id="49" name="图片 48"/>
          <p:cNvPicPr>
            <a:picLocks noChangeAspect="1"/>
          </p:cNvPicPr>
          <p:nvPr/>
        </p:nvPicPr>
        <p:blipFill>
          <a:blip r:embed="rId3" cstate="email"/>
          <a:stretch>
            <a:fillRect/>
          </a:stretch>
        </p:blipFill>
        <p:spPr>
          <a:xfrm>
            <a:off x="409925" y="395613"/>
            <a:ext cx="368828" cy="458763"/>
          </a:xfrm>
          <a:prstGeom prst="rect">
            <a:avLst/>
          </a:prstGeom>
        </p:spPr>
      </p:pic>
      <p:sp>
        <p:nvSpPr>
          <p:cNvPr id="50" name="文本框 49"/>
          <p:cNvSpPr txBox="1"/>
          <p:nvPr/>
        </p:nvSpPr>
        <p:spPr>
          <a:xfrm>
            <a:off x="811568" y="387983"/>
            <a:ext cx="6796599" cy="461665"/>
          </a:xfrm>
          <a:prstGeom prst="rect">
            <a:avLst/>
          </a:prstGeom>
          <a:noFill/>
        </p:spPr>
        <p:txBody>
          <a:bodyPr wrap="square" rtlCol="0">
            <a:spAutoFit/>
          </a:bodyPr>
          <a:lstStyle/>
          <a:p>
            <a:r>
              <a:rPr lang="zh-CN" altLang="en-US" sz="2400" b="1" dirty="0">
                <a:solidFill>
                  <a:srgbClr val="DBB33C"/>
                </a:solidFill>
                <a:latin typeface="微软雅黑" panose="020B0503020204020204" charset="-122"/>
                <a:ea typeface="微软雅黑" panose="020B0503020204020204" charset="-122"/>
                <a:cs typeface="+mn-ea"/>
                <a:sym typeface="+mn-lt"/>
              </a:rPr>
              <a:t>维景国际</a:t>
            </a:r>
            <a:r>
              <a:rPr lang="en-US" altLang="zh-CN" sz="2400" b="1" dirty="0">
                <a:solidFill>
                  <a:srgbClr val="DBB33C"/>
                </a:solidFill>
                <a:latin typeface="微软雅黑" panose="020B0503020204020204" charset="-122"/>
                <a:ea typeface="微软雅黑" panose="020B0503020204020204" charset="-122"/>
                <a:cs typeface="+mn-ea"/>
                <a:sym typeface="+mn-lt"/>
              </a:rPr>
              <a:t>-</a:t>
            </a:r>
            <a:r>
              <a:rPr lang="zh-CN" altLang="en-US" sz="2400" b="1" dirty="0">
                <a:solidFill>
                  <a:srgbClr val="DBB33C"/>
                </a:solidFill>
                <a:latin typeface="微软雅黑" panose="020B0503020204020204" charset="-122"/>
                <a:ea typeface="微软雅黑" panose="020B0503020204020204" charset="-122"/>
                <a:cs typeface="+mn-ea"/>
                <a:sym typeface="+mn-lt"/>
              </a:rPr>
              <a:t>酒店分布 </a:t>
            </a:r>
            <a:r>
              <a:rPr lang="en-GB" altLang="zh-CN" sz="2400" b="1" dirty="0">
                <a:solidFill>
                  <a:srgbClr val="DBB33C"/>
                </a:solidFill>
                <a:latin typeface="微软雅黑" panose="020B0503020204020204" charset="-122"/>
                <a:ea typeface="微软雅黑" panose="020B0503020204020204" charset="-122"/>
                <a:cs typeface="+mn-ea"/>
                <a:sym typeface="+mn-lt"/>
              </a:rPr>
              <a:t>Hotel</a:t>
            </a:r>
            <a:r>
              <a:rPr lang="en-US" altLang="zh-CN" sz="2400" b="1" dirty="0">
                <a:solidFill>
                  <a:srgbClr val="DBB33C"/>
                </a:solidFill>
                <a:latin typeface="微软雅黑" panose="020B0503020204020204" charset="-122"/>
                <a:ea typeface="微软雅黑" panose="020B0503020204020204" charset="-122"/>
                <a:cs typeface="+mn-ea"/>
                <a:sym typeface="+mn-lt"/>
              </a:rPr>
              <a:t>s</a:t>
            </a:r>
            <a:r>
              <a:rPr lang="en-GB" altLang="zh-CN" sz="2400" b="1" dirty="0">
                <a:solidFill>
                  <a:srgbClr val="DBB33C"/>
                </a:solidFill>
                <a:latin typeface="微软雅黑" panose="020B0503020204020204" charset="-122"/>
                <a:ea typeface="微软雅黑" panose="020B0503020204020204" charset="-122"/>
                <a:cs typeface="+mn-ea"/>
                <a:sym typeface="+mn-lt"/>
              </a:rPr>
              <a:t> Layout</a:t>
            </a:r>
          </a:p>
        </p:txBody>
      </p:sp>
      <p:sp>
        <p:nvSpPr>
          <p:cNvPr id="15" name="文本框 10"/>
          <p:cNvSpPr txBox="1"/>
          <p:nvPr/>
        </p:nvSpPr>
        <p:spPr>
          <a:xfrm>
            <a:off x="714706" y="2752640"/>
            <a:ext cx="456912" cy="197231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北</a:t>
            </a:r>
            <a:r>
              <a:rPr sz="1355">
                <a:solidFill>
                  <a:srgbClr val="DBB33C"/>
                </a:solidFill>
              </a:rPr>
              <a:t>京</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苏州</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盐城</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泰州</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南通</a:t>
            </a:r>
          </a:p>
        </p:txBody>
      </p:sp>
      <p:sp>
        <p:nvSpPr>
          <p:cNvPr id="16" name="文本框 11"/>
          <p:cNvSpPr txBox="1"/>
          <p:nvPr/>
        </p:nvSpPr>
        <p:spPr>
          <a:xfrm>
            <a:off x="2297864" y="2752640"/>
            <a:ext cx="625915" cy="197231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南京</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三亚</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天目湖</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明月山</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济南</a:t>
            </a:r>
          </a:p>
        </p:txBody>
      </p:sp>
      <p:sp>
        <p:nvSpPr>
          <p:cNvPr id="17" name="文本框 12"/>
          <p:cNvSpPr txBox="1"/>
          <p:nvPr/>
        </p:nvSpPr>
        <p:spPr>
          <a:xfrm>
            <a:off x="7222248" y="2752640"/>
            <a:ext cx="667498" cy="197231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开封</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宣城</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哈尔滨</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重庆</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沈阳</a:t>
            </a:r>
          </a:p>
        </p:txBody>
      </p:sp>
      <p:sp>
        <p:nvSpPr>
          <p:cNvPr id="19" name="文本框 6"/>
          <p:cNvSpPr txBox="1"/>
          <p:nvPr/>
        </p:nvSpPr>
        <p:spPr>
          <a:xfrm>
            <a:off x="9015994" y="2752640"/>
            <a:ext cx="667498" cy="197231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武汉</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漳州</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石家庄</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金华</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张家口</a:t>
            </a:r>
          </a:p>
        </p:txBody>
      </p:sp>
      <p:sp>
        <p:nvSpPr>
          <p:cNvPr id="20" name="文本框 7"/>
          <p:cNvSpPr txBox="1"/>
          <p:nvPr/>
        </p:nvSpPr>
        <p:spPr>
          <a:xfrm>
            <a:off x="10776083" y="2781215"/>
            <a:ext cx="667498" cy="197231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dirty="0">
                <a:solidFill>
                  <a:srgbClr val="DBB33C"/>
                </a:solidFill>
              </a:rPr>
              <a:t>海口</a:t>
            </a:r>
            <a:endParaRPr sz="1355" dirty="0">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dirty="0">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dirty="0" err="1">
                <a:solidFill>
                  <a:srgbClr val="DBB33C"/>
                </a:solidFill>
              </a:rPr>
              <a:t>樟树</a:t>
            </a:r>
            <a:endParaRPr sz="1355" dirty="0">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dirty="0">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dirty="0">
                <a:solidFill>
                  <a:srgbClr val="DBB33C"/>
                </a:solidFill>
              </a:rPr>
              <a:t>霸州</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dirty="0">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dirty="0" err="1">
                <a:solidFill>
                  <a:srgbClr val="DBB33C"/>
                </a:solidFill>
              </a:rPr>
              <a:t>合肥</a:t>
            </a:r>
            <a:endParaRPr sz="1355" dirty="0">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dirty="0">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sz="1355" dirty="0">
                <a:solidFill>
                  <a:srgbClr val="DBB33C"/>
                </a:solidFill>
              </a:rPr>
              <a:t>……</a:t>
            </a:r>
          </a:p>
        </p:txBody>
      </p:sp>
      <p:sp>
        <p:nvSpPr>
          <p:cNvPr id="21" name="文本框 13"/>
          <p:cNvSpPr txBox="1"/>
          <p:nvPr/>
        </p:nvSpPr>
        <p:spPr>
          <a:xfrm>
            <a:off x="4050026" y="2752640"/>
            <a:ext cx="460908" cy="197231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杭州</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南宁</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大庆</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文昌</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万宁</a:t>
            </a:r>
          </a:p>
        </p:txBody>
      </p:sp>
      <p:sp>
        <p:nvSpPr>
          <p:cNvPr id="22" name="文本框 14"/>
          <p:cNvSpPr txBox="1"/>
          <p:nvPr/>
        </p:nvSpPr>
        <p:spPr>
          <a:xfrm>
            <a:off x="5637180" y="2752640"/>
            <a:ext cx="458820" cy="197231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青岛</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常州</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唐山</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太原</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商丘</a:t>
            </a:r>
          </a:p>
        </p:txBody>
      </p:sp>
      <p:pic>
        <p:nvPicPr>
          <p:cNvPr id="5" name="图片 4" descr="缁存櫙鍥介檯logo锛堟柊璋冭壊锛塤鐢绘澘 1"/>
          <p:cNvPicPr>
            <a:picLocks noChangeAspect="1"/>
          </p:cNvPicPr>
          <p:nvPr/>
        </p:nvPicPr>
        <p:blipFill>
          <a:blip r:embed="rId4" cstate="email"/>
          <a:stretch>
            <a:fillRect/>
          </a:stretch>
        </p:blipFill>
        <p:spPr>
          <a:xfrm>
            <a:off x="9912350" y="260985"/>
            <a:ext cx="2183706" cy="80711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descr="394facca35424b479c785e03521d94ce"/>
          <p:cNvPicPr>
            <a:picLocks noChangeAspect="1"/>
          </p:cNvPicPr>
          <p:nvPr/>
        </p:nvPicPr>
        <p:blipFill>
          <a:blip r:embed="rId3" cstate="email"/>
          <a:srcRect/>
          <a:stretch>
            <a:fillRect/>
          </a:stretch>
        </p:blipFill>
        <p:spPr>
          <a:xfrm>
            <a:off x="4105910" y="3203575"/>
            <a:ext cx="8086090" cy="3604260"/>
          </a:xfrm>
          <a:prstGeom prst="rect">
            <a:avLst/>
          </a:prstGeom>
        </p:spPr>
      </p:pic>
      <p:pic>
        <p:nvPicPr>
          <p:cNvPr id="21" name="图片 20"/>
          <p:cNvPicPr>
            <a:picLocks noChangeAspect="1"/>
          </p:cNvPicPr>
          <p:nvPr/>
        </p:nvPicPr>
        <p:blipFill rotWithShape="1">
          <a:blip r:embed="rId4" cstate="email"/>
          <a:srcRect/>
          <a:stretch>
            <a:fillRect/>
          </a:stretch>
        </p:blipFill>
        <p:spPr>
          <a:xfrm>
            <a:off x="-14288" y="1082675"/>
            <a:ext cx="4481829" cy="2893695"/>
          </a:xfrm>
          <a:prstGeom prst="rect">
            <a:avLst/>
          </a:prstGeom>
        </p:spPr>
      </p:pic>
      <p:pic>
        <p:nvPicPr>
          <p:cNvPr id="22" name="图片 21"/>
          <p:cNvPicPr>
            <a:picLocks noChangeAspect="1"/>
          </p:cNvPicPr>
          <p:nvPr/>
        </p:nvPicPr>
        <p:blipFill rotWithShape="1">
          <a:blip r:embed="rId5" cstate="email"/>
          <a:srcRect/>
          <a:stretch>
            <a:fillRect/>
          </a:stretch>
        </p:blipFill>
        <p:spPr>
          <a:xfrm>
            <a:off x="4467225" y="1052830"/>
            <a:ext cx="7724775" cy="2572385"/>
          </a:xfrm>
          <a:prstGeom prst="rect">
            <a:avLst/>
          </a:prstGeom>
        </p:spPr>
      </p:pic>
      <p:pic>
        <p:nvPicPr>
          <p:cNvPr id="29" name="图片 28"/>
          <p:cNvPicPr>
            <a:picLocks noChangeAspect="1"/>
          </p:cNvPicPr>
          <p:nvPr/>
        </p:nvPicPr>
        <p:blipFill>
          <a:blip r:embed="rId6" cstate="email"/>
          <a:srcRect/>
          <a:stretch>
            <a:fillRect/>
          </a:stretch>
        </p:blipFill>
        <p:spPr>
          <a:xfrm>
            <a:off x="-15875" y="3934460"/>
            <a:ext cx="4468495" cy="2873375"/>
          </a:xfrm>
          <a:prstGeom prst="rect">
            <a:avLst/>
          </a:prstGeom>
        </p:spPr>
      </p:pic>
      <p:sp>
        <p:nvSpPr>
          <p:cNvPr id="14" name="文本框 6"/>
          <p:cNvSpPr txBox="1"/>
          <p:nvPr/>
        </p:nvSpPr>
        <p:spPr>
          <a:xfrm>
            <a:off x="8672476" y="5691269"/>
            <a:ext cx="1006867" cy="418191"/>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600" dirty="0">
              <a:solidFill>
                <a:schemeClr val="bg1"/>
              </a:solidFill>
            </a:endParaRPr>
          </a:p>
        </p:txBody>
      </p:sp>
      <p:sp>
        <p:nvSpPr>
          <p:cNvPr id="15" name="文本框 7"/>
          <p:cNvSpPr txBox="1"/>
          <p:nvPr/>
        </p:nvSpPr>
        <p:spPr>
          <a:xfrm>
            <a:off x="10307538" y="5691270"/>
            <a:ext cx="1006867" cy="418191"/>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en-US" sz="1600" dirty="0">
              <a:solidFill>
                <a:schemeClr val="bg1"/>
              </a:solidFill>
            </a:endParaRPr>
          </a:p>
        </p:txBody>
      </p:sp>
      <p:sp>
        <p:nvSpPr>
          <p:cNvPr id="17" name="文本框 14"/>
          <p:cNvSpPr txBox="1"/>
          <p:nvPr/>
        </p:nvSpPr>
        <p:spPr>
          <a:xfrm>
            <a:off x="5592565" y="5691269"/>
            <a:ext cx="1006867" cy="418191"/>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600" dirty="0">
              <a:solidFill>
                <a:schemeClr val="bg1"/>
              </a:solidFill>
            </a:endParaRPr>
          </a:p>
        </p:txBody>
      </p:sp>
      <p:sp>
        <p:nvSpPr>
          <p:cNvPr id="32" name="文本框 31"/>
          <p:cNvSpPr txBox="1"/>
          <p:nvPr/>
        </p:nvSpPr>
        <p:spPr>
          <a:xfrm>
            <a:off x="66300" y="3625025"/>
            <a:ext cx="1249680" cy="306705"/>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博鳌亚洲论坛</a:t>
            </a:r>
          </a:p>
        </p:txBody>
      </p:sp>
      <p:pic>
        <p:nvPicPr>
          <p:cNvPr id="30" name="图片 29"/>
          <p:cNvPicPr>
            <a:picLocks noChangeAspect="1"/>
          </p:cNvPicPr>
          <p:nvPr/>
        </p:nvPicPr>
        <p:blipFill rotWithShape="1">
          <a:blip r:embed="rId7" cstate="email"/>
          <a:srcRect/>
          <a:stretch>
            <a:fillRect/>
          </a:stretch>
        </p:blipFill>
        <p:spPr>
          <a:xfrm>
            <a:off x="9984432" y="238903"/>
            <a:ext cx="1954773" cy="657625"/>
          </a:xfrm>
          <a:prstGeom prst="rect">
            <a:avLst/>
          </a:prstGeom>
        </p:spPr>
      </p:pic>
      <p:sp>
        <p:nvSpPr>
          <p:cNvPr id="23" name="矩形 22"/>
          <p:cNvSpPr/>
          <p:nvPr/>
        </p:nvSpPr>
        <p:spPr>
          <a:xfrm>
            <a:off x="-2" y="0"/>
            <a:ext cx="12197605" cy="1118768"/>
          </a:xfrm>
          <a:prstGeom prst="rect">
            <a:avLst/>
          </a:prstGeom>
          <a:solidFill>
            <a:schemeClr val="bg2">
              <a:lumMod val="25000"/>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sp>
        <p:nvSpPr>
          <p:cNvPr id="24" name="文本框 23"/>
          <p:cNvSpPr txBox="1"/>
          <p:nvPr/>
        </p:nvSpPr>
        <p:spPr>
          <a:xfrm>
            <a:off x="817171" y="387983"/>
            <a:ext cx="6796599" cy="460375"/>
          </a:xfrm>
          <a:prstGeom prst="rect">
            <a:avLst/>
          </a:prstGeom>
          <a:noFill/>
        </p:spPr>
        <p:txBody>
          <a:bodyPr wrap="square" rtlCol="0">
            <a:spAutoFit/>
          </a:bodyPr>
          <a:lstStyle/>
          <a:p>
            <a:r>
              <a:rPr lang="zh-CN" altLang="en-US" sz="2400" b="1" dirty="0">
                <a:solidFill>
                  <a:srgbClr val="DBB33C"/>
                </a:solidFill>
                <a:latin typeface="微软雅黑" panose="020B0503020204020204" charset="-122"/>
                <a:ea typeface="微软雅黑" panose="020B0503020204020204" charset="-122"/>
                <a:cs typeface="+mn-ea"/>
                <a:sym typeface="+mn-lt"/>
              </a:rPr>
              <a:t>维景国际</a:t>
            </a:r>
            <a:r>
              <a:rPr lang="en-US" altLang="zh-CN" sz="2400" b="1" dirty="0">
                <a:solidFill>
                  <a:srgbClr val="DBB33C"/>
                </a:solidFill>
                <a:latin typeface="微软雅黑" panose="020B0503020204020204" charset="-122"/>
                <a:ea typeface="微软雅黑" panose="020B0503020204020204" charset="-122"/>
                <a:cs typeface="+mn-ea"/>
                <a:sym typeface="+mn-lt"/>
              </a:rPr>
              <a:t>-</a:t>
            </a:r>
            <a:r>
              <a:rPr lang="zh-CN" altLang="en-US" sz="2400" b="1" dirty="0">
                <a:solidFill>
                  <a:srgbClr val="DBB33C"/>
                </a:solidFill>
                <a:latin typeface="微软雅黑" panose="020B0503020204020204" charset="-122"/>
                <a:ea typeface="微软雅黑" panose="020B0503020204020204" charset="-122"/>
                <a:cs typeface="+mn-ea"/>
                <a:sym typeface="+mn-lt"/>
              </a:rPr>
              <a:t>重要接待 </a:t>
            </a:r>
            <a:r>
              <a:rPr lang="en-GB" altLang="zh-CN" sz="2400" b="1" dirty="0">
                <a:solidFill>
                  <a:srgbClr val="DBB33C"/>
                </a:solidFill>
                <a:latin typeface="微软雅黑" panose="020B0503020204020204" charset="-122"/>
                <a:ea typeface="微软雅黑" panose="020B0503020204020204" charset="-122"/>
                <a:cs typeface="+mn-ea"/>
                <a:sym typeface="+mn-lt"/>
              </a:rPr>
              <a:t>Government </a:t>
            </a:r>
            <a:r>
              <a:rPr lang="en-US" altLang="en-GB" sz="2400" b="1" dirty="0">
                <a:solidFill>
                  <a:srgbClr val="DBB33C"/>
                </a:solidFill>
                <a:latin typeface="微软雅黑" panose="020B0503020204020204" charset="-122"/>
                <a:ea typeface="微软雅黑" panose="020B0503020204020204" charset="-122"/>
                <a:cs typeface="+mn-ea"/>
                <a:sym typeface="+mn-lt"/>
              </a:rPr>
              <a:t>R</a:t>
            </a:r>
            <a:r>
              <a:rPr lang="en-GB" altLang="zh-CN" sz="2400" b="1" dirty="0">
                <a:solidFill>
                  <a:srgbClr val="DBB33C"/>
                </a:solidFill>
                <a:latin typeface="微软雅黑" panose="020B0503020204020204" charset="-122"/>
                <a:ea typeface="微软雅黑" panose="020B0503020204020204" charset="-122"/>
                <a:cs typeface="+mn-ea"/>
                <a:sym typeface="+mn-lt"/>
              </a:rPr>
              <a:t>eception</a:t>
            </a:r>
          </a:p>
        </p:txBody>
      </p:sp>
      <p:pic>
        <p:nvPicPr>
          <p:cNvPr id="26" name="图片 25"/>
          <p:cNvPicPr>
            <a:picLocks noChangeAspect="1"/>
          </p:cNvPicPr>
          <p:nvPr/>
        </p:nvPicPr>
        <p:blipFill>
          <a:blip r:embed="rId8" cstate="email"/>
          <a:stretch>
            <a:fillRect/>
          </a:stretch>
        </p:blipFill>
        <p:spPr>
          <a:xfrm>
            <a:off x="409925" y="395613"/>
            <a:ext cx="368828" cy="458763"/>
          </a:xfrm>
          <a:prstGeom prst="rect">
            <a:avLst/>
          </a:prstGeom>
        </p:spPr>
      </p:pic>
      <p:sp>
        <p:nvSpPr>
          <p:cNvPr id="27" name="文本框 26"/>
          <p:cNvSpPr txBox="1"/>
          <p:nvPr/>
        </p:nvSpPr>
        <p:spPr>
          <a:xfrm>
            <a:off x="4663182" y="3266251"/>
            <a:ext cx="1507144" cy="307777"/>
          </a:xfrm>
          <a:prstGeom prst="rect">
            <a:avLst/>
          </a:prstGeom>
          <a:noFill/>
        </p:spPr>
        <p:txBody>
          <a:bodyPr wrap="none" rtlCol="0">
            <a:spAutoFit/>
          </a:bodyPr>
          <a:lstStyle/>
          <a:p>
            <a:r>
              <a:rPr kumimoji="1" lang="en-US" altLang="zh-CN" sz="1400" dirty="0">
                <a:solidFill>
                  <a:srgbClr val="DBB33C"/>
                </a:solidFill>
                <a:highlight>
                  <a:srgbClr val="0A1933"/>
                </a:highlight>
                <a:latin typeface="微软雅黑" panose="020B0503020204020204" charset="-122"/>
                <a:ea typeface="微软雅黑" panose="020B0503020204020204" charset="-122"/>
              </a:rPr>
              <a:t>2022</a:t>
            </a:r>
            <a:r>
              <a:rPr kumimoji="1" lang="zh-CN" altLang="en-US" sz="1400" dirty="0">
                <a:solidFill>
                  <a:srgbClr val="DBB33C"/>
                </a:solidFill>
                <a:highlight>
                  <a:srgbClr val="0A1933"/>
                </a:highlight>
                <a:latin typeface="微软雅黑" panose="020B0503020204020204" charset="-122"/>
                <a:ea typeface="微软雅黑" panose="020B0503020204020204" charset="-122"/>
              </a:rPr>
              <a:t>北京冬奥会</a:t>
            </a:r>
          </a:p>
        </p:txBody>
      </p:sp>
      <p:sp>
        <p:nvSpPr>
          <p:cNvPr id="28" name="文本框 27"/>
          <p:cNvSpPr txBox="1"/>
          <p:nvPr/>
        </p:nvSpPr>
        <p:spPr>
          <a:xfrm>
            <a:off x="27022" y="6453336"/>
            <a:ext cx="1488440" cy="306705"/>
          </a:xfrm>
          <a:prstGeom prst="rect">
            <a:avLst/>
          </a:prstGeom>
          <a:noFill/>
        </p:spPr>
        <p:txBody>
          <a:bodyPr wrap="none" rtlCol="0">
            <a:spAutoFit/>
          </a:bodyPr>
          <a:lstStyle/>
          <a:p>
            <a:r>
              <a:rPr kumimoji="1" lang="en-US" altLang="zh-CN" sz="1400" dirty="0">
                <a:solidFill>
                  <a:srgbClr val="DBB33C"/>
                </a:solidFill>
                <a:highlight>
                  <a:srgbClr val="0A1933"/>
                </a:highlight>
                <a:latin typeface="微软雅黑" panose="020B0503020204020204" charset="-122"/>
                <a:ea typeface="微软雅黑" panose="020B0503020204020204" charset="-122"/>
              </a:rPr>
              <a:t>2023</a:t>
            </a:r>
            <a:r>
              <a:rPr kumimoji="1" lang="zh-CN" altLang="en-US" sz="1400" dirty="0">
                <a:solidFill>
                  <a:srgbClr val="DBB33C"/>
                </a:solidFill>
                <a:highlight>
                  <a:srgbClr val="0A1933"/>
                </a:highlight>
                <a:latin typeface="微软雅黑" panose="020B0503020204020204" charset="-122"/>
                <a:ea typeface="微软雅黑" panose="020B0503020204020204" charset="-122"/>
              </a:rPr>
              <a:t>杭州亚运会</a:t>
            </a:r>
          </a:p>
        </p:txBody>
      </p:sp>
      <p:sp>
        <p:nvSpPr>
          <p:cNvPr id="34" name="文本框 33"/>
          <p:cNvSpPr txBox="1"/>
          <p:nvPr/>
        </p:nvSpPr>
        <p:spPr>
          <a:xfrm>
            <a:off x="4655820" y="6453505"/>
            <a:ext cx="1427480" cy="363220"/>
          </a:xfrm>
          <a:prstGeom prst="rect">
            <a:avLst/>
          </a:prstGeom>
          <a:noFill/>
        </p:spPr>
        <p:txBody>
          <a:bodyPr wrap="none" rtlCol="0">
            <a:no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中国东盟峰会</a:t>
            </a:r>
          </a:p>
        </p:txBody>
      </p:sp>
      <p:sp>
        <p:nvSpPr>
          <p:cNvPr id="19" name="矩形 18"/>
          <p:cNvSpPr/>
          <p:nvPr/>
        </p:nvSpPr>
        <p:spPr>
          <a:xfrm rot="5400000">
            <a:off x="8311515" y="-236220"/>
            <a:ext cx="76200" cy="7705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1" name="矩形 30"/>
          <p:cNvSpPr/>
          <p:nvPr/>
        </p:nvSpPr>
        <p:spPr>
          <a:xfrm>
            <a:off x="4446636" y="1118768"/>
            <a:ext cx="54577" cy="5739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矩形 32"/>
          <p:cNvSpPr/>
          <p:nvPr/>
        </p:nvSpPr>
        <p:spPr>
          <a:xfrm rot="5400000" flipH="1">
            <a:off x="2204302" y="1656100"/>
            <a:ext cx="52527" cy="45104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5" name="图片 4" descr="缁存櫙鍥介檯logo锛堟柊璋冭壊锛塤鐢绘澘 1"/>
          <p:cNvPicPr>
            <a:picLocks noChangeAspect="1"/>
          </p:cNvPicPr>
          <p:nvPr/>
        </p:nvPicPr>
        <p:blipFill>
          <a:blip r:embed="rId9" cstate="email"/>
          <a:stretch>
            <a:fillRect/>
          </a:stretch>
        </p:blipFill>
        <p:spPr>
          <a:xfrm>
            <a:off x="9912350" y="260985"/>
            <a:ext cx="2183706" cy="807110"/>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cstate="email"/>
          <a:stretch>
            <a:fillRect/>
          </a:stretch>
        </p:blipFill>
        <p:spPr>
          <a:xfrm>
            <a:off x="2177415" y="0"/>
            <a:ext cx="10013950" cy="6813550"/>
          </a:xfrm>
          <a:prstGeom prst="rect">
            <a:avLst/>
          </a:prstGeom>
        </p:spPr>
      </p:pic>
      <p:sp>
        <p:nvSpPr>
          <p:cNvPr id="10" name="矩形 9"/>
          <p:cNvSpPr/>
          <p:nvPr/>
        </p:nvSpPr>
        <p:spPr>
          <a:xfrm>
            <a:off x="0" y="-10045"/>
            <a:ext cx="8591599" cy="6830740"/>
          </a:xfrm>
          <a:prstGeom prst="rect">
            <a:avLst/>
          </a:prstGeom>
          <a:gradFill>
            <a:gsLst>
              <a:gs pos="0">
                <a:srgbClr val="0A1833"/>
              </a:gs>
              <a:gs pos="61000">
                <a:srgbClr val="0A1833">
                  <a:alpha val="92942"/>
                </a:srgbClr>
              </a:gs>
              <a:gs pos="99000">
                <a:schemeClr val="tx1">
                  <a:alpha val="0"/>
                  <a:lumMod val="35000"/>
                  <a:lumOff val="6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 name="图片 1"/>
          <p:cNvPicPr>
            <a:picLocks noChangeAspect="1"/>
          </p:cNvPicPr>
          <p:nvPr/>
        </p:nvPicPr>
        <p:blipFill>
          <a:blip r:embed="rId3" cstate="email"/>
          <a:stretch>
            <a:fillRect/>
          </a:stretch>
        </p:blipFill>
        <p:spPr>
          <a:xfrm>
            <a:off x="409925" y="395613"/>
            <a:ext cx="368828" cy="458763"/>
          </a:xfrm>
          <a:prstGeom prst="rect">
            <a:avLst/>
          </a:prstGeom>
        </p:spPr>
      </p:pic>
      <p:sp>
        <p:nvSpPr>
          <p:cNvPr id="3" name="文本框 2"/>
          <p:cNvSpPr txBox="1"/>
          <p:nvPr/>
        </p:nvSpPr>
        <p:spPr>
          <a:xfrm>
            <a:off x="811568" y="387983"/>
            <a:ext cx="6796599" cy="461665"/>
          </a:xfrm>
          <a:prstGeom prst="rect">
            <a:avLst/>
          </a:prstGeom>
          <a:noFill/>
        </p:spPr>
        <p:txBody>
          <a:bodyPr wrap="square" rtlCol="0">
            <a:spAutoFit/>
          </a:bodyPr>
          <a:lstStyle/>
          <a:p>
            <a:r>
              <a:rPr lang="zh-CN" altLang="en-US" sz="2400" b="1" dirty="0">
                <a:solidFill>
                  <a:srgbClr val="DBB33C"/>
                </a:solidFill>
                <a:latin typeface="微软雅黑" panose="020B0503020204020204" charset="-122"/>
                <a:ea typeface="微软雅黑" panose="020B0503020204020204" charset="-122"/>
                <a:cs typeface="+mn-ea"/>
                <a:sym typeface="+mn-lt"/>
              </a:rPr>
              <a:t>维景 </a:t>
            </a:r>
            <a:r>
              <a:rPr lang="en-GB" altLang="zh-CN" sz="2400" b="1" dirty="0" err="1">
                <a:solidFill>
                  <a:srgbClr val="DBB33C"/>
                </a:solidFill>
                <a:latin typeface="微软雅黑" panose="020B0503020204020204" charset="-122"/>
                <a:ea typeface="微软雅黑" panose="020B0503020204020204" charset="-122"/>
                <a:cs typeface="+mn-ea"/>
                <a:sym typeface="+mn-lt"/>
              </a:rPr>
              <a:t>Metropark</a:t>
            </a:r>
          </a:p>
        </p:txBody>
      </p:sp>
      <p:sp>
        <p:nvSpPr>
          <p:cNvPr id="17" name="文本框 16"/>
          <p:cNvSpPr txBox="1"/>
          <p:nvPr/>
        </p:nvSpPr>
        <p:spPr>
          <a:xfrm>
            <a:off x="808990" y="2559685"/>
            <a:ext cx="7224395" cy="2830195"/>
          </a:xfrm>
          <a:prstGeom prst="rect">
            <a:avLst/>
          </a:prstGeom>
          <a:noFill/>
          <a:effectLst>
            <a:outerShdw blurRad="50800" dist="50800" dir="5400000" algn="ctr" rotWithShape="0">
              <a:srgbClr val="000000">
                <a:alpha val="10000"/>
              </a:srgbClr>
            </a:outerShdw>
          </a:effectLst>
        </p:spPr>
        <p:txBody>
          <a:bodyPr wrap="square" rtlCol="0">
            <a:spAutoFit/>
          </a:bodyPr>
          <a:lstStyle/>
          <a:p>
            <a:pPr marL="269875" indent="-269875" defTabSz="1079500">
              <a:lnSpc>
                <a:spcPct val="200000"/>
              </a:lnSpc>
              <a:defRPr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3200" b="1" spc="3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rPr>
              <a:t>有眼界  更延界 </a:t>
            </a:r>
          </a:p>
          <a:p>
            <a:r>
              <a:rPr lang="zh-CN" altLang="en-US" sz="12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释放律动不止的城市活力，用真诚照亮每一位追梦者</a:t>
            </a:r>
            <a:endParaRPr lang="en-US" altLang="zh-CN" sz="12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a:p>
            <a:r>
              <a:rPr lang="zh-CN" altLang="en-US" sz="12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p>
          <a:p>
            <a:pPr algn="just" defTabSz="5598160">
              <a:lnSpc>
                <a:spcPts val="1800"/>
              </a:lnSpc>
            </a:pP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just" defTabSz="5598160">
              <a:lnSpc>
                <a:spcPts val="1800"/>
              </a:lnSpc>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维景源于活力之都香港，灵感来自“维多利亚港湾璀璨的风景”。</a:t>
            </a:r>
          </a:p>
          <a:p>
            <a:pPr algn="just" defTabSz="5598160">
              <a:lnSpc>
                <a:spcPts val="1800"/>
              </a:lnSpc>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香港</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24</a:t>
            </a: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小时律动不息，赋予维景灵动活力的品牌基因。</a:t>
            </a:r>
          </a:p>
          <a:p>
            <a:pPr algn="just" defTabSz="5598160">
              <a:lnSpc>
                <a:spcPts val="1800"/>
              </a:lnSpc>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我们无法停止喧闹，但可以创造安宁；我们无法跨越千山，但可以让目的地近在咫尺。</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just" defTabSz="5598160">
              <a:lnSpc>
                <a:spcPts val="1800"/>
              </a:lnSpc>
            </a:pP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just" defTabSz="5598160">
              <a:lnSpc>
                <a:spcPts val="1800"/>
              </a:lnSpc>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维景，用真诚照亮每一位追梦者</a:t>
            </a:r>
            <a:r>
              <a:rPr lang="en-US" altLang="zh-CN" sz="12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endParaRPr lang="en-US" altLang="zh-CN" sz="1200"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4" cstate="email"/>
          <a:stretch>
            <a:fillRect/>
          </a:stretch>
        </p:blipFill>
        <p:spPr>
          <a:xfrm>
            <a:off x="10056440" y="274114"/>
            <a:ext cx="1898336" cy="590126"/>
          </a:xfrm>
          <a:prstGeom prst="rect">
            <a:avLst/>
          </a:prstGeom>
        </p:spPr>
      </p:pic>
      <p:pic>
        <p:nvPicPr>
          <p:cNvPr id="4" name="图片 3" descr="维景酒店logo（新调色）"/>
          <p:cNvPicPr>
            <a:picLocks noChangeAspect="1"/>
          </p:cNvPicPr>
          <p:nvPr/>
        </p:nvPicPr>
        <p:blipFill>
          <a:blip r:embed="rId5" cstate="email"/>
          <a:srcRect/>
          <a:stretch>
            <a:fillRect/>
          </a:stretch>
        </p:blipFill>
        <p:spPr>
          <a:xfrm>
            <a:off x="767715" y="1773555"/>
            <a:ext cx="2369309" cy="911884"/>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email"/>
          <a:srcRect/>
          <a:stretch>
            <a:fillRect/>
          </a:stretch>
        </p:blipFill>
        <p:spPr>
          <a:xfrm>
            <a:off x="4285899" y="1165580"/>
            <a:ext cx="4663582" cy="2422776"/>
          </a:xfrm>
          <a:prstGeom prst="rect">
            <a:avLst/>
          </a:prstGeom>
        </p:spPr>
      </p:pic>
      <p:pic>
        <p:nvPicPr>
          <p:cNvPr id="22" name="图片 21"/>
          <p:cNvPicPr>
            <a:picLocks noChangeAspect="1"/>
          </p:cNvPicPr>
          <p:nvPr/>
        </p:nvPicPr>
        <p:blipFill rotWithShape="1">
          <a:blip r:embed="rId3" cstate="email"/>
          <a:srcRect/>
          <a:stretch>
            <a:fillRect/>
          </a:stretch>
        </p:blipFill>
        <p:spPr>
          <a:xfrm>
            <a:off x="-2580" y="3609274"/>
            <a:ext cx="4730660" cy="3201009"/>
          </a:xfrm>
          <a:prstGeom prst="rect">
            <a:avLst/>
          </a:prstGeom>
        </p:spPr>
      </p:pic>
      <p:pic>
        <p:nvPicPr>
          <p:cNvPr id="25" name="图片 24"/>
          <p:cNvPicPr>
            <a:picLocks noChangeAspect="1"/>
          </p:cNvPicPr>
          <p:nvPr/>
        </p:nvPicPr>
        <p:blipFill rotWithShape="1">
          <a:blip r:embed="rId4" cstate="email"/>
          <a:srcRect l="-292"/>
          <a:stretch>
            <a:fillRect/>
          </a:stretch>
        </p:blipFill>
        <p:spPr>
          <a:xfrm>
            <a:off x="-3864" y="1171439"/>
            <a:ext cx="4281301" cy="2437835"/>
          </a:xfrm>
          <a:prstGeom prst="rect">
            <a:avLst/>
          </a:prstGeom>
        </p:spPr>
      </p:pic>
      <p:pic>
        <p:nvPicPr>
          <p:cNvPr id="26" name="图片 25"/>
          <p:cNvPicPr>
            <a:picLocks noChangeAspect="1"/>
          </p:cNvPicPr>
          <p:nvPr/>
        </p:nvPicPr>
        <p:blipFill rotWithShape="1">
          <a:blip r:embed="rId5" cstate="email"/>
          <a:srcRect l="-500" r="-120"/>
          <a:stretch>
            <a:fillRect/>
          </a:stretch>
        </p:blipFill>
        <p:spPr>
          <a:xfrm>
            <a:off x="4696302" y="3612540"/>
            <a:ext cx="4359487" cy="3197744"/>
          </a:xfrm>
          <a:prstGeom prst="rect">
            <a:avLst/>
          </a:prstGeom>
        </p:spPr>
      </p:pic>
      <p:pic>
        <p:nvPicPr>
          <p:cNvPr id="27" name="图片 26"/>
          <p:cNvPicPr>
            <a:picLocks noChangeAspect="1"/>
          </p:cNvPicPr>
          <p:nvPr/>
        </p:nvPicPr>
        <p:blipFill rotWithShape="1">
          <a:blip r:embed="rId6" cstate="email"/>
          <a:srcRect/>
          <a:stretch>
            <a:fillRect/>
          </a:stretch>
        </p:blipFill>
        <p:spPr>
          <a:xfrm>
            <a:off x="8951595" y="948055"/>
            <a:ext cx="3235960" cy="5862320"/>
          </a:xfrm>
          <a:prstGeom prst="rect">
            <a:avLst/>
          </a:prstGeom>
        </p:spPr>
      </p:pic>
      <p:sp>
        <p:nvSpPr>
          <p:cNvPr id="5" name="文本框 4"/>
          <p:cNvSpPr txBox="1"/>
          <p:nvPr/>
        </p:nvSpPr>
        <p:spPr>
          <a:xfrm>
            <a:off x="-3536414" y="5993176"/>
            <a:ext cx="184731" cy="369332"/>
          </a:xfrm>
          <a:prstGeom prst="rect">
            <a:avLst/>
          </a:prstGeom>
          <a:noFill/>
        </p:spPr>
        <p:txBody>
          <a:bodyPr wrap="none" rtlCol="0">
            <a:spAutoFit/>
          </a:bodyPr>
          <a:lstStyle/>
          <a:p>
            <a:endParaRPr kumimoji="1" lang="zh-CN" altLang="en-US"/>
          </a:p>
        </p:txBody>
      </p:sp>
      <p:sp>
        <p:nvSpPr>
          <p:cNvPr id="44" name="文本框 43"/>
          <p:cNvSpPr txBox="1"/>
          <p:nvPr/>
        </p:nvSpPr>
        <p:spPr>
          <a:xfrm>
            <a:off x="62552" y="6479434"/>
            <a:ext cx="1249680" cy="306705"/>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武汉维景酒店</a:t>
            </a:r>
          </a:p>
        </p:txBody>
      </p:sp>
      <p:sp>
        <p:nvSpPr>
          <p:cNvPr id="47" name="文本框 46"/>
          <p:cNvSpPr txBox="1"/>
          <p:nvPr/>
        </p:nvSpPr>
        <p:spPr>
          <a:xfrm>
            <a:off x="4759857" y="6502506"/>
            <a:ext cx="1620957" cy="307777"/>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香港红磡维景酒店</a:t>
            </a:r>
          </a:p>
        </p:txBody>
      </p:sp>
      <p:sp>
        <p:nvSpPr>
          <p:cNvPr id="48" name="文本框 47"/>
          <p:cNvSpPr txBox="1"/>
          <p:nvPr/>
        </p:nvSpPr>
        <p:spPr>
          <a:xfrm>
            <a:off x="8976320" y="6505599"/>
            <a:ext cx="1620957" cy="307777"/>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上海吉臣维景酒店</a:t>
            </a:r>
          </a:p>
        </p:txBody>
      </p:sp>
      <p:sp>
        <p:nvSpPr>
          <p:cNvPr id="18" name="矩形 17"/>
          <p:cNvSpPr/>
          <p:nvPr/>
        </p:nvSpPr>
        <p:spPr>
          <a:xfrm>
            <a:off x="0" y="1"/>
            <a:ext cx="12192000" cy="1171440"/>
          </a:xfrm>
          <a:prstGeom prst="rect">
            <a:avLst/>
          </a:prstGeom>
          <a:solidFill>
            <a:schemeClr val="bg2">
              <a:lumMod val="25000"/>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pic>
        <p:nvPicPr>
          <p:cNvPr id="19" name="图片 18"/>
          <p:cNvPicPr>
            <a:picLocks noChangeAspect="1"/>
          </p:cNvPicPr>
          <p:nvPr/>
        </p:nvPicPr>
        <p:blipFill>
          <a:blip r:embed="rId7" cstate="email"/>
          <a:stretch>
            <a:fillRect/>
          </a:stretch>
        </p:blipFill>
        <p:spPr>
          <a:xfrm>
            <a:off x="409925" y="420670"/>
            <a:ext cx="368828" cy="458763"/>
          </a:xfrm>
          <a:prstGeom prst="rect">
            <a:avLst/>
          </a:prstGeom>
        </p:spPr>
      </p:pic>
      <p:sp>
        <p:nvSpPr>
          <p:cNvPr id="20" name="文本框 19"/>
          <p:cNvSpPr txBox="1"/>
          <p:nvPr/>
        </p:nvSpPr>
        <p:spPr>
          <a:xfrm>
            <a:off x="811568" y="413040"/>
            <a:ext cx="6796599" cy="461665"/>
          </a:xfrm>
          <a:prstGeom prst="rect">
            <a:avLst/>
          </a:prstGeom>
          <a:noFill/>
        </p:spPr>
        <p:txBody>
          <a:bodyPr wrap="square" rtlCol="0">
            <a:spAutoFit/>
          </a:bodyPr>
          <a:lstStyle/>
          <a:p>
            <a:r>
              <a:rPr lang="zh-CN" altLang="en-US" sz="2400" b="1" dirty="0">
                <a:solidFill>
                  <a:srgbClr val="DBB33C"/>
                </a:solidFill>
                <a:latin typeface="微软雅黑" panose="020B0503020204020204" charset="-122"/>
                <a:ea typeface="微软雅黑" panose="020B0503020204020204" charset="-122"/>
                <a:cs typeface="+mn-ea"/>
                <a:sym typeface="+mn-lt"/>
              </a:rPr>
              <a:t>维景</a:t>
            </a:r>
            <a:r>
              <a:rPr lang="en-US" altLang="zh-CN" sz="2400" b="1" dirty="0">
                <a:solidFill>
                  <a:srgbClr val="DBB33C"/>
                </a:solidFill>
                <a:latin typeface="微软雅黑" panose="020B0503020204020204" charset="-122"/>
                <a:ea typeface="微软雅黑" panose="020B0503020204020204" charset="-122"/>
                <a:cs typeface="+mn-ea"/>
                <a:sym typeface="+mn-lt"/>
              </a:rPr>
              <a:t>-</a:t>
            </a:r>
            <a:r>
              <a:rPr lang="zh-CN" altLang="en-US" sz="2400" b="1" dirty="0">
                <a:solidFill>
                  <a:srgbClr val="DBB33C"/>
                </a:solidFill>
                <a:latin typeface="微软雅黑" panose="020B0503020204020204" charset="-122"/>
                <a:ea typeface="微软雅黑" panose="020B0503020204020204" charset="-122"/>
                <a:cs typeface="+mn-ea"/>
                <a:sym typeface="+mn-lt"/>
              </a:rPr>
              <a:t>酒店分布 </a:t>
            </a:r>
            <a:r>
              <a:rPr lang="en-GB" altLang="zh-CN" sz="2400" b="1" dirty="0">
                <a:solidFill>
                  <a:srgbClr val="DBB33C"/>
                </a:solidFill>
                <a:latin typeface="微软雅黑" panose="020B0503020204020204" charset="-122"/>
                <a:ea typeface="微软雅黑" panose="020B0503020204020204" charset="-122"/>
                <a:cs typeface="+mn-ea"/>
                <a:sym typeface="+mn-lt"/>
              </a:rPr>
              <a:t>Hotel</a:t>
            </a:r>
            <a:r>
              <a:rPr lang="en-US" altLang="zh-CN" sz="2400" b="1" dirty="0">
                <a:solidFill>
                  <a:srgbClr val="DBB33C"/>
                </a:solidFill>
                <a:latin typeface="微软雅黑" panose="020B0503020204020204" charset="-122"/>
                <a:ea typeface="微软雅黑" panose="020B0503020204020204" charset="-122"/>
                <a:cs typeface="+mn-ea"/>
                <a:sym typeface="+mn-lt"/>
              </a:rPr>
              <a:t>s</a:t>
            </a:r>
            <a:r>
              <a:rPr lang="en-GB" altLang="zh-CN" sz="2400" b="1" dirty="0">
                <a:solidFill>
                  <a:srgbClr val="DBB33C"/>
                </a:solidFill>
                <a:latin typeface="微软雅黑" panose="020B0503020204020204" charset="-122"/>
                <a:ea typeface="微软雅黑" panose="020B0503020204020204" charset="-122"/>
                <a:cs typeface="+mn-ea"/>
                <a:sym typeface="+mn-lt"/>
              </a:rPr>
              <a:t> Layout</a:t>
            </a:r>
          </a:p>
        </p:txBody>
      </p:sp>
      <p:sp>
        <p:nvSpPr>
          <p:cNvPr id="24" name="文本框 23"/>
          <p:cNvSpPr txBox="1"/>
          <p:nvPr/>
        </p:nvSpPr>
        <p:spPr>
          <a:xfrm>
            <a:off x="4441115" y="3240706"/>
            <a:ext cx="1249680" cy="306705"/>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深圳维景酒店</a:t>
            </a:r>
          </a:p>
        </p:txBody>
      </p:sp>
      <p:sp>
        <p:nvSpPr>
          <p:cNvPr id="23" name="文本框 22"/>
          <p:cNvSpPr txBox="1"/>
          <p:nvPr/>
        </p:nvSpPr>
        <p:spPr>
          <a:xfrm>
            <a:off x="62552" y="3203090"/>
            <a:ext cx="1605280" cy="306705"/>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上海虹桥维景酒店</a:t>
            </a:r>
          </a:p>
        </p:txBody>
      </p:sp>
      <p:sp>
        <p:nvSpPr>
          <p:cNvPr id="28" name="矩形 27"/>
          <p:cNvSpPr/>
          <p:nvPr/>
        </p:nvSpPr>
        <p:spPr>
          <a:xfrm rot="5400000">
            <a:off x="4458950" y="-888363"/>
            <a:ext cx="45719" cy="89890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矩形 28"/>
          <p:cNvSpPr/>
          <p:nvPr/>
        </p:nvSpPr>
        <p:spPr>
          <a:xfrm>
            <a:off x="4700228" y="3621665"/>
            <a:ext cx="58346" cy="31977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0" name="矩形 29"/>
          <p:cNvSpPr/>
          <p:nvPr/>
        </p:nvSpPr>
        <p:spPr>
          <a:xfrm>
            <a:off x="8930601" y="1174707"/>
            <a:ext cx="45719" cy="5652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1" name="矩形 30"/>
          <p:cNvSpPr/>
          <p:nvPr/>
        </p:nvSpPr>
        <p:spPr>
          <a:xfrm>
            <a:off x="4251341" y="1171438"/>
            <a:ext cx="45719" cy="24502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4" name="图片 3" descr="维景酒店logo（新调色）"/>
          <p:cNvPicPr>
            <a:picLocks noChangeAspect="1"/>
          </p:cNvPicPr>
          <p:nvPr/>
        </p:nvPicPr>
        <p:blipFill>
          <a:blip r:embed="rId8" cstate="email"/>
          <a:srcRect/>
          <a:stretch>
            <a:fillRect/>
          </a:stretch>
        </p:blipFill>
        <p:spPr>
          <a:xfrm>
            <a:off x="10128250" y="332740"/>
            <a:ext cx="1938526" cy="746087"/>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cstate="email"/>
          <a:srcRect/>
          <a:stretch>
            <a:fillRect/>
          </a:stretch>
        </p:blipFill>
        <p:spPr>
          <a:xfrm>
            <a:off x="-5606" y="-22224"/>
            <a:ext cx="12191999" cy="6820344"/>
          </a:xfrm>
          <a:prstGeom prst="rect">
            <a:avLst/>
          </a:prstGeom>
        </p:spPr>
      </p:pic>
      <p:sp>
        <p:nvSpPr>
          <p:cNvPr id="5" name="文本框 4"/>
          <p:cNvSpPr txBox="1"/>
          <p:nvPr/>
        </p:nvSpPr>
        <p:spPr>
          <a:xfrm>
            <a:off x="-3536414" y="5993176"/>
            <a:ext cx="184731" cy="369332"/>
          </a:xfrm>
          <a:prstGeom prst="rect">
            <a:avLst/>
          </a:prstGeom>
          <a:noFill/>
        </p:spPr>
        <p:txBody>
          <a:bodyPr wrap="none" rtlCol="0">
            <a:spAutoFit/>
          </a:bodyPr>
          <a:lstStyle/>
          <a:p>
            <a:endParaRPr kumimoji="1" lang="zh-CN" altLang="en-US"/>
          </a:p>
        </p:txBody>
      </p:sp>
      <p:sp>
        <p:nvSpPr>
          <p:cNvPr id="18" name="矩形 17"/>
          <p:cNvSpPr/>
          <p:nvPr/>
        </p:nvSpPr>
        <p:spPr>
          <a:xfrm>
            <a:off x="0" y="1"/>
            <a:ext cx="12192000" cy="1171440"/>
          </a:xfrm>
          <a:prstGeom prst="rect">
            <a:avLst/>
          </a:prstGeom>
          <a:solidFill>
            <a:schemeClr val="bg2">
              <a:lumMod val="25000"/>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pic>
        <p:nvPicPr>
          <p:cNvPr id="19" name="图片 18"/>
          <p:cNvPicPr>
            <a:picLocks noChangeAspect="1"/>
          </p:cNvPicPr>
          <p:nvPr/>
        </p:nvPicPr>
        <p:blipFill>
          <a:blip r:embed="rId3" cstate="email"/>
          <a:stretch>
            <a:fillRect/>
          </a:stretch>
        </p:blipFill>
        <p:spPr>
          <a:xfrm>
            <a:off x="409925" y="420670"/>
            <a:ext cx="368828" cy="458763"/>
          </a:xfrm>
          <a:prstGeom prst="rect">
            <a:avLst/>
          </a:prstGeom>
        </p:spPr>
      </p:pic>
      <p:sp>
        <p:nvSpPr>
          <p:cNvPr id="20" name="文本框 19"/>
          <p:cNvSpPr txBox="1"/>
          <p:nvPr/>
        </p:nvSpPr>
        <p:spPr>
          <a:xfrm>
            <a:off x="811568" y="413040"/>
            <a:ext cx="6796599" cy="461665"/>
          </a:xfrm>
          <a:prstGeom prst="rect">
            <a:avLst/>
          </a:prstGeom>
          <a:noFill/>
        </p:spPr>
        <p:txBody>
          <a:bodyPr wrap="square" rtlCol="0">
            <a:spAutoFit/>
          </a:bodyPr>
          <a:lstStyle/>
          <a:p>
            <a:r>
              <a:rPr lang="zh-CN" altLang="en-US" sz="2400" b="1" dirty="0">
                <a:solidFill>
                  <a:srgbClr val="DBB33C"/>
                </a:solidFill>
                <a:latin typeface="微软雅黑" panose="020B0503020204020204" charset="-122"/>
                <a:ea typeface="微软雅黑" panose="020B0503020204020204" charset="-122"/>
                <a:cs typeface="+mn-ea"/>
                <a:sym typeface="+mn-lt"/>
              </a:rPr>
              <a:t>维景</a:t>
            </a:r>
            <a:r>
              <a:rPr lang="en-US" altLang="zh-CN" sz="2400" b="1" dirty="0">
                <a:solidFill>
                  <a:srgbClr val="DBB33C"/>
                </a:solidFill>
                <a:latin typeface="微软雅黑" panose="020B0503020204020204" charset="-122"/>
                <a:ea typeface="微软雅黑" panose="020B0503020204020204" charset="-122"/>
                <a:cs typeface="+mn-ea"/>
                <a:sym typeface="+mn-lt"/>
              </a:rPr>
              <a:t>-</a:t>
            </a:r>
            <a:r>
              <a:rPr lang="zh-CN" altLang="en-US" sz="2400" b="1" dirty="0">
                <a:solidFill>
                  <a:srgbClr val="DBB33C"/>
                </a:solidFill>
                <a:latin typeface="微软雅黑" panose="020B0503020204020204" charset="-122"/>
                <a:ea typeface="微软雅黑" panose="020B0503020204020204" charset="-122"/>
                <a:cs typeface="+mn-ea"/>
                <a:sym typeface="+mn-lt"/>
              </a:rPr>
              <a:t>酒店分布 </a:t>
            </a:r>
            <a:r>
              <a:rPr lang="en-GB" altLang="zh-CN" sz="2400" b="1" dirty="0">
                <a:solidFill>
                  <a:srgbClr val="DBB33C"/>
                </a:solidFill>
                <a:latin typeface="微软雅黑" panose="020B0503020204020204" charset="-122"/>
                <a:ea typeface="微软雅黑" panose="020B0503020204020204" charset="-122"/>
                <a:cs typeface="+mn-ea"/>
                <a:sym typeface="+mn-lt"/>
              </a:rPr>
              <a:t>Hotel</a:t>
            </a:r>
            <a:r>
              <a:rPr lang="en-US" altLang="zh-CN" sz="2400" b="1" dirty="0">
                <a:solidFill>
                  <a:srgbClr val="DBB33C"/>
                </a:solidFill>
                <a:latin typeface="微软雅黑" panose="020B0503020204020204" charset="-122"/>
                <a:ea typeface="微软雅黑" panose="020B0503020204020204" charset="-122"/>
                <a:cs typeface="+mn-ea"/>
                <a:sym typeface="+mn-lt"/>
              </a:rPr>
              <a:t>s</a:t>
            </a:r>
            <a:r>
              <a:rPr lang="en-GB" altLang="zh-CN" sz="2400" b="1" dirty="0">
                <a:solidFill>
                  <a:srgbClr val="DBB33C"/>
                </a:solidFill>
                <a:latin typeface="微软雅黑" panose="020B0503020204020204" charset="-122"/>
                <a:ea typeface="微软雅黑" panose="020B0503020204020204" charset="-122"/>
                <a:cs typeface="+mn-ea"/>
                <a:sym typeface="+mn-lt"/>
              </a:rPr>
              <a:t> Layout</a:t>
            </a:r>
          </a:p>
        </p:txBody>
      </p:sp>
      <p:sp>
        <p:nvSpPr>
          <p:cNvPr id="22" name="矩形 21"/>
          <p:cNvSpPr/>
          <p:nvPr/>
        </p:nvSpPr>
        <p:spPr>
          <a:xfrm>
            <a:off x="-5715" y="4672965"/>
            <a:ext cx="12197715" cy="2148205"/>
          </a:xfrm>
          <a:prstGeom prst="rect">
            <a:avLst/>
          </a:prstGeom>
          <a:solidFill>
            <a:schemeClr val="bg2">
              <a:lumMod val="25000"/>
              <a:alpha val="65000"/>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sp>
        <p:nvSpPr>
          <p:cNvPr id="23" name="文本框 10"/>
          <p:cNvSpPr txBox="1"/>
          <p:nvPr/>
        </p:nvSpPr>
        <p:spPr>
          <a:xfrm>
            <a:off x="596818" y="4941168"/>
            <a:ext cx="456910" cy="1554480"/>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sym typeface="+mn-ea"/>
              </a:rPr>
              <a:t>北京</a:t>
            </a: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上海</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sym typeface="+mn-ea"/>
              </a:rPr>
              <a:t>西安</a:t>
            </a: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盐城</a:t>
            </a:r>
          </a:p>
        </p:txBody>
      </p:sp>
      <p:sp>
        <p:nvSpPr>
          <p:cNvPr id="24" name="文本框 11"/>
          <p:cNvSpPr txBox="1"/>
          <p:nvPr/>
        </p:nvSpPr>
        <p:spPr>
          <a:xfrm>
            <a:off x="3503712" y="4941168"/>
            <a:ext cx="462777" cy="1554480"/>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澳门</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兰州</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敦煌</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福清</a:t>
            </a:r>
          </a:p>
        </p:txBody>
      </p:sp>
      <p:sp>
        <p:nvSpPr>
          <p:cNvPr id="25" name="文本框 13"/>
          <p:cNvSpPr txBox="1"/>
          <p:nvPr/>
        </p:nvSpPr>
        <p:spPr>
          <a:xfrm>
            <a:off x="2054070" y="4941168"/>
            <a:ext cx="449302" cy="1763395"/>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sym typeface="+mn-ea"/>
              </a:rPr>
              <a:t>香港</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泰州</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扬州</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拉萨</a:t>
            </a: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p:txBody>
      </p:sp>
      <p:sp>
        <p:nvSpPr>
          <p:cNvPr id="26" name="文本框 7"/>
          <p:cNvSpPr txBox="1"/>
          <p:nvPr/>
        </p:nvSpPr>
        <p:spPr>
          <a:xfrm>
            <a:off x="4966829" y="4941168"/>
            <a:ext cx="462776" cy="1554480"/>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重庆</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洛阳</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南通</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泰兴</a:t>
            </a:r>
          </a:p>
        </p:txBody>
      </p:sp>
      <p:sp>
        <p:nvSpPr>
          <p:cNvPr id="27" name="文本框 8"/>
          <p:cNvSpPr txBox="1"/>
          <p:nvPr/>
        </p:nvSpPr>
        <p:spPr>
          <a:xfrm>
            <a:off x="6429946" y="4941168"/>
            <a:ext cx="621516" cy="155448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rgbClr val="DBB33C"/>
                </a:solidFill>
              </a:rPr>
              <a:t>深圳</a:t>
            </a: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丽水</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开封</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张家口</a:t>
            </a:r>
          </a:p>
        </p:txBody>
      </p:sp>
      <p:sp>
        <p:nvSpPr>
          <p:cNvPr id="28" name="文本框 9"/>
          <p:cNvSpPr txBox="1"/>
          <p:nvPr/>
        </p:nvSpPr>
        <p:spPr>
          <a:xfrm>
            <a:off x="8051803" y="4941168"/>
            <a:ext cx="621516" cy="155448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保定</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防城港</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合肥</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惠州</a:t>
            </a:r>
          </a:p>
        </p:txBody>
      </p:sp>
      <p:sp>
        <p:nvSpPr>
          <p:cNvPr id="29" name="文本框 12"/>
          <p:cNvSpPr txBox="1"/>
          <p:nvPr/>
        </p:nvSpPr>
        <p:spPr>
          <a:xfrm>
            <a:off x="9673660" y="4941168"/>
            <a:ext cx="454420" cy="1554480"/>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酒泉</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韶关</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长治</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武汉</a:t>
            </a:r>
          </a:p>
        </p:txBody>
      </p:sp>
      <p:sp>
        <p:nvSpPr>
          <p:cNvPr id="30" name="文本框 15"/>
          <p:cNvSpPr txBox="1"/>
          <p:nvPr/>
        </p:nvSpPr>
        <p:spPr>
          <a:xfrm>
            <a:off x="11128417" y="4941168"/>
            <a:ext cx="454420" cy="1554480"/>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新余</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南昌</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rgbClr val="DBB33C"/>
                </a:solidFill>
              </a:rPr>
              <a:t>天津</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rgbClr val="DBB33C"/>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sz="1355">
                <a:solidFill>
                  <a:srgbClr val="DBB33C"/>
                </a:solidFill>
              </a:rPr>
              <a:t>……</a:t>
            </a:r>
          </a:p>
        </p:txBody>
      </p:sp>
      <p:sp>
        <p:nvSpPr>
          <p:cNvPr id="31" name="文本框 30"/>
          <p:cNvSpPr txBox="1"/>
          <p:nvPr/>
        </p:nvSpPr>
        <p:spPr>
          <a:xfrm>
            <a:off x="73229" y="4355032"/>
            <a:ext cx="1620957" cy="307777"/>
          </a:xfrm>
          <a:prstGeom prst="rect">
            <a:avLst/>
          </a:prstGeom>
          <a:noFill/>
        </p:spPr>
        <p:txBody>
          <a:bodyPr wrap="none" rtlCol="0">
            <a:spAutoFit/>
          </a:bodyPr>
          <a:lstStyle/>
          <a:p>
            <a:r>
              <a:rPr kumimoji="1" lang="zh-CN" altLang="en-US" sz="1400" dirty="0">
                <a:solidFill>
                  <a:srgbClr val="DBB33C"/>
                </a:solidFill>
                <a:highlight>
                  <a:srgbClr val="0A1933"/>
                </a:highlight>
                <a:latin typeface="微软雅黑" panose="020B0503020204020204" charset="-122"/>
                <a:ea typeface="微软雅黑" panose="020B0503020204020204" charset="-122"/>
              </a:rPr>
              <a:t>上海虹桥维景酒店</a:t>
            </a:r>
          </a:p>
        </p:txBody>
      </p:sp>
      <p:pic>
        <p:nvPicPr>
          <p:cNvPr id="4" name="图片 3" descr="维景酒店logo（新调色）"/>
          <p:cNvPicPr>
            <a:picLocks noChangeAspect="1"/>
          </p:cNvPicPr>
          <p:nvPr/>
        </p:nvPicPr>
        <p:blipFill>
          <a:blip r:embed="rId4" cstate="email"/>
          <a:srcRect/>
          <a:stretch>
            <a:fillRect/>
          </a:stretch>
        </p:blipFill>
        <p:spPr>
          <a:xfrm>
            <a:off x="10128250" y="332740"/>
            <a:ext cx="1938526" cy="746087"/>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roy.ma_Chinese_young_men_and_women_party_happy_get-together_hot_4070bb78-e680-4658-8ac5-e9419616db88"/>
          <p:cNvPicPr>
            <a:picLocks noChangeAspect="1"/>
          </p:cNvPicPr>
          <p:nvPr/>
        </p:nvPicPr>
        <p:blipFill rotWithShape="1">
          <a:blip r:embed="rId2" cstate="email"/>
          <a:srcRect l="-2"/>
          <a:stretch>
            <a:fillRect/>
          </a:stretch>
        </p:blipFill>
        <p:spPr>
          <a:xfrm>
            <a:off x="0" y="2"/>
            <a:ext cx="12192000" cy="6813550"/>
          </a:xfrm>
          <a:prstGeom prst="rect">
            <a:avLst/>
          </a:prstGeom>
        </p:spPr>
      </p:pic>
      <p:sp>
        <p:nvSpPr>
          <p:cNvPr id="12" name="矩形 11"/>
          <p:cNvSpPr/>
          <p:nvPr/>
        </p:nvSpPr>
        <p:spPr>
          <a:xfrm rot="16200000">
            <a:off x="1292970" y="-1293594"/>
            <a:ext cx="6812597" cy="9399152"/>
          </a:xfrm>
          <a:prstGeom prst="rect">
            <a:avLst/>
          </a:prstGeom>
          <a:gradFill>
            <a:gsLst>
              <a:gs pos="24000">
                <a:srgbClr val="C00000"/>
              </a:gs>
              <a:gs pos="100000">
                <a:schemeClr val="bg1">
                  <a:alpha val="0"/>
                </a:schemeClr>
              </a:gs>
            </a:gsLst>
            <a:lin ang="5400000" scaled="0"/>
          </a:gra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pic>
        <p:nvPicPr>
          <p:cNvPr id="2" name="图片 1"/>
          <p:cNvPicPr>
            <a:picLocks noChangeAspect="1"/>
          </p:cNvPicPr>
          <p:nvPr/>
        </p:nvPicPr>
        <p:blipFill>
          <a:blip r:embed="rId3" cstate="email"/>
          <a:stretch>
            <a:fillRect/>
          </a:stretch>
        </p:blipFill>
        <p:spPr>
          <a:xfrm>
            <a:off x="409925" y="395613"/>
            <a:ext cx="368828" cy="458763"/>
          </a:xfrm>
          <a:prstGeom prst="rect">
            <a:avLst/>
          </a:prstGeom>
        </p:spPr>
      </p:pic>
      <p:sp>
        <p:nvSpPr>
          <p:cNvPr id="3" name="文本框 2"/>
          <p:cNvSpPr txBox="1"/>
          <p:nvPr/>
        </p:nvSpPr>
        <p:spPr>
          <a:xfrm>
            <a:off x="767753" y="404493"/>
            <a:ext cx="6796599" cy="461665"/>
          </a:xfrm>
          <a:prstGeom prst="rect">
            <a:avLst/>
          </a:prstGeom>
          <a:noFill/>
        </p:spPr>
        <p:txBody>
          <a:bodyPr wrap="square" rtlCol="0">
            <a:sp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睿景 </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Kew</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Green</a:t>
            </a:r>
          </a:p>
        </p:txBody>
      </p:sp>
      <p:sp>
        <p:nvSpPr>
          <p:cNvPr id="83" name="内容占位符 2"/>
          <p:cNvSpPr txBox="1"/>
          <p:nvPr/>
        </p:nvSpPr>
        <p:spPr>
          <a:xfrm>
            <a:off x="911225" y="2467610"/>
            <a:ext cx="5736590" cy="2461260"/>
          </a:xfrm>
          <a:prstGeom prst="rect">
            <a:avLst/>
          </a:prstGeom>
          <a:ln w="12700">
            <a:miter lim="400000"/>
          </a:ln>
          <a:effectLst>
            <a:outerShdw blurRad="50800" dist="50800" dir="5400000" algn="ctr" rotWithShape="0">
              <a:srgbClr val="000000">
                <a:alpha val="10000"/>
              </a:srgbClr>
            </a:outerShdw>
          </a:effectLst>
        </p:spPr>
        <p:txBody>
          <a:bodyPr wrap="square" lIns="38738" rIns="38738">
            <a:spAutoFit/>
          </a:bodyPr>
          <a:lstStyle/>
          <a:p>
            <a:pPr indent="-269875" defTabSz="1079500">
              <a:lnSpc>
                <a:spcPct val="200000"/>
              </a:lnSpc>
              <a:defRPr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3200" b="1" cap="all" dirty="0">
                <a:solidFill>
                  <a:srgbClr val="00ACA2"/>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Arial" panose="020B0604020202020204" pitchFamily="34" charset="0"/>
              </a:rPr>
              <a:t>在睿景，聚一起，享自在</a:t>
            </a:r>
          </a:p>
          <a:p>
            <a:pPr indent="0" algn="just" defTabSz="5598160" fontAlgn="auto">
              <a:lnSpc>
                <a:spcPct val="150000"/>
              </a:lnSpc>
            </a:pPr>
            <a:r>
              <a:rPr sz="1200" dirty="0">
                <a:solidFill>
                  <a:schemeClr val="bg1"/>
                </a:solidFill>
                <a:latin typeface="黑体" panose="02010609060101010101" charset="-122"/>
                <a:ea typeface="黑体" panose="02010609060101010101" charset="-122"/>
                <a:cs typeface="思源黑体 ExtraLight" panose="020B0600000000000000" charset="-122"/>
                <a:sym typeface="Arial" panose="020B0604020202020204" pitchFamily="34" charset="0"/>
              </a:rPr>
              <a:t>与</a:t>
            </a:r>
            <a:r>
              <a:rPr sz="1200" dirty="0">
                <a:solidFill>
                  <a:schemeClr val="bg1"/>
                </a:solidFill>
                <a:latin typeface="微软雅黑" panose="020B0503020204020204" charset="-122"/>
                <a:ea typeface="微软雅黑" panose="020B0503020204020204" charset="-122"/>
                <a:cs typeface="思源黑体 ExtraLight" panose="020B0600000000000000" charset="-122"/>
                <a:sym typeface="Arial" panose="020B0604020202020204" pitchFamily="34" charset="0"/>
              </a:rPr>
              <a:t>伙伴相聚于此，感受超越传统的新奇妙趣</a:t>
            </a:r>
          </a:p>
          <a:p>
            <a:pPr indent="0" algn="just" defTabSz="5598160" fontAlgn="auto">
              <a:lnSpc>
                <a:spcPct val="150000"/>
              </a:lnSpc>
            </a:pPr>
            <a:endParaRPr lang="en-US" altLang="zh-CN" sz="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Arial" panose="020B0604020202020204" pitchFamily="34" charset="0"/>
            </a:endParaRPr>
          </a:p>
          <a:p>
            <a:pPr indent="0" algn="just" defTabSz="5598160" fontAlgn="auto">
              <a:lnSpc>
                <a:spcPct val="150000"/>
              </a:lnSpc>
            </a:pPr>
            <a:r>
              <a:rPr sz="1200" dirty="0">
                <a:solidFill>
                  <a:schemeClr val="bg1"/>
                </a:solidFill>
                <a:latin typeface="微软雅黑" panose="020B0503020204020204" charset="-122"/>
                <a:ea typeface="微软雅黑" panose="020B0503020204020204" charset="-122"/>
                <a:cs typeface="思源黑体 ExtraLight" panose="020B0600000000000000" charset="-122"/>
                <a:sym typeface="Arial" panose="020B0604020202020204" pitchFamily="34" charset="0"/>
              </a:rPr>
              <a:t>睿景提倡积极自信的生活态度，犹如传递乐观与希望的幸福树。</a:t>
            </a:r>
          </a:p>
          <a:p>
            <a:pPr indent="0" algn="just" defTabSz="5598160" fontAlgn="auto">
              <a:lnSpc>
                <a:spcPct val="150000"/>
              </a:lnSpc>
            </a:pPr>
            <a:r>
              <a:rPr sz="1200" dirty="0">
                <a:solidFill>
                  <a:schemeClr val="bg1"/>
                </a:solidFill>
                <a:latin typeface="微软雅黑" panose="020B0503020204020204" charset="-122"/>
                <a:ea typeface="微软雅黑" panose="020B0503020204020204" charset="-122"/>
                <a:cs typeface="思源黑体 ExtraLight" panose="020B0600000000000000" charset="-122"/>
                <a:sym typeface="Arial" panose="020B0604020202020204" pitchFamily="34" charset="0"/>
              </a:rPr>
              <a:t>它于都市中创造一片绿荫，吸引志同道合者欢聚交流，</a:t>
            </a:r>
          </a:p>
          <a:p>
            <a:pPr indent="0" algn="just" defTabSz="5598160" fontAlgn="auto">
              <a:lnSpc>
                <a:spcPct val="150000"/>
              </a:lnSpc>
            </a:pPr>
            <a:r>
              <a:rPr sz="1200" dirty="0">
                <a:solidFill>
                  <a:schemeClr val="bg1"/>
                </a:solidFill>
                <a:latin typeface="微软雅黑" panose="020B0503020204020204" charset="-122"/>
                <a:ea typeface="微软雅黑" panose="020B0503020204020204" charset="-122"/>
                <a:cs typeface="思源黑体 ExtraLight" panose="020B0600000000000000" charset="-122"/>
                <a:sym typeface="Arial" panose="020B0604020202020204" pitchFamily="34" charset="0"/>
              </a:rPr>
              <a:t>享受超越预期的新奇体验，沉浸自在舒适的乐享氛围。</a:t>
            </a:r>
            <a:endParaRPr lang="zh-CN" altLang="en-US" sz="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Arial" panose="020B0604020202020204" pitchFamily="34" charset="0"/>
            </a:endParaRPr>
          </a:p>
        </p:txBody>
      </p:sp>
      <p:pic>
        <p:nvPicPr>
          <p:cNvPr id="8" name="图片 7"/>
          <p:cNvPicPr>
            <a:picLocks noChangeAspect="1"/>
          </p:cNvPicPr>
          <p:nvPr/>
        </p:nvPicPr>
        <p:blipFill>
          <a:blip r:embed="rId4" cstate="email"/>
          <a:stretch>
            <a:fillRect/>
          </a:stretch>
        </p:blipFill>
        <p:spPr>
          <a:xfrm>
            <a:off x="9984432" y="225364"/>
            <a:ext cx="1954772" cy="683356"/>
          </a:xfrm>
          <a:prstGeom prst="rect">
            <a:avLst/>
          </a:prstGeom>
        </p:spPr>
      </p:pic>
      <p:pic>
        <p:nvPicPr>
          <p:cNvPr id="5" name="图片 4"/>
          <p:cNvPicPr>
            <a:picLocks noChangeAspect="1"/>
          </p:cNvPicPr>
          <p:nvPr/>
        </p:nvPicPr>
        <p:blipFill rotWithShape="1">
          <a:blip r:embed="rId5" cstate="email"/>
          <a:srcRect/>
          <a:stretch>
            <a:fillRect/>
          </a:stretch>
        </p:blipFill>
        <p:spPr>
          <a:xfrm>
            <a:off x="911424" y="1556792"/>
            <a:ext cx="2072368" cy="1002759"/>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微信图片_20240701132000"/>
          <p:cNvPicPr>
            <a:picLocks noChangeAspect="1"/>
          </p:cNvPicPr>
          <p:nvPr/>
        </p:nvPicPr>
        <p:blipFill>
          <a:blip r:embed="rId2" cstate="email"/>
          <a:srcRect/>
          <a:stretch>
            <a:fillRect/>
          </a:stretch>
        </p:blipFill>
        <p:spPr>
          <a:xfrm>
            <a:off x="8936925" y="0"/>
            <a:ext cx="3255075" cy="3782060"/>
          </a:xfrm>
          <a:prstGeom prst="rect">
            <a:avLst/>
          </a:prstGeom>
        </p:spPr>
      </p:pic>
      <p:pic>
        <p:nvPicPr>
          <p:cNvPr id="2" name="图片 1" descr="外观"/>
          <p:cNvPicPr>
            <a:picLocks noChangeAspect="1"/>
          </p:cNvPicPr>
          <p:nvPr/>
        </p:nvPicPr>
        <p:blipFill>
          <a:blip r:embed="rId3" cstate="email"/>
          <a:srcRect/>
          <a:stretch>
            <a:fillRect/>
          </a:stretch>
        </p:blipFill>
        <p:spPr>
          <a:xfrm>
            <a:off x="5564732" y="-8573"/>
            <a:ext cx="3376295" cy="3799205"/>
          </a:xfrm>
          <a:prstGeom prst="rect">
            <a:avLst/>
          </a:prstGeom>
        </p:spPr>
      </p:pic>
      <p:pic>
        <p:nvPicPr>
          <p:cNvPr id="7" name="图片 6" descr="07外景"/>
          <p:cNvPicPr>
            <a:picLocks noChangeAspect="1"/>
          </p:cNvPicPr>
          <p:nvPr/>
        </p:nvPicPr>
        <p:blipFill>
          <a:blip r:embed="rId4" cstate="email"/>
          <a:srcRect r="-3198"/>
          <a:stretch>
            <a:fillRect/>
          </a:stretch>
        </p:blipFill>
        <p:spPr>
          <a:xfrm>
            <a:off x="-24765" y="-40640"/>
            <a:ext cx="5777865" cy="3831590"/>
          </a:xfrm>
          <a:prstGeom prst="rect">
            <a:avLst/>
          </a:prstGeom>
        </p:spPr>
      </p:pic>
      <p:pic>
        <p:nvPicPr>
          <p:cNvPr id="6" name="图片 5"/>
          <p:cNvPicPr>
            <a:picLocks noChangeAspect="1"/>
          </p:cNvPicPr>
          <p:nvPr/>
        </p:nvPicPr>
        <p:blipFill rotWithShape="1">
          <a:blip r:embed="rId5" cstate="email"/>
          <a:srcRect r="-145"/>
          <a:stretch>
            <a:fillRect/>
          </a:stretch>
        </p:blipFill>
        <p:spPr>
          <a:xfrm>
            <a:off x="4739640" y="3789877"/>
            <a:ext cx="7452360" cy="3014041"/>
          </a:xfrm>
          <a:prstGeom prst="rect">
            <a:avLst/>
          </a:prstGeom>
        </p:spPr>
      </p:pic>
      <p:pic>
        <p:nvPicPr>
          <p:cNvPr id="21" name="图片 20"/>
          <p:cNvPicPr>
            <a:picLocks noChangeAspect="1"/>
          </p:cNvPicPr>
          <p:nvPr/>
        </p:nvPicPr>
        <p:blipFill rotWithShape="1">
          <a:blip r:embed="rId6" cstate="email"/>
          <a:srcRect/>
          <a:stretch>
            <a:fillRect/>
          </a:stretch>
        </p:blipFill>
        <p:spPr>
          <a:xfrm>
            <a:off x="-49870" y="3790951"/>
            <a:ext cx="4801870" cy="3006934"/>
          </a:xfrm>
          <a:prstGeom prst="rect">
            <a:avLst/>
          </a:prstGeom>
        </p:spPr>
      </p:pic>
      <p:sp>
        <p:nvSpPr>
          <p:cNvPr id="61" name="文本框 11"/>
          <p:cNvSpPr txBox="1"/>
          <p:nvPr/>
        </p:nvSpPr>
        <p:spPr>
          <a:xfrm>
            <a:off x="4371781" y="2145895"/>
            <a:ext cx="1002750" cy="418128"/>
          </a:xfrm>
          <a:prstGeom prst="rect">
            <a:avLst/>
          </a:prstGeom>
          <a:ln w="12700">
            <a:miter lim="400000"/>
          </a:ln>
        </p:spPr>
        <p:txBody>
          <a:bodyPr wrap="square" lIns="38738" rIns="38738">
            <a:spAutoFit/>
          </a:bodyPr>
          <a:lstStyle/>
          <a:p>
            <a:pP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600" dirty="0">
              <a:solidFill>
                <a:schemeClr val="bg1"/>
              </a:solidFill>
            </a:endParaRPr>
          </a:p>
        </p:txBody>
      </p:sp>
      <p:sp>
        <p:nvSpPr>
          <p:cNvPr id="69" name="文本框 12"/>
          <p:cNvSpPr txBox="1"/>
          <p:nvPr/>
        </p:nvSpPr>
        <p:spPr>
          <a:xfrm>
            <a:off x="10047519" y="2386777"/>
            <a:ext cx="415396" cy="274562"/>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p>
        </p:txBody>
      </p:sp>
      <p:sp>
        <p:nvSpPr>
          <p:cNvPr id="27" name="文本框 26"/>
          <p:cNvSpPr txBox="1"/>
          <p:nvPr/>
        </p:nvSpPr>
        <p:spPr>
          <a:xfrm>
            <a:off x="119187" y="3429203"/>
            <a:ext cx="1620957" cy="307777"/>
          </a:xfrm>
          <a:prstGeom prst="rect">
            <a:avLst/>
          </a:prstGeom>
          <a:noFill/>
        </p:spPr>
        <p:txBody>
          <a:bodyPr wrap="none" rtlCol="0">
            <a:spAutoFit/>
          </a:bodyPr>
          <a:lstStyle/>
          <a:p>
            <a:r>
              <a:rPr kumimoji="1" lang="zh-CN" altLang="en-US" sz="1400" dirty="0">
                <a:solidFill>
                  <a:schemeClr val="bg1"/>
                </a:solidFill>
                <a:highlight>
                  <a:srgbClr val="0A1833"/>
                </a:highlight>
                <a:latin typeface="微软雅黑" panose="020B0503020204020204" charset="-122"/>
                <a:ea typeface="微软雅黑" panose="020B0503020204020204" charset="-122"/>
              </a:rPr>
              <a:t>上海虹桥睿景酒店</a:t>
            </a:r>
          </a:p>
        </p:txBody>
      </p:sp>
      <p:sp>
        <p:nvSpPr>
          <p:cNvPr id="28" name="文本框 27"/>
          <p:cNvSpPr txBox="1"/>
          <p:nvPr/>
        </p:nvSpPr>
        <p:spPr>
          <a:xfrm>
            <a:off x="43746" y="6490107"/>
            <a:ext cx="1800493" cy="307777"/>
          </a:xfrm>
          <a:prstGeom prst="rect">
            <a:avLst/>
          </a:prstGeom>
          <a:noFill/>
        </p:spPr>
        <p:txBody>
          <a:bodyPr wrap="none" rtlCol="0">
            <a:spAutoFit/>
          </a:bodyPr>
          <a:lstStyle/>
          <a:p>
            <a:r>
              <a:rPr kumimoji="1" lang="zh-CN" altLang="en-US" sz="1400" dirty="0">
                <a:solidFill>
                  <a:schemeClr val="bg1"/>
                </a:solidFill>
                <a:highlight>
                  <a:srgbClr val="0A1833"/>
                </a:highlight>
                <a:latin typeface="微软雅黑" panose="020B0503020204020204" charset="-122"/>
                <a:ea typeface="微软雅黑" panose="020B0503020204020204" charset="-122"/>
              </a:rPr>
              <a:t>海口免税城睿景酒店</a:t>
            </a:r>
          </a:p>
        </p:txBody>
      </p:sp>
      <p:sp>
        <p:nvSpPr>
          <p:cNvPr id="29" name="文本框 28"/>
          <p:cNvSpPr txBox="1"/>
          <p:nvPr/>
        </p:nvSpPr>
        <p:spPr>
          <a:xfrm>
            <a:off x="4943872" y="6461386"/>
            <a:ext cx="1960880" cy="306705"/>
          </a:xfrm>
          <a:prstGeom prst="rect">
            <a:avLst/>
          </a:prstGeom>
          <a:noFill/>
        </p:spPr>
        <p:txBody>
          <a:bodyPr wrap="none" rtlCol="0">
            <a:spAutoFit/>
          </a:bodyPr>
          <a:lstStyle/>
          <a:p>
            <a:r>
              <a:rPr kumimoji="1" lang="zh-CN" altLang="en-US" sz="1400" dirty="0">
                <a:solidFill>
                  <a:schemeClr val="bg1"/>
                </a:solidFill>
                <a:highlight>
                  <a:srgbClr val="0A1833"/>
                </a:highlight>
                <a:latin typeface="微软雅黑" panose="020B0503020204020204" charset="-122"/>
                <a:ea typeface="微软雅黑" panose="020B0503020204020204" charset="-122"/>
              </a:rPr>
              <a:t>张家口雪如意睿景酒店</a:t>
            </a:r>
          </a:p>
        </p:txBody>
      </p:sp>
      <p:sp>
        <p:nvSpPr>
          <p:cNvPr id="5" name="文本框 4"/>
          <p:cNvSpPr txBox="1"/>
          <p:nvPr/>
        </p:nvSpPr>
        <p:spPr>
          <a:xfrm>
            <a:off x="5664642" y="3429203"/>
            <a:ext cx="1605280" cy="306705"/>
          </a:xfrm>
          <a:prstGeom prst="rect">
            <a:avLst/>
          </a:prstGeom>
          <a:noFill/>
        </p:spPr>
        <p:txBody>
          <a:bodyPr wrap="none" rtlCol="0">
            <a:spAutoFit/>
          </a:bodyPr>
          <a:lstStyle/>
          <a:p>
            <a:r>
              <a:rPr kumimoji="1" lang="zh-CN" altLang="en-US" sz="1400" dirty="0">
                <a:solidFill>
                  <a:schemeClr val="bg1"/>
                </a:solidFill>
                <a:highlight>
                  <a:srgbClr val="0A1833"/>
                </a:highlight>
                <a:latin typeface="微软雅黑" panose="020B0503020204020204" charset="-122"/>
                <a:ea typeface="微软雅黑" panose="020B0503020204020204" charset="-122"/>
              </a:rPr>
              <a:t>香港湾仔睿景酒店</a:t>
            </a:r>
          </a:p>
        </p:txBody>
      </p:sp>
      <p:sp>
        <p:nvSpPr>
          <p:cNvPr id="9" name="文本框 8"/>
          <p:cNvSpPr txBox="1"/>
          <p:nvPr/>
        </p:nvSpPr>
        <p:spPr>
          <a:xfrm>
            <a:off x="9048557" y="3429203"/>
            <a:ext cx="1249680" cy="306705"/>
          </a:xfrm>
          <a:prstGeom prst="rect">
            <a:avLst/>
          </a:prstGeom>
          <a:noFill/>
        </p:spPr>
        <p:txBody>
          <a:bodyPr wrap="none" rtlCol="0">
            <a:spAutoFit/>
          </a:bodyPr>
          <a:lstStyle/>
          <a:p>
            <a:r>
              <a:rPr kumimoji="1" lang="zh-CN" altLang="en-US" sz="1400" dirty="0">
                <a:solidFill>
                  <a:schemeClr val="bg1"/>
                </a:solidFill>
                <a:highlight>
                  <a:srgbClr val="0A1833"/>
                </a:highlight>
                <a:latin typeface="微软雅黑" panose="020B0503020204020204" charset="-122"/>
                <a:ea typeface="微软雅黑" panose="020B0503020204020204" charset="-122"/>
              </a:rPr>
              <a:t>深圳睿景酒店</a:t>
            </a:r>
          </a:p>
        </p:txBody>
      </p:sp>
      <p:sp>
        <p:nvSpPr>
          <p:cNvPr id="18" name="矩形 17"/>
          <p:cNvSpPr/>
          <p:nvPr/>
        </p:nvSpPr>
        <p:spPr>
          <a:xfrm rot="5400000">
            <a:off x="6055417" y="-2333461"/>
            <a:ext cx="45719" cy="12227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solidFill>
            </a:endParaRPr>
          </a:p>
        </p:txBody>
      </p:sp>
      <p:sp>
        <p:nvSpPr>
          <p:cNvPr id="19" name="矩形 18"/>
          <p:cNvSpPr/>
          <p:nvPr/>
        </p:nvSpPr>
        <p:spPr>
          <a:xfrm>
            <a:off x="5564093" y="-8891"/>
            <a:ext cx="45719" cy="37825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矩形 19"/>
          <p:cNvSpPr/>
          <p:nvPr/>
        </p:nvSpPr>
        <p:spPr>
          <a:xfrm>
            <a:off x="8923981" y="-8891"/>
            <a:ext cx="45719" cy="37825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2" name="矩形 21"/>
          <p:cNvSpPr/>
          <p:nvPr/>
        </p:nvSpPr>
        <p:spPr>
          <a:xfrm>
            <a:off x="4734753" y="3807142"/>
            <a:ext cx="45719" cy="2996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solidFill>
            </a:endParaRPr>
          </a:p>
        </p:txBody>
      </p:sp>
      <p:sp>
        <p:nvSpPr>
          <p:cNvPr id="35" name="矩形 34"/>
          <p:cNvSpPr/>
          <p:nvPr/>
        </p:nvSpPr>
        <p:spPr>
          <a:xfrm>
            <a:off x="-45469" y="-37474"/>
            <a:ext cx="12207875" cy="1583690"/>
          </a:xfrm>
          <a:prstGeom prst="rect">
            <a:avLst/>
          </a:prstGeom>
          <a:gradFill>
            <a:gsLst>
              <a:gs pos="24000">
                <a:srgbClr val="C00000">
                  <a:alpha val="62968"/>
                </a:srgbClr>
              </a:gs>
              <a:gs pos="99000">
                <a:schemeClr val="bg1">
                  <a:alpha val="0"/>
                </a:schemeClr>
              </a:gs>
            </a:gsLst>
            <a:lin ang="5400000" scaled="0"/>
          </a:gra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pic>
        <p:nvPicPr>
          <p:cNvPr id="24" name="图片 23"/>
          <p:cNvPicPr>
            <a:picLocks noChangeAspect="1"/>
          </p:cNvPicPr>
          <p:nvPr/>
        </p:nvPicPr>
        <p:blipFill>
          <a:blip r:embed="rId7" cstate="email"/>
          <a:stretch>
            <a:fillRect/>
          </a:stretch>
        </p:blipFill>
        <p:spPr>
          <a:xfrm>
            <a:off x="409925" y="395613"/>
            <a:ext cx="368828" cy="458763"/>
          </a:xfrm>
          <a:prstGeom prst="rect">
            <a:avLst/>
          </a:prstGeom>
        </p:spPr>
      </p:pic>
      <p:sp>
        <p:nvSpPr>
          <p:cNvPr id="25" name="文本框 24"/>
          <p:cNvSpPr txBox="1"/>
          <p:nvPr/>
        </p:nvSpPr>
        <p:spPr>
          <a:xfrm>
            <a:off x="811568" y="387983"/>
            <a:ext cx="6796599" cy="461665"/>
          </a:xfrm>
          <a:prstGeom prst="rect">
            <a:avLst/>
          </a:prstGeom>
          <a:noFill/>
        </p:spPr>
        <p:txBody>
          <a:bodyPr wrap="square" rtlCol="0">
            <a:sp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睿景</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酒店分布 </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Hotel</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s</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Layout</a:t>
            </a:r>
          </a:p>
        </p:txBody>
      </p:sp>
      <p:pic>
        <p:nvPicPr>
          <p:cNvPr id="26" name="图片 25"/>
          <p:cNvPicPr>
            <a:picLocks noChangeAspect="1"/>
          </p:cNvPicPr>
          <p:nvPr/>
        </p:nvPicPr>
        <p:blipFill rotWithShape="1">
          <a:blip r:embed="rId8" cstate="email"/>
          <a:srcRect/>
          <a:stretch>
            <a:fillRect/>
          </a:stretch>
        </p:blipFill>
        <p:spPr>
          <a:xfrm>
            <a:off x="10429307" y="181621"/>
            <a:ext cx="1378769" cy="667146"/>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email"/>
          <a:srcRect/>
          <a:stretch>
            <a:fillRect/>
          </a:stretch>
        </p:blipFill>
        <p:spPr>
          <a:xfrm>
            <a:off x="0" y="0"/>
            <a:ext cx="6122670" cy="4773930"/>
          </a:xfrm>
          <a:prstGeom prst="rect">
            <a:avLst/>
          </a:prstGeom>
        </p:spPr>
      </p:pic>
      <p:pic>
        <p:nvPicPr>
          <p:cNvPr id="38" name="图片 37"/>
          <p:cNvPicPr/>
          <p:nvPr/>
        </p:nvPicPr>
        <p:blipFill rotWithShape="1">
          <a:blip r:embed="rId3" cstate="email"/>
          <a:srcRect b="-174"/>
          <a:stretch>
            <a:fillRect/>
          </a:stretch>
        </p:blipFill>
        <p:spPr>
          <a:xfrm>
            <a:off x="8400415" y="0"/>
            <a:ext cx="3797300" cy="4791710"/>
          </a:xfrm>
          <a:prstGeom prst="rect">
            <a:avLst/>
          </a:prstGeom>
          <a:noFill/>
          <a:ln w="9525">
            <a:noFill/>
          </a:ln>
        </p:spPr>
      </p:pic>
      <p:sp>
        <p:nvSpPr>
          <p:cNvPr id="61" name="文本框 11"/>
          <p:cNvSpPr txBox="1"/>
          <p:nvPr/>
        </p:nvSpPr>
        <p:spPr>
          <a:xfrm>
            <a:off x="4371781" y="1982970"/>
            <a:ext cx="1002750" cy="418128"/>
          </a:xfrm>
          <a:prstGeom prst="rect">
            <a:avLst/>
          </a:prstGeom>
          <a:ln w="12700">
            <a:miter lim="400000"/>
          </a:ln>
        </p:spPr>
        <p:txBody>
          <a:bodyPr wrap="square" lIns="38738" rIns="38738">
            <a:spAutoFit/>
          </a:bodyPr>
          <a:lstStyle/>
          <a:p>
            <a:pP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600" dirty="0">
              <a:solidFill>
                <a:schemeClr val="bg1"/>
              </a:solidFill>
            </a:endParaRPr>
          </a:p>
        </p:txBody>
      </p:sp>
      <p:sp>
        <p:nvSpPr>
          <p:cNvPr id="66" name="文本框 7"/>
          <p:cNvSpPr txBox="1"/>
          <p:nvPr/>
        </p:nvSpPr>
        <p:spPr>
          <a:xfrm>
            <a:off x="4908043" y="1970151"/>
            <a:ext cx="2371272" cy="418128"/>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600" dirty="0">
              <a:solidFill>
                <a:schemeClr val="bg1"/>
              </a:solidFill>
            </a:endParaRPr>
          </a:p>
        </p:txBody>
      </p:sp>
      <p:sp>
        <p:nvSpPr>
          <p:cNvPr id="67" name="文本框 8"/>
          <p:cNvSpPr txBox="1"/>
          <p:nvPr/>
        </p:nvSpPr>
        <p:spPr>
          <a:xfrm>
            <a:off x="6925900" y="1982971"/>
            <a:ext cx="1346707" cy="418128"/>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600" dirty="0">
              <a:solidFill>
                <a:schemeClr val="bg1"/>
              </a:solidFill>
            </a:endParaRPr>
          </a:p>
        </p:txBody>
      </p:sp>
      <p:sp>
        <p:nvSpPr>
          <p:cNvPr id="68" name="文本框 9"/>
          <p:cNvSpPr txBox="1"/>
          <p:nvPr/>
        </p:nvSpPr>
        <p:spPr>
          <a:xfrm>
            <a:off x="8485520" y="1982970"/>
            <a:ext cx="1346707" cy="418128"/>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600" dirty="0">
              <a:solidFill>
                <a:schemeClr val="bg1"/>
              </a:solidFill>
            </a:endParaRPr>
          </a:p>
        </p:txBody>
      </p:sp>
      <p:sp>
        <p:nvSpPr>
          <p:cNvPr id="77" name="文本框 15"/>
          <p:cNvSpPr txBox="1"/>
          <p:nvPr/>
        </p:nvSpPr>
        <p:spPr>
          <a:xfrm>
            <a:off x="9967128" y="3661725"/>
            <a:ext cx="1483248" cy="418128"/>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600" dirty="0">
              <a:solidFill>
                <a:schemeClr val="bg1"/>
              </a:solidFill>
            </a:endParaRPr>
          </a:p>
        </p:txBody>
      </p:sp>
      <p:sp>
        <p:nvSpPr>
          <p:cNvPr id="47" name="文本框 46"/>
          <p:cNvSpPr txBox="1"/>
          <p:nvPr/>
        </p:nvSpPr>
        <p:spPr>
          <a:xfrm>
            <a:off x="50600" y="4315866"/>
            <a:ext cx="1620957" cy="307777"/>
          </a:xfrm>
          <a:prstGeom prst="rect">
            <a:avLst/>
          </a:prstGeom>
          <a:noFill/>
        </p:spPr>
        <p:txBody>
          <a:bodyPr wrap="none" rtlCol="0">
            <a:spAutoFit/>
          </a:bodyPr>
          <a:lstStyle/>
          <a:p>
            <a:r>
              <a:rPr kumimoji="1" lang="zh-CN" altLang="en-US" sz="1400" dirty="0">
                <a:solidFill>
                  <a:schemeClr val="bg1"/>
                </a:solidFill>
                <a:highlight>
                  <a:srgbClr val="0A1933"/>
                </a:highlight>
                <a:latin typeface="微软雅黑" panose="020B0503020204020204" charset="-122"/>
                <a:ea typeface="微软雅黑" panose="020B0503020204020204" charset="-122"/>
              </a:rPr>
              <a:t>深圳南山睿景酒店</a:t>
            </a:r>
          </a:p>
        </p:txBody>
      </p:sp>
      <p:sp>
        <p:nvSpPr>
          <p:cNvPr id="18" name="矩形 17"/>
          <p:cNvSpPr/>
          <p:nvPr/>
        </p:nvSpPr>
        <p:spPr>
          <a:xfrm>
            <a:off x="-635" y="4725035"/>
            <a:ext cx="12192635" cy="2090420"/>
          </a:xfrm>
          <a:prstGeom prst="rect">
            <a:avLst/>
          </a:prstGeom>
          <a:solidFill>
            <a:schemeClr val="bg2">
              <a:lumMod val="25000"/>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chemeClr val="bg1"/>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sp>
        <p:nvSpPr>
          <p:cNvPr id="19" name="文本框 10"/>
          <p:cNvSpPr txBox="1"/>
          <p:nvPr/>
        </p:nvSpPr>
        <p:spPr>
          <a:xfrm>
            <a:off x="1044642" y="4985082"/>
            <a:ext cx="456910" cy="1763395"/>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香港</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成都</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深圳</a:t>
            </a:r>
            <a:endParaRPr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武汉</a:t>
            </a:r>
            <a:endParaRPr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p:txBody>
      </p:sp>
      <p:sp>
        <p:nvSpPr>
          <p:cNvPr id="20" name="文本框 11"/>
          <p:cNvSpPr txBox="1"/>
          <p:nvPr/>
        </p:nvSpPr>
        <p:spPr>
          <a:xfrm>
            <a:off x="3992176" y="4985082"/>
            <a:ext cx="462777" cy="1972310"/>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上海</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盐城</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兰州</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邯郸</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p:txBody>
      </p:sp>
      <p:sp>
        <p:nvSpPr>
          <p:cNvPr id="21" name="文本框 13"/>
          <p:cNvSpPr txBox="1"/>
          <p:nvPr/>
        </p:nvSpPr>
        <p:spPr>
          <a:xfrm>
            <a:off x="2333625" y="4984918"/>
            <a:ext cx="668655" cy="1972310"/>
          </a:xfrm>
          <a:prstGeom prst="rect">
            <a:avLst/>
          </a:prstGeom>
          <a:ln w="12700">
            <a:miter lim="400000"/>
          </a:ln>
        </p:spPr>
        <p:txBody>
          <a:bodyPr wrap="square"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北京</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威海</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保定</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张家口</a:t>
            </a: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p:txBody>
      </p:sp>
      <p:sp>
        <p:nvSpPr>
          <p:cNvPr id="22" name="文本框 7"/>
          <p:cNvSpPr txBox="1"/>
          <p:nvPr/>
        </p:nvSpPr>
        <p:spPr>
          <a:xfrm>
            <a:off x="5298440" y="4984918"/>
            <a:ext cx="797560" cy="1972310"/>
          </a:xfrm>
          <a:prstGeom prst="rect">
            <a:avLst/>
          </a:prstGeom>
          <a:ln w="12700">
            <a:miter lim="400000"/>
          </a:ln>
        </p:spPr>
        <p:txBody>
          <a:bodyPr wrap="square"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海口</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sym typeface="+mn-ea"/>
              </a:rPr>
              <a:t>西安</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sym typeface="+mn-ea"/>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sym typeface="+mn-ea"/>
              </a:rPr>
              <a:t>乌鲁木齐</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chemeClr val="bg1"/>
                </a:solidFill>
                <a:sym typeface="+mn-ea"/>
              </a:rPr>
              <a:t>惠州</a:t>
            </a:r>
            <a:endParaRPr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p:txBody>
      </p:sp>
      <p:sp>
        <p:nvSpPr>
          <p:cNvPr id="23" name="文本框 8"/>
          <p:cNvSpPr txBox="1"/>
          <p:nvPr/>
        </p:nvSpPr>
        <p:spPr>
          <a:xfrm>
            <a:off x="6943810" y="4985082"/>
            <a:ext cx="621516" cy="1972310"/>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重庆</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chemeClr val="bg1"/>
                </a:solidFill>
                <a:sym typeface="+mn-ea"/>
              </a:rPr>
              <a:t>合肥</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焦作</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荔波</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p:txBody>
      </p:sp>
      <p:sp>
        <p:nvSpPr>
          <p:cNvPr id="24" name="文本框 9"/>
          <p:cNvSpPr txBox="1"/>
          <p:nvPr/>
        </p:nvSpPr>
        <p:spPr>
          <a:xfrm>
            <a:off x="8550427" y="4985082"/>
            <a:ext cx="621516" cy="1763395"/>
          </a:xfrm>
          <a:prstGeom prst="rect">
            <a:avLst/>
          </a:prstGeom>
          <a:ln w="12700">
            <a:miter lim="400000"/>
          </a:ln>
        </p:spPr>
        <p:txBody>
          <a:bodyPr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苏州</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孟连</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sym typeface="+mn-ea"/>
              </a:rPr>
              <a:t>新余</a:t>
            </a:r>
            <a:endParaRPr lang="zh-CN"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sym typeface="+mn-ea"/>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355">
                <a:solidFill>
                  <a:schemeClr val="bg1"/>
                </a:solidFill>
                <a:sym typeface="+mn-ea"/>
              </a:rPr>
              <a:t>樟树</a:t>
            </a:r>
            <a:endParaRPr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p:txBody>
      </p:sp>
      <p:sp>
        <p:nvSpPr>
          <p:cNvPr id="25" name="文本框 12"/>
          <p:cNvSpPr txBox="1"/>
          <p:nvPr/>
        </p:nvSpPr>
        <p:spPr>
          <a:xfrm>
            <a:off x="10289124" y="4985082"/>
            <a:ext cx="454420" cy="300355"/>
          </a:xfrm>
          <a:prstGeom prst="rect">
            <a:avLst/>
          </a:prstGeom>
          <a:ln w="12700">
            <a:miter lim="400000"/>
          </a:ln>
        </p:spPr>
        <p:txBody>
          <a:bodyPr lIns="38738" rIns="38738">
            <a:spAutoFit/>
          </a:bodyPr>
          <a:lstStyle/>
          <a:p>
            <a:pP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p:txBody>
      </p:sp>
      <p:sp>
        <p:nvSpPr>
          <p:cNvPr id="27" name="文本框 15"/>
          <p:cNvSpPr txBox="1"/>
          <p:nvPr/>
        </p:nvSpPr>
        <p:spPr>
          <a:xfrm>
            <a:off x="10123170" y="4991268"/>
            <a:ext cx="684530" cy="1763395"/>
          </a:xfrm>
          <a:prstGeom prst="rect">
            <a:avLst/>
          </a:prstGeom>
          <a:ln w="12700">
            <a:miter lim="400000"/>
          </a:ln>
        </p:spPr>
        <p:txBody>
          <a:bodyPr wrap="square" lIns="38738" rIns="38738">
            <a:spAutoFit/>
          </a:bodyPr>
          <a:lstStyle/>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rPr>
              <a:t>长春</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sym typeface="+mn-ea"/>
              </a:rPr>
              <a:t>延边</a:t>
            </a:r>
            <a:endParaRPr sz="1355">
              <a:solidFill>
                <a:schemeClr val="bg1"/>
              </a:solidFill>
              <a:sym typeface="+mn-ea"/>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355">
                <a:solidFill>
                  <a:schemeClr val="bg1"/>
                </a:solidFill>
                <a:sym typeface="+mn-ea"/>
              </a:rPr>
              <a:t>长白山</a:t>
            </a: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sym typeface="+mn-ea"/>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altLang="zh-CN" sz="1355">
                <a:solidFill>
                  <a:schemeClr val="bg1"/>
                </a:solidFill>
                <a:sym typeface="+mn-ea"/>
              </a:rPr>
              <a:t>……</a:t>
            </a:r>
            <a:endParaRPr lang="zh-CN" sz="1355">
              <a:solidFill>
                <a:schemeClr val="bg1"/>
              </a:solidFill>
            </a:endParaRPr>
          </a:p>
          <a:p>
            <a:pPr algn="ctr" defTabSz="1079500">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sz="1355">
              <a:solidFill>
                <a:schemeClr val="bg1"/>
              </a:solidFill>
            </a:endParaRPr>
          </a:p>
        </p:txBody>
      </p:sp>
      <p:sp>
        <p:nvSpPr>
          <p:cNvPr id="29" name="矩形 28"/>
          <p:cNvSpPr/>
          <p:nvPr/>
        </p:nvSpPr>
        <p:spPr>
          <a:xfrm>
            <a:off x="8370585" y="0"/>
            <a:ext cx="54566" cy="47251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矩形 34"/>
          <p:cNvSpPr/>
          <p:nvPr/>
        </p:nvSpPr>
        <p:spPr>
          <a:xfrm>
            <a:off x="-15702" y="0"/>
            <a:ext cx="12207698" cy="1556511"/>
          </a:xfrm>
          <a:prstGeom prst="rect">
            <a:avLst/>
          </a:prstGeom>
          <a:gradFill>
            <a:gsLst>
              <a:gs pos="24000">
                <a:srgbClr val="C00000">
                  <a:alpha val="29243"/>
                </a:srgbClr>
              </a:gs>
              <a:gs pos="100000">
                <a:schemeClr val="bg1">
                  <a:alpha val="0"/>
                </a:schemeClr>
              </a:gs>
            </a:gsLst>
            <a:lin ang="5400000" scaled="0"/>
          </a:gra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pic>
        <p:nvPicPr>
          <p:cNvPr id="49" name="图片 48"/>
          <p:cNvPicPr>
            <a:picLocks noChangeAspect="1"/>
          </p:cNvPicPr>
          <p:nvPr/>
        </p:nvPicPr>
        <p:blipFill>
          <a:blip r:embed="rId4" cstate="email"/>
          <a:stretch>
            <a:fillRect/>
          </a:stretch>
        </p:blipFill>
        <p:spPr>
          <a:xfrm>
            <a:off x="409925" y="395613"/>
            <a:ext cx="368828" cy="458763"/>
          </a:xfrm>
          <a:prstGeom prst="rect">
            <a:avLst/>
          </a:prstGeom>
        </p:spPr>
      </p:pic>
      <p:pic>
        <p:nvPicPr>
          <p:cNvPr id="43" name="图片 42"/>
          <p:cNvPicPr>
            <a:picLocks noChangeAspect="1"/>
          </p:cNvPicPr>
          <p:nvPr/>
        </p:nvPicPr>
        <p:blipFill rotWithShape="1">
          <a:blip r:embed="rId5" cstate="email"/>
          <a:srcRect/>
          <a:stretch>
            <a:fillRect/>
          </a:stretch>
        </p:blipFill>
        <p:spPr>
          <a:xfrm>
            <a:off x="10416540" y="260350"/>
            <a:ext cx="1335401" cy="599115"/>
          </a:xfrm>
          <a:prstGeom prst="rect">
            <a:avLst/>
          </a:prstGeom>
        </p:spPr>
      </p:pic>
      <p:pic>
        <p:nvPicPr>
          <p:cNvPr id="6" name="图片 5" descr="戴森吹风机"/>
          <p:cNvPicPr>
            <a:picLocks noChangeAspect="1"/>
          </p:cNvPicPr>
          <p:nvPr/>
        </p:nvPicPr>
        <p:blipFill>
          <a:blip r:embed="rId6" cstate="email"/>
          <a:srcRect/>
          <a:stretch>
            <a:fillRect/>
          </a:stretch>
        </p:blipFill>
        <p:spPr>
          <a:xfrm>
            <a:off x="5220000" y="0"/>
            <a:ext cx="3237865" cy="4723130"/>
          </a:xfrm>
          <a:prstGeom prst="rect">
            <a:avLst/>
          </a:prstGeom>
        </p:spPr>
      </p:pic>
      <p:sp>
        <p:nvSpPr>
          <p:cNvPr id="50" name="文本框 49"/>
          <p:cNvSpPr txBox="1"/>
          <p:nvPr/>
        </p:nvSpPr>
        <p:spPr>
          <a:xfrm>
            <a:off x="811568" y="387983"/>
            <a:ext cx="6796599" cy="461665"/>
          </a:xfrm>
          <a:prstGeom prst="rect">
            <a:avLst/>
          </a:prstGeom>
          <a:noFill/>
        </p:spPr>
        <p:txBody>
          <a:bodyPr wrap="square" rtlCol="0">
            <a:sp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睿景</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酒店分布 </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Hotels Layout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descr="/Users/roysmacbookpro2023/Desktop/G folder/198 中旅酒店集团/正式设计 LOGO/提案书/LINK/roy.ma_Light_and_shadow_of_bamboo_leaves_light_background_natur_1cbe556d-ba2e-46f4-a41b-b7fffc2324ee.pngroy.ma_Light_and_shadow_of_bamboo_leaves_light_background_natur_1cbe556d-ba2e-46f4-a41b-b7fffc2324ee"/>
          <p:cNvPicPr>
            <a:picLocks noChangeAspect="1"/>
          </p:cNvPicPr>
          <p:nvPr>
            <p:custDataLst>
              <p:tags r:id="rId1"/>
            </p:custDataLst>
          </p:nvPr>
        </p:nvPicPr>
        <p:blipFill rotWithShape="1">
          <a:blip r:embed="rId4" cstate="email"/>
          <a:srcRect/>
          <a:stretch>
            <a:fillRect/>
          </a:stretch>
        </p:blipFill>
        <p:spPr>
          <a:xfrm flipH="1">
            <a:off x="0" y="0"/>
            <a:ext cx="12192000" cy="6813549"/>
          </a:xfrm>
          <a:prstGeom prst="rect">
            <a:avLst/>
          </a:prstGeom>
        </p:spPr>
      </p:pic>
      <p:sp>
        <p:nvSpPr>
          <p:cNvPr id="9" name="矩形 8"/>
          <p:cNvSpPr/>
          <p:nvPr>
            <p:custDataLst>
              <p:tags r:id="rId2"/>
            </p:custDataLst>
          </p:nvPr>
        </p:nvSpPr>
        <p:spPr>
          <a:xfrm rot="16200000">
            <a:off x="397310" y="-397308"/>
            <a:ext cx="6813548" cy="7608168"/>
          </a:xfrm>
          <a:prstGeom prst="rect">
            <a:avLst/>
          </a:prstGeom>
          <a:gradFill>
            <a:gsLst>
              <a:gs pos="9000">
                <a:schemeClr val="accent1">
                  <a:lumMod val="5000"/>
                  <a:lumOff val="95000"/>
                  <a:alpha val="0"/>
                </a:schemeClr>
              </a:gs>
              <a:gs pos="72000">
                <a:srgbClr val="5D8C49"/>
              </a:gs>
            </a:gsLst>
            <a:lin ang="16260000" scaled="0"/>
          </a:gra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Heiti SC Light" panose="02000000000000000000" pitchFamily="2" charset="-128"/>
              <a:ea typeface="Heiti SC Light" panose="02000000000000000000" pitchFamily="2" charset="-128"/>
              <a:cs typeface="Arial" panose="020B0604020202020204" pitchFamily="34" charset="0"/>
              <a:sym typeface="Helvetica Neue Medium" panose="02000803000000090004"/>
            </a:endParaRPr>
          </a:p>
        </p:txBody>
      </p:sp>
      <p:pic>
        <p:nvPicPr>
          <p:cNvPr id="2" name="图片 1"/>
          <p:cNvPicPr>
            <a:picLocks noChangeAspect="1"/>
          </p:cNvPicPr>
          <p:nvPr/>
        </p:nvPicPr>
        <p:blipFill>
          <a:blip r:embed="rId5" cstate="email"/>
          <a:stretch>
            <a:fillRect/>
          </a:stretch>
        </p:blipFill>
        <p:spPr>
          <a:xfrm>
            <a:off x="409925" y="395613"/>
            <a:ext cx="368828" cy="458763"/>
          </a:xfrm>
          <a:prstGeom prst="rect">
            <a:avLst/>
          </a:prstGeom>
        </p:spPr>
      </p:pic>
      <p:sp>
        <p:nvSpPr>
          <p:cNvPr id="3" name="文本框 2"/>
          <p:cNvSpPr txBox="1"/>
          <p:nvPr/>
        </p:nvSpPr>
        <p:spPr>
          <a:xfrm>
            <a:off x="811568" y="387983"/>
            <a:ext cx="6796599" cy="460375"/>
          </a:xfrm>
          <a:prstGeom prst="rect">
            <a:avLst/>
          </a:prstGeom>
          <a:noFill/>
        </p:spPr>
        <p:txBody>
          <a:bodyPr wrap="square" rtlCol="0">
            <a:spAutoFit/>
          </a:bodyPr>
          <a:lstStyle/>
          <a:p>
            <a:r>
              <a:rPr lang="zh-CN" altLang="en-US" sz="2400" b="1" dirty="0">
                <a:solidFill>
                  <a:schemeClr val="bg1"/>
                </a:solidFill>
                <a:latin typeface="微软雅黑" panose="020B0503020204020204" charset="-122"/>
                <a:ea typeface="微软雅黑" panose="020B0503020204020204" charset="-122"/>
                <a:cs typeface="+mn-ea"/>
                <a:sym typeface="+mn-lt"/>
              </a:rPr>
              <a:t>旅居 </a:t>
            </a:r>
            <a:r>
              <a:rPr lang="en-GB" altLang="zh-CN" sz="2400" b="1" dirty="0" err="1">
                <a:solidFill>
                  <a:schemeClr val="bg1"/>
                </a:solidFill>
                <a:latin typeface="微软雅黑" panose="020B0503020204020204" charset="-122"/>
                <a:ea typeface="微软雅黑" panose="020B0503020204020204" charset="-122"/>
                <a:cs typeface="+mn-ea"/>
                <a:sym typeface="+mn-lt"/>
              </a:rPr>
              <a:t>Traveler</a:t>
            </a:r>
            <a:r>
              <a:rPr lang="en-US" altLang="en-GB" sz="2400" b="1" dirty="0" err="1">
                <a:solidFill>
                  <a:schemeClr val="bg1"/>
                </a:solidFill>
                <a:latin typeface="微软雅黑" panose="020B0503020204020204" charset="-122"/>
                <a:ea typeface="微软雅黑" panose="020B0503020204020204" charset="-122"/>
                <a:cs typeface="+mn-ea"/>
                <a:sym typeface="+mn-lt"/>
              </a:rPr>
              <a:t> </a:t>
            </a:r>
            <a:r>
              <a:rPr lang="en-GB" altLang="zh-CN" sz="2400" b="1" dirty="0" err="1">
                <a:solidFill>
                  <a:schemeClr val="bg1"/>
                </a:solidFill>
                <a:latin typeface="微软雅黑" panose="020B0503020204020204" charset="-122"/>
                <a:ea typeface="微软雅黑" panose="020B0503020204020204" charset="-122"/>
                <a:cs typeface="+mn-ea"/>
                <a:sym typeface="+mn-lt"/>
              </a:rPr>
              <a:t>Inn</a:t>
            </a:r>
            <a:endParaRPr lang="zh-CN" altLang="en-US" sz="2400" b="1" dirty="0">
              <a:solidFill>
                <a:schemeClr val="bg1"/>
              </a:solidFill>
              <a:latin typeface="微软雅黑" panose="020B0503020204020204" charset="-122"/>
              <a:ea typeface="微软雅黑" panose="020B0503020204020204" charset="-122"/>
              <a:cs typeface="+mn-ea"/>
              <a:sym typeface="+mn-lt"/>
            </a:endParaRPr>
          </a:p>
        </p:txBody>
      </p:sp>
      <p:pic>
        <p:nvPicPr>
          <p:cNvPr id="4" name="图片 3"/>
          <p:cNvPicPr>
            <a:picLocks noChangeAspect="1"/>
          </p:cNvPicPr>
          <p:nvPr/>
        </p:nvPicPr>
        <p:blipFill>
          <a:blip r:embed="rId6" cstate="email"/>
          <a:stretch>
            <a:fillRect/>
          </a:stretch>
        </p:blipFill>
        <p:spPr>
          <a:xfrm>
            <a:off x="9984432" y="252139"/>
            <a:ext cx="1954772" cy="683357"/>
          </a:xfrm>
          <a:prstGeom prst="rect">
            <a:avLst/>
          </a:prstGeom>
        </p:spPr>
      </p:pic>
      <p:sp>
        <p:nvSpPr>
          <p:cNvPr id="19" name="内容占位符 2"/>
          <p:cNvSpPr txBox="1"/>
          <p:nvPr/>
        </p:nvSpPr>
        <p:spPr>
          <a:xfrm>
            <a:off x="696159" y="2293296"/>
            <a:ext cx="11919671" cy="3484245"/>
          </a:xfrm>
          <a:prstGeom prst="rect">
            <a:avLst/>
          </a:prstGeom>
          <a:ln w="12700">
            <a:miter lim="400000"/>
          </a:ln>
          <a:effectLst>
            <a:outerShdw blurRad="50800" dist="50800" dir="5400000" algn="ctr" rotWithShape="0">
              <a:srgbClr val="000000">
                <a:alpha val="10000"/>
              </a:srgbClr>
            </a:outerShdw>
          </a:effectLst>
        </p:spPr>
        <p:txBody>
          <a:bodyPr wrap="square" lIns="38738" rIns="38738">
            <a:spAutoFit/>
          </a:bodyPr>
          <a:lstStyle/>
          <a:p>
            <a:pPr indent="-269875" defTabSz="1079500">
              <a:lnSpc>
                <a:spcPct val="200000"/>
              </a:lnSpc>
              <a:defRPr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3200" b="1" cap="all" dirty="0">
                <a:solidFill>
                  <a:schemeClr val="bg1"/>
                </a:solidFill>
                <a:latin typeface="微软雅黑" panose="020B0503020204020204" charset="-122"/>
                <a:ea typeface="微软雅黑" panose="020B0503020204020204" charset="-122"/>
                <a:sym typeface="黑体-简" panose="02000000000000000000" charset="-122"/>
              </a:rPr>
              <a:t>返璞归真 享受美好</a:t>
            </a:r>
            <a:endParaRPr lang="zh-CN" altLang="en-US" sz="1200" b="1" dirty="0">
              <a:solidFill>
                <a:schemeClr val="bg1"/>
              </a:solidFill>
              <a:latin typeface="微软雅黑" panose="020B0503020204020204" charset="-122"/>
              <a:ea typeface="微软雅黑" panose="020B0503020204020204" charset="-122"/>
              <a:cs typeface="思源黑体 ExtraLight" panose="020B0600000000000000" charset="-122"/>
              <a:sym typeface="Arial" panose="020B0604020202020204" pitchFamily="34" charset="0"/>
            </a:endParaRPr>
          </a:p>
          <a:p>
            <a:pPr indent="0" defTabSz="5599430" fontAlgn="auto" hangingPunct="0">
              <a:lnSpc>
                <a:spcPct val="150000"/>
              </a:lnSpc>
            </a:pPr>
            <a:r>
              <a:rPr lang="zh-CN" altLang="en-US" sz="1200" b="1" dirty="0">
                <a:solidFill>
                  <a:schemeClr val="bg1"/>
                </a:solidFill>
                <a:latin typeface="微软雅黑" panose="020B0503020204020204" charset="-122"/>
                <a:ea typeface="微软雅黑" panose="020B0503020204020204" charset="-122"/>
                <a:cs typeface="思源黑体 ExtraLight" panose="020B0600000000000000" charset="-122"/>
                <a:sym typeface="Arial" panose="020B0604020202020204" pitchFamily="34" charset="0"/>
              </a:rPr>
              <a:t>旅行之美归于其居，享受返璞归真的美好时刻</a:t>
            </a:r>
            <a:endParaRPr lang="en-US" altLang="zh-CN" sz="1200" b="1" dirty="0">
              <a:solidFill>
                <a:schemeClr val="bg1"/>
              </a:solidFill>
              <a:latin typeface="微软雅黑" panose="020B0503020204020204" charset="-122"/>
              <a:ea typeface="微软雅黑" panose="020B0503020204020204" charset="-122"/>
              <a:cs typeface="思源黑体 ExtraLight" panose="020B0600000000000000" charset="-122"/>
              <a:sym typeface="Arial" panose="020B0604020202020204" pitchFamily="34" charset="0"/>
            </a:endParaRPr>
          </a:p>
          <a:p>
            <a:pPr indent="0" defTabSz="5599430" fontAlgn="auto" hangingPunct="0">
              <a:lnSpc>
                <a:spcPct val="150000"/>
              </a:lnSpc>
            </a:pPr>
            <a:endParaRPr lang="en-US" altLang="zh-CN" sz="13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indent="0" fontAlgn="auto">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旅居，源自“返璞归真”的东方智慧，</a:t>
            </a:r>
          </a:p>
          <a:p>
            <a:pPr indent="0" fontAlgn="auto">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以新中式美学基调，精心营造旅途中可以安心停靠的家，</a:t>
            </a:r>
          </a:p>
          <a:p>
            <a:pPr indent="0" fontAlgn="auto">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让旅者卸下疲惫，从容感知，自得其乐。</a:t>
            </a:r>
            <a:endParaRPr lang="en-US" altLang="zh-CN" sz="14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nSpc>
                <a:spcPct val="200000"/>
              </a:lnSpc>
            </a:pPr>
            <a:endParaRPr lang="en-US" altLang="zh-CN" sz="1400" dirty="0">
              <a:solidFill>
                <a:schemeClr val="bg1"/>
              </a:solidFill>
              <a:latin typeface="微软雅黑" panose="020B0503020204020204" charset="-122"/>
              <a:ea typeface="微软雅黑" panose="020B0503020204020204" charset="-122"/>
            </a:endParaRPr>
          </a:p>
          <a:p>
            <a:pPr marL="0" marR="0" indent="0" defTabSz="5599430" rtl="0" fontAlgn="auto" latinLnBrk="0" hangingPunct="0">
              <a:lnSpc>
                <a:spcPct val="200000"/>
              </a:lnSpc>
              <a:spcBef>
                <a:spcPts val="0"/>
              </a:spcBef>
              <a:spcAft>
                <a:spcPts val="0"/>
              </a:spcAft>
              <a:buClrTx/>
              <a:buSzTx/>
              <a:buFontTx/>
              <a:buNone/>
            </a:pPr>
            <a:endParaRPr kumimoji="0" lang="zh-CN" altLang="en-US" sz="1400" u="none" strike="noStrike" cap="none" spc="0" normalizeH="0" baseline="0" dirty="0">
              <a:ln>
                <a:noFill/>
              </a:ln>
              <a:solidFill>
                <a:srgbClr val="5D5D5D"/>
              </a:solidFill>
              <a:effectLst/>
              <a:uFillTx/>
              <a:latin typeface="微软雅黑" panose="020B0503020204020204" charset="-122"/>
              <a:ea typeface="微软雅黑" panose="020B0503020204020204" charset="-122"/>
              <a:cs typeface="Source Han Sans SC ExtraLight" panose="020B0200000000000000" charset="-122"/>
              <a:sym typeface="Arial" panose="020B0604020202020204" pitchFamily="34" charset="0"/>
            </a:endParaRPr>
          </a:p>
        </p:txBody>
      </p:sp>
      <p:pic>
        <p:nvPicPr>
          <p:cNvPr id="20" name="图片 19" descr="旅居LOGO-配色单R"/>
          <p:cNvPicPr>
            <a:picLocks noChangeAspect="1"/>
          </p:cNvPicPr>
          <p:nvPr/>
        </p:nvPicPr>
        <p:blipFill>
          <a:blip r:embed="rId7" cstate="email"/>
          <a:stretch>
            <a:fillRect/>
          </a:stretch>
        </p:blipFill>
        <p:spPr>
          <a:xfrm>
            <a:off x="696159" y="1692273"/>
            <a:ext cx="2183353" cy="672778"/>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cstate="email"/>
          <a:srcRect/>
          <a:stretch>
            <a:fillRect/>
          </a:stretch>
        </p:blipFill>
        <p:spPr>
          <a:xfrm>
            <a:off x="-7342" y="-27384"/>
            <a:ext cx="5598417" cy="3624538"/>
          </a:xfrm>
          <a:prstGeom prst="rect">
            <a:avLst/>
          </a:prstGeom>
        </p:spPr>
      </p:pic>
      <p:pic>
        <p:nvPicPr>
          <p:cNvPr id="11" name="图片 10"/>
          <p:cNvPicPr>
            <a:picLocks noChangeAspect="1"/>
          </p:cNvPicPr>
          <p:nvPr/>
        </p:nvPicPr>
        <p:blipFill rotWithShape="1">
          <a:blip r:embed="rId4" cstate="email"/>
          <a:srcRect/>
          <a:stretch>
            <a:fillRect/>
          </a:stretch>
        </p:blipFill>
        <p:spPr>
          <a:xfrm>
            <a:off x="-8210" y="3369646"/>
            <a:ext cx="5591075" cy="3443904"/>
          </a:xfrm>
          <a:prstGeom prst="rect">
            <a:avLst/>
          </a:prstGeom>
        </p:spPr>
      </p:pic>
      <p:pic>
        <p:nvPicPr>
          <p:cNvPr id="1025" name="Picture 1" descr="page143image21142192"/>
          <p:cNvPicPr>
            <a:picLocks noChangeAspect="1" noChangeArrowheads="1"/>
          </p:cNvPicPr>
          <p:nvPr/>
        </p:nvPicPr>
        <p:blipFill rotWithShape="1">
          <a:blip r:embed="rId5" cstate="email"/>
          <a:srcRect/>
          <a:stretch>
            <a:fillRect/>
          </a:stretch>
        </p:blipFill>
        <p:spPr bwMode="auto">
          <a:xfrm>
            <a:off x="5591943" y="-27384"/>
            <a:ext cx="6600055" cy="684093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1"/>
            </p:custDataLst>
          </p:nvPr>
        </p:nvSpPr>
        <p:spPr>
          <a:xfrm>
            <a:off x="-1" y="0"/>
            <a:ext cx="12192000" cy="1391102"/>
          </a:xfrm>
          <a:prstGeom prst="rect">
            <a:avLst/>
          </a:prstGeom>
          <a:gradFill>
            <a:gsLst>
              <a:gs pos="9000">
                <a:schemeClr val="accent1">
                  <a:lumMod val="5000"/>
                  <a:lumOff val="95000"/>
                  <a:alpha val="0"/>
                </a:schemeClr>
              </a:gs>
              <a:gs pos="72000">
                <a:srgbClr val="5D8C49">
                  <a:alpha val="16765"/>
                </a:srgbClr>
              </a:gs>
            </a:gsLst>
            <a:lin ang="16260000" scaled="0"/>
          </a:gra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Heiti SC Light" panose="02000000000000000000" pitchFamily="2" charset="-128"/>
              <a:ea typeface="Heiti SC Light" panose="02000000000000000000" pitchFamily="2" charset="-128"/>
              <a:cs typeface="Arial" panose="020B0604020202020204" pitchFamily="34" charset="0"/>
              <a:sym typeface="Helvetica Neue Medium" panose="02000803000000090004"/>
            </a:endParaRPr>
          </a:p>
        </p:txBody>
      </p:sp>
      <p:pic>
        <p:nvPicPr>
          <p:cNvPr id="49" name="图片 48"/>
          <p:cNvPicPr>
            <a:picLocks noChangeAspect="1"/>
          </p:cNvPicPr>
          <p:nvPr/>
        </p:nvPicPr>
        <p:blipFill>
          <a:blip r:embed="rId6" cstate="email"/>
          <a:stretch>
            <a:fillRect/>
          </a:stretch>
        </p:blipFill>
        <p:spPr>
          <a:xfrm>
            <a:off x="409925" y="395613"/>
            <a:ext cx="368828" cy="458763"/>
          </a:xfrm>
          <a:prstGeom prst="rect">
            <a:avLst/>
          </a:prstGeom>
        </p:spPr>
      </p:pic>
      <p:sp>
        <p:nvSpPr>
          <p:cNvPr id="50" name="文本框 49"/>
          <p:cNvSpPr txBox="1"/>
          <p:nvPr/>
        </p:nvSpPr>
        <p:spPr>
          <a:xfrm>
            <a:off x="811568" y="387983"/>
            <a:ext cx="6796599" cy="461665"/>
          </a:xfrm>
          <a:prstGeom prst="rect">
            <a:avLst/>
          </a:prstGeom>
          <a:noFill/>
        </p:spPr>
        <p:txBody>
          <a:bodyPr wrap="square" rtlCol="0">
            <a:sp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旅居</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酒店分布 </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Hotels Layout</a:t>
            </a:r>
            <a:endPar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pic>
        <p:nvPicPr>
          <p:cNvPr id="1028" name="Picture 4" descr="page11image4925184"/>
          <p:cNvPicPr>
            <a:picLocks noChangeAspect="1" noChangeArrowheads="1"/>
          </p:cNvPicPr>
          <p:nvPr/>
        </p:nvPicPr>
        <p:blipFill>
          <a:blip r:embed="rId7"/>
          <a:srcRect/>
          <a:stretch>
            <a:fillRect/>
          </a:stretch>
        </p:blipFill>
        <p:spPr bwMode="auto">
          <a:xfrm>
            <a:off x="0" y="0"/>
            <a:ext cx="1879600" cy="368300"/>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p:cNvSpPr/>
          <p:nvPr/>
        </p:nvSpPr>
        <p:spPr>
          <a:xfrm rot="5400000">
            <a:off x="6070337" y="-2729530"/>
            <a:ext cx="57678" cy="121983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p:cNvSpPr/>
          <p:nvPr/>
        </p:nvSpPr>
        <p:spPr>
          <a:xfrm>
            <a:off x="5577106" y="-27384"/>
            <a:ext cx="46784" cy="68409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p:cNvSpPr/>
          <p:nvPr/>
        </p:nvSpPr>
        <p:spPr>
          <a:xfrm>
            <a:off x="-6474" y="3323568"/>
            <a:ext cx="12197605" cy="682197"/>
          </a:xfrm>
          <a:prstGeom prst="rect">
            <a:avLst/>
          </a:prstGeom>
          <a:solidFill>
            <a:schemeClr val="bg2">
              <a:lumMod val="25000"/>
              <a:alpha val="72271"/>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sp>
        <p:nvSpPr>
          <p:cNvPr id="12" name="文本框 10"/>
          <p:cNvSpPr txBox="1"/>
          <p:nvPr/>
        </p:nvSpPr>
        <p:spPr>
          <a:xfrm>
            <a:off x="691728" y="3440701"/>
            <a:ext cx="10801200" cy="377411"/>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1400" dirty="0">
                <a:solidFill>
                  <a:schemeClr val="bg1"/>
                </a:solidFill>
              </a:rPr>
              <a:t>北京 香港 深圳 长春 延边 长白山 西安 兰州 宜春</a:t>
            </a:r>
            <a:r>
              <a:rPr lang="en-US" altLang="zh-CN" sz="1400" dirty="0">
                <a:solidFill>
                  <a:schemeClr val="bg1"/>
                </a:solidFill>
              </a:rPr>
              <a:t>……</a:t>
            </a:r>
            <a:r>
              <a:rPr lang="zh-CN" altLang="en-US" sz="1400" dirty="0">
                <a:solidFill>
                  <a:schemeClr val="bg1"/>
                </a:solidFill>
              </a:rPr>
              <a:t>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cstate="email"/>
          <a:srcRect/>
          <a:stretch>
            <a:fillRect/>
          </a:stretch>
        </p:blipFill>
        <p:spPr>
          <a:xfrm>
            <a:off x="0" y="1"/>
            <a:ext cx="12192000" cy="6813550"/>
          </a:xfrm>
          <a:prstGeom prst="rect">
            <a:avLst/>
          </a:prstGeom>
        </p:spPr>
      </p:pic>
      <p:sp>
        <p:nvSpPr>
          <p:cNvPr id="10" name="矩形 9"/>
          <p:cNvSpPr/>
          <p:nvPr/>
        </p:nvSpPr>
        <p:spPr>
          <a:xfrm rot="16200000">
            <a:off x="1441425" y="-1441425"/>
            <a:ext cx="6813550" cy="9696400"/>
          </a:xfrm>
          <a:prstGeom prst="rect">
            <a:avLst/>
          </a:prstGeom>
          <a:gradFill>
            <a:gsLst>
              <a:gs pos="34000">
                <a:srgbClr val="6582AA">
                  <a:alpha val="92663"/>
                </a:srgbClr>
              </a:gs>
              <a:gs pos="100000">
                <a:schemeClr val="bg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 name="图片 1"/>
          <p:cNvPicPr>
            <a:picLocks noChangeAspect="1"/>
          </p:cNvPicPr>
          <p:nvPr/>
        </p:nvPicPr>
        <p:blipFill>
          <a:blip r:embed="rId3" cstate="email"/>
          <a:stretch>
            <a:fillRect/>
          </a:stretch>
        </p:blipFill>
        <p:spPr>
          <a:xfrm>
            <a:off x="409925" y="395613"/>
            <a:ext cx="368828" cy="458763"/>
          </a:xfrm>
          <a:prstGeom prst="rect">
            <a:avLst/>
          </a:prstGeom>
        </p:spPr>
      </p:pic>
      <p:sp>
        <p:nvSpPr>
          <p:cNvPr id="3" name="文本框 2"/>
          <p:cNvSpPr txBox="1"/>
          <p:nvPr/>
        </p:nvSpPr>
        <p:spPr>
          <a:xfrm>
            <a:off x="811568" y="387983"/>
            <a:ext cx="6796599" cy="461665"/>
          </a:xfrm>
          <a:prstGeom prst="rect">
            <a:avLst/>
          </a:prstGeom>
          <a:noFill/>
        </p:spPr>
        <p:txBody>
          <a:bodyPr wrap="square" rtlCol="0">
            <a:sp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丽都公寓 </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Lido</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Serviced</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Residence</a:t>
            </a:r>
          </a:p>
        </p:txBody>
      </p:sp>
      <p:sp>
        <p:nvSpPr>
          <p:cNvPr id="57" name="内容占位符 2"/>
          <p:cNvSpPr txBox="1"/>
          <p:nvPr/>
        </p:nvSpPr>
        <p:spPr>
          <a:xfrm>
            <a:off x="842376" y="2429912"/>
            <a:ext cx="10584804" cy="3384550"/>
          </a:xfrm>
          <a:prstGeom prst="rect">
            <a:avLst/>
          </a:prstGeom>
          <a:ln w="12700">
            <a:miter lim="400000"/>
          </a:ln>
          <a:effectLst>
            <a:outerShdw blurRad="50800" dist="50800" dir="5400000" algn="ctr" rotWithShape="0">
              <a:srgbClr val="000000">
                <a:alpha val="10000"/>
              </a:srgbClr>
            </a:outerShdw>
          </a:effectLst>
        </p:spPr>
        <p:txBody>
          <a:bodyPr wrap="square" lIns="38738" rIns="38738">
            <a:spAutoFit/>
          </a:bodyPr>
          <a:lstStyle/>
          <a:p>
            <a:pPr indent="-539750" defTabSz="1079500" eaLnBrk="1">
              <a:lnSpc>
                <a:spcPct val="20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3200" b="1" dirty="0">
                <a:solidFill>
                  <a:schemeClr val="bg1"/>
                </a:solidFill>
                <a:sym typeface="Calibri" panose="020F0502020204030204"/>
              </a:rPr>
              <a:t>理想生活之选</a:t>
            </a:r>
            <a:endParaRPr lang="en-US" altLang="zh-CN" sz="3200" b="1" dirty="0">
              <a:solidFill>
                <a:schemeClr val="bg1"/>
              </a:solidFill>
              <a:sym typeface="Calibri" panose="020F0502020204030204"/>
            </a:endParaRPr>
          </a:p>
          <a:p>
            <a:pPr indent="-539750" defTabSz="1079500" fontAlgn="auto">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1400" b="1" dirty="0">
                <a:solidFill>
                  <a:schemeClr val="bg1"/>
                </a:solidFill>
                <a:sym typeface="Calibri" panose="020F0502020204030204"/>
              </a:rPr>
              <a:t>品质生活 人文舒适服务 高端社群</a:t>
            </a:r>
            <a:endParaRPr lang="en-US" altLang="zh-CN" sz="1400" b="1" dirty="0">
              <a:solidFill>
                <a:schemeClr val="bg1"/>
              </a:solidFill>
              <a:sym typeface="Calibri" panose="020F0502020204030204"/>
            </a:endParaRPr>
          </a:p>
          <a:p>
            <a:pPr fontAlgn="auto">
              <a:lnSpc>
                <a:spcPct val="150000"/>
              </a:lnSpc>
            </a:pPr>
            <a:r>
              <a:rPr lang="zh-CN" altLang="en-US" sz="1400" b="1" dirty="0">
                <a:solidFill>
                  <a:schemeClr val="bg1"/>
                </a:solidFill>
                <a:latin typeface="微软雅黑" panose="020B0503020204020204" charset="-122"/>
                <a:ea typeface="微软雅黑" panose="020B0503020204020204" charset="-122"/>
              </a:rPr>
              <a:t>高品质的尊享生活，以全面、高效、人文的五星级服务</a:t>
            </a:r>
            <a:endParaRPr lang="en-US" altLang="zh-CN" sz="1400" b="1" dirty="0">
              <a:solidFill>
                <a:schemeClr val="bg1"/>
              </a:solidFill>
              <a:latin typeface="微软雅黑" panose="020B0503020204020204" charset="-122"/>
              <a:ea typeface="微软雅黑" panose="020B0503020204020204" charset="-122"/>
            </a:endParaRPr>
          </a:p>
          <a:p>
            <a:pPr fontAlgn="auto">
              <a:lnSpc>
                <a:spcPct val="150000"/>
              </a:lnSpc>
            </a:pPr>
            <a:endParaRPr lang="en-US" altLang="zh-CN" sz="1400" b="1" dirty="0">
              <a:solidFill>
                <a:schemeClr val="bg1"/>
              </a:solidFill>
              <a:latin typeface="微软雅黑" panose="020B0503020204020204" charset="-122"/>
              <a:ea typeface="微软雅黑" panose="020B0503020204020204" charset="-122"/>
              <a:sym typeface="Calibri" panose="020F0502020204030204"/>
            </a:endParaRPr>
          </a:p>
          <a:p>
            <a:pPr indent="-539750" defTabSz="1079500" fontAlgn="auto">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altLang="zh-CN" sz="1400" dirty="0">
                <a:solidFill>
                  <a:schemeClr val="bg1"/>
                </a:solidFill>
                <a:sym typeface="Calibri" panose="020F0502020204030204"/>
              </a:rPr>
              <a:t>1</a:t>
            </a:r>
            <a:r>
              <a:rPr lang="zh-CN" altLang="en-US" sz="1400" dirty="0">
                <a:solidFill>
                  <a:schemeClr val="bg1"/>
                </a:solidFill>
                <a:sym typeface="Calibri" panose="020F0502020204030204"/>
              </a:rPr>
              <a:t>98</a:t>
            </a:r>
            <a:r>
              <a:rPr lang="en-US" altLang="zh-CN" sz="1400" dirty="0">
                <a:solidFill>
                  <a:schemeClr val="bg1"/>
                </a:solidFill>
                <a:sym typeface="Calibri" panose="020F0502020204030204"/>
              </a:rPr>
              <a:t>6</a:t>
            </a:r>
            <a:r>
              <a:rPr lang="zh-CN" altLang="en-US" sz="1400" dirty="0">
                <a:solidFill>
                  <a:schemeClr val="bg1"/>
                </a:solidFill>
                <a:sym typeface="Calibri" panose="020F0502020204030204"/>
              </a:rPr>
              <a:t>年开业，</a:t>
            </a:r>
            <a:r>
              <a:rPr lang="zh-CN" altLang="en-US" b="1" dirty="0">
                <a:solidFill>
                  <a:srgbClr val="1A4A19"/>
                </a:solidFill>
                <a:sym typeface="Calibri" panose="020F0502020204030204"/>
              </a:rPr>
              <a:t>国内第一家涉外服务式公寓，</a:t>
            </a:r>
            <a:endParaRPr lang="en-US" altLang="zh-CN" b="1" dirty="0">
              <a:solidFill>
                <a:schemeClr val="bg1"/>
              </a:solidFill>
              <a:sym typeface="Calibri" panose="020F0502020204030204"/>
            </a:endParaRPr>
          </a:p>
          <a:p>
            <a:pPr indent="-539750" defTabSz="1079500" fontAlgn="auto">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sz="1400" dirty="0">
                <a:solidFill>
                  <a:schemeClr val="bg1"/>
                </a:solidFill>
              </a:rPr>
              <a:t>品牌</a:t>
            </a:r>
            <a:r>
              <a:rPr sz="1400" dirty="0" err="1">
                <a:solidFill>
                  <a:schemeClr val="bg1"/>
                </a:solidFill>
              </a:rPr>
              <a:t>传承经典</a:t>
            </a:r>
            <a:r>
              <a:rPr lang="zh-CN" sz="1400" dirty="0">
                <a:solidFill>
                  <a:schemeClr val="bg1"/>
                </a:solidFill>
              </a:rPr>
              <a:t>，</a:t>
            </a:r>
            <a:r>
              <a:rPr sz="1400" dirty="0" err="1">
                <a:solidFill>
                  <a:schemeClr val="bg1"/>
                </a:solidFill>
              </a:rPr>
              <a:t>倡导高品质的尊享生活</a:t>
            </a:r>
            <a:r>
              <a:rPr sz="1400" dirty="0">
                <a:solidFill>
                  <a:schemeClr val="bg1"/>
                </a:solidFill>
              </a:rPr>
              <a:t>，</a:t>
            </a:r>
            <a:endParaRPr lang="en-US" sz="1400" dirty="0">
              <a:solidFill>
                <a:schemeClr val="bg1"/>
              </a:solidFill>
            </a:endParaRPr>
          </a:p>
          <a:p>
            <a:pPr indent="-539750" defTabSz="1079500" fontAlgn="auto">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400" dirty="0" err="1">
                <a:solidFill>
                  <a:schemeClr val="bg1"/>
                </a:solidFill>
              </a:rPr>
              <a:t>以全面、高效、人文的五星级服务</a:t>
            </a:r>
            <a:r>
              <a:rPr lang="zh-CN" sz="1400" dirty="0">
                <a:solidFill>
                  <a:schemeClr val="bg1"/>
                </a:solidFill>
                <a:sym typeface="+mn-ea"/>
              </a:rPr>
              <a:t>着力打造舒适性、环保节能和数字化的公寓产品</a:t>
            </a:r>
            <a:endParaRPr lang="en-US" sz="1400" dirty="0">
              <a:solidFill>
                <a:schemeClr val="bg1"/>
              </a:solidFill>
              <a:sym typeface="+mn-ea"/>
            </a:endParaRPr>
          </a:p>
          <a:p>
            <a:pPr indent="-539750" defTabSz="1079500" fontAlgn="auto">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400" dirty="0" err="1">
                <a:solidFill>
                  <a:schemeClr val="bg1"/>
                </a:solidFill>
              </a:rPr>
              <a:t>为全球企业和商旅高端人士提供五星级的理想生活</a:t>
            </a:r>
            <a:r>
              <a:rPr lang="zh-CN" sz="1400" dirty="0" err="1">
                <a:solidFill>
                  <a:schemeClr val="bg1"/>
                </a:solidFill>
              </a:rPr>
              <a:t>。</a:t>
            </a:r>
          </a:p>
        </p:txBody>
      </p:sp>
      <p:pic>
        <p:nvPicPr>
          <p:cNvPr id="6" name="图片 5"/>
          <p:cNvPicPr>
            <a:picLocks noChangeAspect="1"/>
          </p:cNvPicPr>
          <p:nvPr/>
        </p:nvPicPr>
        <p:blipFill>
          <a:blip r:embed="rId4" cstate="email"/>
          <a:stretch>
            <a:fillRect/>
          </a:stretch>
        </p:blipFill>
        <p:spPr>
          <a:xfrm>
            <a:off x="671164" y="1372903"/>
            <a:ext cx="3192811" cy="964297"/>
          </a:xfrm>
          <a:prstGeom prst="rect">
            <a:avLst/>
          </a:prstGeom>
        </p:spPr>
      </p:pic>
      <p:pic>
        <p:nvPicPr>
          <p:cNvPr id="9" name="图片 8"/>
          <p:cNvPicPr>
            <a:picLocks noChangeAspect="1"/>
          </p:cNvPicPr>
          <p:nvPr/>
        </p:nvPicPr>
        <p:blipFill>
          <a:blip r:embed="rId5" cstate="email"/>
          <a:stretch>
            <a:fillRect/>
          </a:stretch>
        </p:blipFill>
        <p:spPr>
          <a:xfrm>
            <a:off x="9984432" y="225364"/>
            <a:ext cx="1954772" cy="683356"/>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cstate="email"/>
          <a:stretch>
            <a:fillRect/>
          </a:stretch>
        </p:blipFill>
        <p:spPr>
          <a:xfrm>
            <a:off x="-10685" y="-37756"/>
            <a:ext cx="6096000" cy="4136261"/>
          </a:xfrm>
          <a:prstGeom prst="rect">
            <a:avLst/>
          </a:prstGeom>
        </p:spPr>
      </p:pic>
      <p:pic>
        <p:nvPicPr>
          <p:cNvPr id="14" name="图片 13"/>
          <p:cNvPicPr>
            <a:picLocks noChangeAspect="1"/>
          </p:cNvPicPr>
          <p:nvPr/>
        </p:nvPicPr>
        <p:blipFill>
          <a:blip r:embed="rId3" cstate="email"/>
          <a:stretch>
            <a:fillRect/>
          </a:stretch>
        </p:blipFill>
        <p:spPr>
          <a:xfrm>
            <a:off x="6034264" y="-22225"/>
            <a:ext cx="6156866" cy="4136261"/>
          </a:xfrm>
          <a:prstGeom prst="rect">
            <a:avLst/>
          </a:prstGeom>
        </p:spPr>
      </p:pic>
      <p:pic>
        <p:nvPicPr>
          <p:cNvPr id="16" name="图片 15"/>
          <p:cNvPicPr>
            <a:picLocks noChangeAspect="1"/>
          </p:cNvPicPr>
          <p:nvPr/>
        </p:nvPicPr>
        <p:blipFill>
          <a:blip r:embed="rId4" cstate="email"/>
          <a:stretch>
            <a:fillRect/>
          </a:stretch>
        </p:blipFill>
        <p:spPr>
          <a:xfrm>
            <a:off x="5698" y="4087899"/>
            <a:ext cx="4074078" cy="2717378"/>
          </a:xfrm>
          <a:prstGeom prst="rect">
            <a:avLst/>
          </a:prstGeom>
        </p:spPr>
      </p:pic>
      <p:pic>
        <p:nvPicPr>
          <p:cNvPr id="18" name="图片 17"/>
          <p:cNvPicPr>
            <a:picLocks noChangeAspect="1"/>
          </p:cNvPicPr>
          <p:nvPr/>
        </p:nvPicPr>
        <p:blipFill>
          <a:blip r:embed="rId5" cstate="email"/>
          <a:stretch>
            <a:fillRect/>
          </a:stretch>
        </p:blipFill>
        <p:spPr>
          <a:xfrm>
            <a:off x="4079776" y="4098019"/>
            <a:ext cx="4074079" cy="2717379"/>
          </a:xfrm>
          <a:prstGeom prst="rect">
            <a:avLst/>
          </a:prstGeom>
        </p:spPr>
      </p:pic>
      <p:pic>
        <p:nvPicPr>
          <p:cNvPr id="20" name="图片 19"/>
          <p:cNvPicPr>
            <a:picLocks noChangeAspect="1"/>
          </p:cNvPicPr>
          <p:nvPr/>
        </p:nvPicPr>
        <p:blipFill>
          <a:blip r:embed="rId6" cstate="email"/>
          <a:stretch>
            <a:fillRect/>
          </a:stretch>
        </p:blipFill>
        <p:spPr>
          <a:xfrm>
            <a:off x="8153854" y="4109568"/>
            <a:ext cx="4032448" cy="2714720"/>
          </a:xfrm>
          <a:prstGeom prst="rect">
            <a:avLst/>
          </a:prstGeom>
        </p:spPr>
      </p:pic>
      <p:pic>
        <p:nvPicPr>
          <p:cNvPr id="2" name="图片 1"/>
          <p:cNvPicPr>
            <a:picLocks noChangeAspect="1"/>
          </p:cNvPicPr>
          <p:nvPr/>
        </p:nvPicPr>
        <p:blipFill>
          <a:blip r:embed="rId7" cstate="email"/>
          <a:stretch>
            <a:fillRect/>
          </a:stretch>
        </p:blipFill>
        <p:spPr>
          <a:xfrm>
            <a:off x="409925" y="395613"/>
            <a:ext cx="368828" cy="458763"/>
          </a:xfrm>
          <a:prstGeom prst="rect">
            <a:avLst/>
          </a:prstGeom>
        </p:spPr>
      </p:pic>
      <p:sp>
        <p:nvSpPr>
          <p:cNvPr id="3" name="文本框 2"/>
          <p:cNvSpPr txBox="1"/>
          <p:nvPr/>
        </p:nvSpPr>
        <p:spPr>
          <a:xfrm>
            <a:off x="811568" y="387983"/>
            <a:ext cx="6796599" cy="461665"/>
          </a:xfrm>
          <a:prstGeom prst="rect">
            <a:avLst/>
          </a:prstGeom>
          <a:noFill/>
        </p:spPr>
        <p:txBody>
          <a:bodyPr wrap="square" rtlCol="0">
            <a:sp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丽都公寓 </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Lido</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Serviced</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Residence</a:t>
            </a:r>
          </a:p>
        </p:txBody>
      </p:sp>
      <p:pic>
        <p:nvPicPr>
          <p:cNvPr id="9" name="图片 8"/>
          <p:cNvPicPr>
            <a:picLocks noChangeAspect="1"/>
          </p:cNvPicPr>
          <p:nvPr/>
        </p:nvPicPr>
        <p:blipFill>
          <a:blip r:embed="rId8" cstate="email"/>
          <a:stretch>
            <a:fillRect/>
          </a:stretch>
        </p:blipFill>
        <p:spPr>
          <a:xfrm>
            <a:off x="9984432" y="225364"/>
            <a:ext cx="1954772" cy="683356"/>
          </a:xfrm>
          <a:prstGeom prst="rect">
            <a:avLst/>
          </a:prstGeom>
        </p:spPr>
      </p:pic>
      <p:sp>
        <p:nvSpPr>
          <p:cNvPr id="8" name="矩形 7"/>
          <p:cNvSpPr/>
          <p:nvPr/>
        </p:nvSpPr>
        <p:spPr>
          <a:xfrm>
            <a:off x="-6474" y="3771770"/>
            <a:ext cx="12197605" cy="682197"/>
          </a:xfrm>
          <a:prstGeom prst="rect">
            <a:avLst/>
          </a:prstGeom>
          <a:solidFill>
            <a:schemeClr val="bg2">
              <a:lumMod val="25000"/>
              <a:alpha val="72271"/>
            </a:schemeClr>
          </a:solidFill>
          <a:ln w="254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163970" tIns="163970" rIns="163970" bIns="163970" numCol="1" spcCol="38100" rtlCol="0" anchor="ctr" forceAA="0">
            <a:noAutofit/>
          </a:bodyPr>
          <a:lstStyle/>
          <a:p>
            <a:pPr marL="0" marR="0" indent="0" algn="ctr" defTabSz="1886585" rtl="0" fontAlgn="auto" latinLnBrk="0" hangingPunct="0">
              <a:lnSpc>
                <a:spcPct val="100000"/>
              </a:lnSpc>
              <a:spcBef>
                <a:spcPts val="0"/>
              </a:spcBef>
              <a:spcAft>
                <a:spcPts val="0"/>
              </a:spcAft>
              <a:buClrTx/>
              <a:buSzTx/>
              <a:buFontTx/>
              <a:buNone/>
            </a:pPr>
            <a:endParaRPr kumimoji="0" lang="zh-CN" altLang="en-US" sz="7000" u="none" strike="noStrike" cap="none" spc="0" normalizeH="0" baseline="0" dirty="0">
              <a:ln>
                <a:noFill/>
              </a:ln>
              <a:solidFill>
                <a:srgbClr val="FFFFFF"/>
              </a:solidFill>
              <a:effectLst/>
              <a:uFillTx/>
              <a:latin typeface="Arial" panose="020B0604020202020204" pitchFamily="34" charset="0"/>
              <a:ea typeface="Heiti SC Light" panose="02000000000000000000" pitchFamily="2" charset="-128"/>
              <a:cs typeface="Arial" panose="020B0604020202020204" pitchFamily="34" charset="0"/>
              <a:sym typeface="Helvetica Neue Medium" panose="02000803000000090004"/>
            </a:endParaRPr>
          </a:p>
        </p:txBody>
      </p:sp>
      <p:sp>
        <p:nvSpPr>
          <p:cNvPr id="11" name="文本框 10"/>
          <p:cNvSpPr txBox="1"/>
          <p:nvPr/>
        </p:nvSpPr>
        <p:spPr>
          <a:xfrm>
            <a:off x="691728" y="3888903"/>
            <a:ext cx="10801200" cy="377411"/>
          </a:xfrm>
          <a:prstGeom prst="rect">
            <a:avLst/>
          </a:prstGeom>
          <a:ln w="12700">
            <a:miter lim="400000"/>
          </a:ln>
        </p:spPr>
        <p:txBody>
          <a:bodyPr wrap="square" lIns="38738" rIns="38738">
            <a:spAutoFit/>
          </a:bodyPr>
          <a:lstStyle/>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1400" dirty="0">
                <a:solidFill>
                  <a:schemeClr val="bg1"/>
                </a:solidFill>
              </a:rPr>
              <a:t>北京 深圳 </a:t>
            </a:r>
            <a:r>
              <a:rPr lang="en-US" altLang="zh-CN" sz="1400" dirty="0">
                <a:solidFill>
                  <a:schemeClr val="bg1"/>
                </a:solidFill>
              </a:rPr>
              <a:t>……</a:t>
            </a:r>
            <a:r>
              <a:rPr lang="zh-CN" altLang="en-US" sz="1400" dirty="0">
                <a:solidFill>
                  <a:schemeClr val="bg1"/>
                </a:solidFill>
              </a:rPr>
              <a:t>  </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240819215314"/>
          <p:cNvPicPr>
            <a:picLocks noChangeAspect="1"/>
          </p:cNvPicPr>
          <p:nvPr/>
        </p:nvPicPr>
        <p:blipFill>
          <a:blip r:embed="rId2" cstate="email"/>
          <a:srcRect/>
          <a:stretch>
            <a:fillRect/>
          </a:stretch>
        </p:blipFill>
        <p:spPr>
          <a:xfrm>
            <a:off x="-17145" y="0"/>
            <a:ext cx="12190730" cy="6803390"/>
          </a:xfrm>
          <a:prstGeom prst="rect">
            <a:avLst/>
          </a:prstGeom>
        </p:spPr>
      </p:pic>
      <p:sp>
        <p:nvSpPr>
          <p:cNvPr id="9" name="矩形 8"/>
          <p:cNvSpPr/>
          <p:nvPr/>
        </p:nvSpPr>
        <p:spPr>
          <a:xfrm rot="16200000">
            <a:off x="4244975" y="-1145540"/>
            <a:ext cx="3686175" cy="12209780"/>
          </a:xfrm>
          <a:prstGeom prst="rect">
            <a:avLst/>
          </a:prstGeom>
          <a:gradFill>
            <a:gsLst>
              <a:gs pos="4000">
                <a:srgbClr val="0A1833">
                  <a:alpha val="90000"/>
                </a:srgbClr>
              </a:gs>
              <a:gs pos="77000">
                <a:srgbClr val="585F6D">
                  <a:alpha val="25297"/>
                </a:srgbClr>
              </a:gs>
              <a:gs pos="46000">
                <a:srgbClr val="313C50">
                  <a:alpha val="57163"/>
                </a:srgbClr>
              </a:gs>
              <a:gs pos="99000">
                <a:schemeClr val="tx1">
                  <a:alpha val="0"/>
                  <a:lumMod val="35000"/>
                  <a:lumOff val="6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 name="图片 1"/>
          <p:cNvPicPr>
            <a:picLocks noChangeAspect="1"/>
          </p:cNvPicPr>
          <p:nvPr/>
        </p:nvPicPr>
        <p:blipFill>
          <a:blip r:embed="rId3" cstate="email"/>
          <a:stretch>
            <a:fillRect/>
          </a:stretch>
        </p:blipFill>
        <p:spPr>
          <a:xfrm>
            <a:off x="409925" y="395613"/>
            <a:ext cx="368828" cy="458763"/>
          </a:xfrm>
          <a:prstGeom prst="rect">
            <a:avLst/>
          </a:prstGeom>
        </p:spPr>
      </p:pic>
      <p:sp>
        <p:nvSpPr>
          <p:cNvPr id="3" name="文本框 2"/>
          <p:cNvSpPr txBox="1"/>
          <p:nvPr/>
        </p:nvSpPr>
        <p:spPr>
          <a:xfrm>
            <a:off x="811568" y="387983"/>
            <a:ext cx="6796599" cy="461665"/>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Kew</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Green</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Hotels</a:t>
            </a:r>
            <a:endPar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19" name="内容占位符 2"/>
          <p:cNvSpPr txBox="1"/>
          <p:nvPr/>
        </p:nvSpPr>
        <p:spPr>
          <a:xfrm>
            <a:off x="1532890" y="4925695"/>
            <a:ext cx="9781540" cy="1506855"/>
          </a:xfrm>
          <a:prstGeom prst="rect">
            <a:avLst/>
          </a:prstGeom>
          <a:ln w="12700">
            <a:miter lim="400000"/>
          </a:ln>
        </p:spPr>
        <p:txBody>
          <a:bodyPr wrap="square" lIns="38738" rIns="38738">
            <a:spAutoFit/>
          </a:bodyPr>
          <a:lstStyle/>
          <a:p>
            <a:pPr indent="-269875" algn="l" defTabSz="1079500" eaLnBrk="1">
              <a:lnSpc>
                <a:spcPct val="250000"/>
              </a:lnSpc>
              <a:defRPr b="1">
                <a:solidFill>
                  <a:srgbClr val="004083"/>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000" dirty="0" err="1">
                <a:solidFill>
                  <a:srgbClr val="DBB33C"/>
                </a:solidFill>
              </a:rPr>
              <a:t>英国本土酒店管理公司头部企业</a:t>
            </a:r>
            <a:endParaRPr sz="2000" dirty="0">
              <a:solidFill>
                <a:srgbClr val="DBB33C"/>
              </a:solidFill>
            </a:endParaRPr>
          </a:p>
          <a:p>
            <a:pPr indent="-539750" algn="l" defTabSz="1079500" eaLnBrk="1">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400" dirty="0">
                <a:solidFill>
                  <a:srgbClr val="DBB33C"/>
                </a:solidFill>
              </a:rPr>
              <a:t>KGH是中旅集团全资子公司，在英国拥有4</a:t>
            </a:r>
            <a:r>
              <a:rPr lang="en-US" sz="1400" dirty="0">
                <a:solidFill>
                  <a:srgbClr val="DBB33C"/>
                </a:solidFill>
              </a:rPr>
              <a:t>0</a:t>
            </a:r>
            <a:r>
              <a:rPr lang="zh-CN" altLang="en-US" sz="1400" dirty="0">
                <a:solidFill>
                  <a:srgbClr val="DBB33C"/>
                </a:solidFill>
              </a:rPr>
              <a:t>余</a:t>
            </a:r>
            <a:r>
              <a:rPr sz="1400" dirty="0">
                <a:solidFill>
                  <a:srgbClr val="DBB33C"/>
                </a:solidFill>
              </a:rPr>
              <a:t>家全资酒店和20家输出管理酒店，在泰国拥有</a:t>
            </a:r>
            <a:r>
              <a:rPr lang="en-US" sz="1400" dirty="0">
                <a:solidFill>
                  <a:srgbClr val="DBB33C"/>
                </a:solidFill>
              </a:rPr>
              <a:t>9</a:t>
            </a:r>
            <a:r>
              <a:rPr sz="1400" dirty="0">
                <a:solidFill>
                  <a:srgbClr val="DBB33C"/>
                </a:solidFill>
              </a:rPr>
              <a:t>家输出管理酒店</a:t>
            </a:r>
            <a:r>
              <a:rPr lang="zh-CN" altLang="en-US" sz="1400" dirty="0">
                <a:solidFill>
                  <a:srgbClr val="DBB33C"/>
                </a:solidFill>
              </a:rPr>
              <a:t>，</a:t>
            </a:r>
            <a:r>
              <a:rPr sz="1400" dirty="0" err="1">
                <a:solidFill>
                  <a:srgbClr val="DBB33C"/>
                </a:solidFill>
              </a:rPr>
              <a:t>辐射欧洲及东南亚地区。中旅酒店作为酒店运营管理者，与洲际、万豪、希尔顿、温德姆等国际酒店集团合作</a:t>
            </a:r>
            <a:r>
              <a:rPr sz="1400" dirty="0">
                <a:solidFill>
                  <a:srgbClr val="DBB33C"/>
                </a:solidFill>
              </a:rPr>
              <a:t>。</a:t>
            </a:r>
          </a:p>
        </p:txBody>
      </p:sp>
      <p:pic>
        <p:nvPicPr>
          <p:cNvPr id="20" name="图片 2" descr="图片 2"/>
          <p:cNvPicPr>
            <a:picLocks noChangeAspect="1"/>
          </p:cNvPicPr>
          <p:nvPr/>
        </p:nvPicPr>
        <p:blipFill>
          <a:blip r:embed="rId4" cstate="email"/>
          <a:stretch>
            <a:fillRect/>
          </a:stretch>
        </p:blipFill>
        <p:spPr>
          <a:xfrm>
            <a:off x="715010" y="5384165"/>
            <a:ext cx="593090" cy="1076325"/>
          </a:xfrm>
          <a:prstGeom prst="rect">
            <a:avLst/>
          </a:prstGeom>
          <a:ln w="12700">
            <a:miter lim="400000"/>
            <a:headEnd/>
            <a:tailEnd/>
          </a:ln>
        </p:spPr>
      </p:pic>
      <p:sp>
        <p:nvSpPr>
          <p:cNvPr id="4" name="文本框 3"/>
          <p:cNvSpPr txBox="1"/>
          <p:nvPr/>
        </p:nvSpPr>
        <p:spPr>
          <a:xfrm>
            <a:off x="11709869" y="5409841"/>
            <a:ext cx="184731" cy="369332"/>
          </a:xfrm>
          <a:prstGeom prst="rect">
            <a:avLst/>
          </a:prstGeom>
          <a:noFill/>
        </p:spPr>
        <p:txBody>
          <a:bodyPr wrap="none" rtlCol="0">
            <a:spAutoFit/>
          </a:bodyPr>
          <a:lstStyle/>
          <a:p>
            <a:endParaRPr kumimoji="1" lang="zh-CN" alt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p:cNvPicPr>
            <a:picLocks noChangeAspect="1"/>
          </p:cNvPicPr>
          <p:nvPr/>
        </p:nvPicPr>
        <p:blipFill>
          <a:blip r:embed="rId2" cstate="email"/>
          <a:srcRect/>
          <a:stretch>
            <a:fillRect/>
          </a:stretch>
        </p:blipFill>
        <p:spPr>
          <a:xfrm>
            <a:off x="7319645" y="-635"/>
            <a:ext cx="4872990" cy="3266440"/>
          </a:xfrm>
          <a:prstGeom prst="rect">
            <a:avLst/>
          </a:prstGeom>
        </p:spPr>
      </p:pic>
      <p:pic>
        <p:nvPicPr>
          <p:cNvPr id="7" name="图片 6" descr="0221n12000airm4p92DF9_W_1080_808_R5_D"/>
          <p:cNvPicPr>
            <a:picLocks noChangeAspect="1"/>
          </p:cNvPicPr>
          <p:nvPr/>
        </p:nvPicPr>
        <p:blipFill>
          <a:blip r:embed="rId3" cstate="email"/>
          <a:srcRect/>
          <a:stretch>
            <a:fillRect/>
          </a:stretch>
        </p:blipFill>
        <p:spPr>
          <a:xfrm>
            <a:off x="5990831" y="3160095"/>
            <a:ext cx="6207520" cy="3653455"/>
          </a:xfrm>
          <a:prstGeom prst="rect">
            <a:avLst/>
          </a:prstGeom>
        </p:spPr>
      </p:pic>
      <p:pic>
        <p:nvPicPr>
          <p:cNvPr id="4" name="图片 3" descr="22051700000116u8s2E78_W_1080_808_R5_D"/>
          <p:cNvPicPr>
            <a:picLocks noChangeAspect="1"/>
          </p:cNvPicPr>
          <p:nvPr/>
        </p:nvPicPr>
        <p:blipFill>
          <a:blip r:embed="rId4" cstate="email"/>
          <a:srcRect/>
          <a:stretch>
            <a:fillRect/>
          </a:stretch>
        </p:blipFill>
        <p:spPr>
          <a:xfrm>
            <a:off x="-635" y="3164840"/>
            <a:ext cx="6003290" cy="3200400"/>
          </a:xfrm>
          <a:prstGeom prst="rect">
            <a:avLst/>
          </a:prstGeom>
        </p:spPr>
      </p:pic>
      <p:pic>
        <p:nvPicPr>
          <p:cNvPr id="3" name="图片 2"/>
          <p:cNvPicPr>
            <a:picLocks noChangeAspect="1"/>
          </p:cNvPicPr>
          <p:nvPr/>
        </p:nvPicPr>
        <p:blipFill rotWithShape="1">
          <a:blip r:embed="rId5" cstate="email">
            <a:extLst>
              <a:ext uri="{BEBA8EAE-BF5A-486C-A8C5-ECC9F3942E4B}">
                <a14:imgProps xmlns:a14="http://schemas.microsoft.com/office/drawing/2010/main">
                  <a14:imgLayer r:embed="rId6">
                    <a14:imgEffect>
                      <a14:artisticBlur radius="39"/>
                    </a14:imgEffect>
                  </a14:imgLayer>
                </a14:imgProps>
              </a:ext>
            </a:extLst>
          </a:blip>
          <a:srcRect/>
          <a:stretch>
            <a:fillRect/>
          </a:stretch>
        </p:blipFill>
        <p:spPr>
          <a:xfrm>
            <a:off x="-20955" y="5972175"/>
            <a:ext cx="12219305" cy="841375"/>
          </a:xfrm>
          <a:prstGeom prst="rect">
            <a:avLst/>
          </a:prstGeom>
        </p:spPr>
      </p:pic>
      <p:pic>
        <p:nvPicPr>
          <p:cNvPr id="49" name="图片 48"/>
          <p:cNvPicPr>
            <a:picLocks noChangeAspect="1"/>
          </p:cNvPicPr>
          <p:nvPr/>
        </p:nvPicPr>
        <p:blipFill>
          <a:blip r:embed="rId7" cstate="email"/>
          <a:stretch>
            <a:fillRect/>
          </a:stretch>
        </p:blipFill>
        <p:spPr>
          <a:xfrm>
            <a:off x="409925" y="395613"/>
            <a:ext cx="368828" cy="458763"/>
          </a:xfrm>
          <a:prstGeom prst="rect">
            <a:avLst/>
          </a:prstGeom>
        </p:spPr>
      </p:pic>
      <p:sp>
        <p:nvSpPr>
          <p:cNvPr id="35" name="文本框 13"/>
          <p:cNvSpPr txBox="1"/>
          <p:nvPr/>
        </p:nvSpPr>
        <p:spPr>
          <a:xfrm>
            <a:off x="2427014" y="1965593"/>
            <a:ext cx="1254949" cy="418128"/>
          </a:xfrm>
          <a:prstGeom prst="rect">
            <a:avLst/>
          </a:prstGeom>
          <a:ln w="12700">
            <a:miter lim="400000"/>
          </a:ln>
        </p:spPr>
        <p:txBody>
          <a:bodyPr wrap="square" lIns="38738" rIns="38738">
            <a:spAutoFit/>
          </a:bodyPr>
          <a:lstStyle/>
          <a:p>
            <a:pP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600" dirty="0">
              <a:solidFill>
                <a:schemeClr val="bg1"/>
              </a:solidFill>
            </a:endParaRPr>
          </a:p>
        </p:txBody>
      </p:sp>
      <p:sp>
        <p:nvSpPr>
          <p:cNvPr id="33" name="文本框 10"/>
          <p:cNvSpPr txBox="1"/>
          <p:nvPr/>
        </p:nvSpPr>
        <p:spPr>
          <a:xfrm>
            <a:off x="334645" y="6066155"/>
            <a:ext cx="11522075" cy="652780"/>
          </a:xfrm>
          <a:prstGeom prst="rect">
            <a:avLst/>
          </a:prstGeom>
          <a:ln w="12700">
            <a:miter lim="400000"/>
          </a:ln>
        </p:spPr>
        <p:txBody>
          <a:bodyPr wrap="square" lIns="38738" rIns="38738">
            <a:noAutofit/>
          </a:bodyPr>
          <a:lstStyle/>
          <a:p>
            <a:pPr algn="ctr" defTabSz="1079500">
              <a:spcBef>
                <a:spcPts val="500"/>
              </a:spcBef>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GB" sz="1200" dirty="0">
                <a:solidFill>
                  <a:schemeClr val="bg1"/>
                </a:solidFill>
                <a:sym typeface="+mn-ea"/>
              </a:rPr>
              <a:t>Chelmsford Birmingham Shrewsbury Redhill Liverpool Norwich Slough Leeds Brighton Portsmouth Leeds Sheffield Northampton Glasgow Lincoln Coventry Ipswich Milton Keynes Reading Warrington Colchester Taunton York Huddersfield Chester Lancaster Ipswich Swindon Rochester Stoke-on-Trent  Nottingham Wakefield Newcastle upon Tyne  </a:t>
            </a:r>
            <a:r>
              <a:rPr lang="en-GB" sz="1200" dirty="0" err="1">
                <a:solidFill>
                  <a:schemeClr val="bg1"/>
                </a:solidFill>
                <a:sym typeface="+mn-ea"/>
              </a:rPr>
              <a:t>Tonbridge</a:t>
            </a:r>
            <a:r>
              <a:rPr lang="en-GB" sz="1200" dirty="0">
                <a:solidFill>
                  <a:schemeClr val="bg1"/>
                </a:solidFill>
                <a:sym typeface="+mn-ea"/>
              </a:rPr>
              <a:t>  </a:t>
            </a:r>
            <a:r>
              <a:rPr lang="en-GB" sz="1200" dirty="0" err="1">
                <a:solidFill>
                  <a:schemeClr val="bg1"/>
                </a:solidFill>
                <a:sym typeface="+mn-ea"/>
              </a:rPr>
              <a:t>Twickenham</a:t>
            </a:r>
            <a:r>
              <a:rPr lang="en-GB" sz="1200" dirty="0">
                <a:solidFill>
                  <a:schemeClr val="bg1"/>
                </a:solidFill>
                <a:sym typeface="+mn-ea"/>
              </a:rPr>
              <a:t> Manchester</a:t>
            </a:r>
            <a:r>
              <a:rPr lang="en-US" altLang="zh-CN" sz="1200" dirty="0">
                <a:solidFill>
                  <a:schemeClr val="bg1"/>
                </a:solidFill>
                <a:sym typeface="+mn-ea"/>
              </a:rPr>
              <a:t>……</a:t>
            </a:r>
            <a:endParaRPr lang="en-GB" sz="1200" dirty="0">
              <a:solidFill>
                <a:schemeClr val="bg1"/>
              </a:solidFill>
              <a:sym typeface="+mn-ea"/>
            </a:endParaRPr>
          </a:p>
        </p:txBody>
      </p:sp>
      <p:sp>
        <p:nvSpPr>
          <p:cNvPr id="10" name="文本框 9"/>
          <p:cNvSpPr txBox="1"/>
          <p:nvPr/>
        </p:nvSpPr>
        <p:spPr>
          <a:xfrm>
            <a:off x="119440" y="5589205"/>
            <a:ext cx="2576786" cy="306705"/>
          </a:xfrm>
          <a:prstGeom prst="rect">
            <a:avLst/>
          </a:prstGeom>
          <a:noFill/>
        </p:spPr>
        <p:txBody>
          <a:bodyPr wrap="square" rtlCol="0">
            <a:spAutoFit/>
          </a:bodyPr>
          <a:lstStyle/>
          <a:p>
            <a:pPr algn="l"/>
            <a:r>
              <a:rPr lang="en-GB" altLang="zh-CN" sz="1400" dirty="0">
                <a:solidFill>
                  <a:srgbClr val="DBB33C"/>
                </a:solidFill>
                <a:highlight>
                  <a:srgbClr val="0A1833"/>
                </a:highlight>
                <a:latin typeface="微软雅黑" panose="020B0503020204020204" charset="-122"/>
                <a:ea typeface="微软雅黑" panose="020B0503020204020204" charset="-122"/>
                <a:sym typeface="+mn-ea"/>
              </a:rPr>
              <a:t>Ipswich </a:t>
            </a:r>
          </a:p>
        </p:txBody>
      </p:sp>
      <p:sp>
        <p:nvSpPr>
          <p:cNvPr id="29" name="文本框 28"/>
          <p:cNvSpPr txBox="1"/>
          <p:nvPr/>
        </p:nvSpPr>
        <p:spPr>
          <a:xfrm>
            <a:off x="6097905" y="5499735"/>
            <a:ext cx="910590" cy="242570"/>
          </a:xfrm>
          <a:prstGeom prst="rect">
            <a:avLst/>
          </a:prstGeom>
          <a:noFill/>
        </p:spPr>
        <p:txBody>
          <a:bodyPr wrap="none" rtlCol="0">
            <a:noAutofit/>
          </a:bodyPr>
          <a:lstStyle/>
          <a:p>
            <a:pPr algn="l" fontAlgn="auto">
              <a:lnSpc>
                <a:spcPct val="150000"/>
              </a:lnSpc>
              <a:buClr>
                <a:srgbClr val="BA8A2E"/>
              </a:buClr>
            </a:pPr>
            <a:r>
              <a:rPr lang="en-GB" altLang="zh-CN" sz="1400" dirty="0">
                <a:solidFill>
                  <a:srgbClr val="DBB33C"/>
                </a:solidFill>
                <a:highlight>
                  <a:srgbClr val="0A1833"/>
                </a:highlight>
                <a:latin typeface="微软雅黑" panose="020B0503020204020204" charset="-122"/>
                <a:ea typeface="微软雅黑" panose="020B0503020204020204" charset="-122"/>
                <a:sym typeface="+mn-ea"/>
              </a:rPr>
              <a:t>Runcorn</a:t>
            </a:r>
          </a:p>
        </p:txBody>
      </p:sp>
      <p:pic>
        <p:nvPicPr>
          <p:cNvPr id="1026" name="Picture 2"/>
          <p:cNvPicPr>
            <a:picLocks noChangeAspect="1" noChangeArrowheads="1"/>
          </p:cNvPicPr>
          <p:nvPr/>
        </p:nvPicPr>
        <p:blipFill rotWithShape="1">
          <a:blip r:embed="rId8" cstate="email"/>
          <a:srcRect/>
          <a:stretch>
            <a:fillRect/>
          </a:stretch>
        </p:blipFill>
        <p:spPr bwMode="auto">
          <a:xfrm>
            <a:off x="0" y="-27305"/>
            <a:ext cx="7283450" cy="3199765"/>
          </a:xfrm>
          <a:prstGeom prst="rect">
            <a:avLst/>
          </a:prstGeom>
          <a:noFill/>
          <a:extLst>
            <a:ext uri="{909E8E84-426E-40DD-AFC4-6F175D3DCCD1}">
              <a14:hiddenFill xmlns:a14="http://schemas.microsoft.com/office/drawing/2010/main">
                <a:solidFill>
                  <a:srgbClr val="FFFFFF"/>
                </a:solidFill>
              </a14:hiddenFill>
            </a:ext>
          </a:extLst>
        </p:spPr>
      </p:pic>
      <p:sp>
        <p:nvSpPr>
          <p:cNvPr id="30" name="文本框 29"/>
          <p:cNvSpPr txBox="1"/>
          <p:nvPr/>
        </p:nvSpPr>
        <p:spPr>
          <a:xfrm>
            <a:off x="47647" y="2780563"/>
            <a:ext cx="1262444" cy="307777"/>
          </a:xfrm>
          <a:prstGeom prst="rect">
            <a:avLst/>
          </a:prstGeom>
          <a:noFill/>
        </p:spPr>
        <p:txBody>
          <a:bodyPr wrap="square" rtlCol="0">
            <a:spAutoFit/>
          </a:bodyPr>
          <a:lstStyle/>
          <a:p>
            <a:pPr algn="l"/>
            <a:r>
              <a:rPr lang="en-GB" altLang="zh-CN" sz="1400" dirty="0">
                <a:solidFill>
                  <a:srgbClr val="DBB33C"/>
                </a:solidFill>
                <a:highlight>
                  <a:srgbClr val="0A1833"/>
                </a:highlight>
                <a:latin typeface="微软雅黑" panose="020B0503020204020204" charset="-122"/>
                <a:ea typeface="微软雅黑" panose="020B0503020204020204" charset="-122"/>
              </a:rPr>
              <a:t>London</a:t>
            </a:r>
          </a:p>
        </p:txBody>
      </p:sp>
      <p:sp>
        <p:nvSpPr>
          <p:cNvPr id="32" name="文本框 31"/>
          <p:cNvSpPr txBox="1"/>
          <p:nvPr/>
        </p:nvSpPr>
        <p:spPr>
          <a:xfrm>
            <a:off x="7391718" y="2709061"/>
            <a:ext cx="833755" cy="414020"/>
          </a:xfrm>
          <a:prstGeom prst="rect">
            <a:avLst/>
          </a:prstGeom>
          <a:noFill/>
        </p:spPr>
        <p:txBody>
          <a:bodyPr wrap="none" rtlCol="0">
            <a:spAutoFit/>
          </a:bodyPr>
          <a:lstStyle/>
          <a:p>
            <a:pPr fontAlgn="auto">
              <a:lnSpc>
                <a:spcPct val="150000"/>
              </a:lnSpc>
              <a:buClr>
                <a:srgbClr val="BA8A2E"/>
              </a:buClr>
            </a:pPr>
            <a:r>
              <a:rPr lang="en-US" altLang="en-GB" sz="1400" dirty="0">
                <a:solidFill>
                  <a:srgbClr val="DBB33C"/>
                </a:solidFill>
                <a:highlight>
                  <a:srgbClr val="0A1833"/>
                </a:highlight>
                <a:latin typeface="微软雅黑" panose="020B0503020204020204" charset="-122"/>
                <a:ea typeface="微软雅黑" panose="020B0503020204020204" charset="-122"/>
                <a:sym typeface="+mn-ea"/>
              </a:rPr>
              <a:t>L</a:t>
            </a:r>
            <a:r>
              <a:rPr lang="en-GB" altLang="zh-CN" sz="1400" dirty="0">
                <a:solidFill>
                  <a:srgbClr val="DBB33C"/>
                </a:solidFill>
                <a:highlight>
                  <a:srgbClr val="0A1833"/>
                </a:highlight>
                <a:latin typeface="微软雅黑" panose="020B0503020204020204" charset="-122"/>
                <a:ea typeface="微软雅黑" panose="020B0503020204020204" charset="-122"/>
                <a:sym typeface="+mn-ea"/>
              </a:rPr>
              <a:t>o</a:t>
            </a:r>
            <a:r>
              <a:rPr lang="en-US" altLang="en-GB" sz="1400" dirty="0">
                <a:solidFill>
                  <a:srgbClr val="DBB33C"/>
                </a:solidFill>
                <a:highlight>
                  <a:srgbClr val="0A1833"/>
                </a:highlight>
                <a:latin typeface="微软雅黑" panose="020B0503020204020204" charset="-122"/>
                <a:ea typeface="微软雅黑" panose="020B0503020204020204" charset="-122"/>
                <a:sym typeface="+mn-ea"/>
              </a:rPr>
              <a:t>ndon</a:t>
            </a:r>
          </a:p>
        </p:txBody>
      </p:sp>
      <p:sp>
        <p:nvSpPr>
          <p:cNvPr id="50" name="文本框 49"/>
          <p:cNvSpPr txBox="1"/>
          <p:nvPr/>
        </p:nvSpPr>
        <p:spPr>
          <a:xfrm>
            <a:off x="811568" y="244473"/>
            <a:ext cx="6796599" cy="460375"/>
          </a:xfrm>
          <a:prstGeom prst="rect">
            <a:avLst/>
          </a:prstGeom>
          <a:noFill/>
        </p:spPr>
        <p:txBody>
          <a:bodyPr wrap="square" rtlCol="0">
            <a:sp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英国酒店分布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UK</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Hotels Layout</a:t>
            </a:r>
          </a:p>
        </p:txBody>
      </p:sp>
      <p:pic>
        <p:nvPicPr>
          <p:cNvPr id="9" name="图片 8"/>
          <p:cNvPicPr>
            <a:picLocks noChangeAspect="1"/>
          </p:cNvPicPr>
          <p:nvPr/>
        </p:nvPicPr>
        <p:blipFill>
          <a:blip r:embed="rId7" cstate="email"/>
          <a:stretch>
            <a:fillRect/>
          </a:stretch>
        </p:blipFill>
        <p:spPr>
          <a:xfrm>
            <a:off x="407385" y="260993"/>
            <a:ext cx="368828" cy="458763"/>
          </a:xfrm>
          <a:prstGeom prst="rect">
            <a:avLst/>
          </a:prstGeom>
        </p:spPr>
      </p:pic>
      <p:sp>
        <p:nvSpPr>
          <p:cNvPr id="18" name="矩形 17"/>
          <p:cNvSpPr/>
          <p:nvPr/>
        </p:nvSpPr>
        <p:spPr>
          <a:xfrm rot="5400000">
            <a:off x="6069964" y="-2924565"/>
            <a:ext cx="45719" cy="121983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 name="矩形 18"/>
          <p:cNvSpPr/>
          <p:nvPr/>
        </p:nvSpPr>
        <p:spPr>
          <a:xfrm>
            <a:off x="7254138" y="-27305"/>
            <a:ext cx="46784" cy="318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矩形 19"/>
          <p:cNvSpPr/>
          <p:nvPr/>
        </p:nvSpPr>
        <p:spPr>
          <a:xfrm>
            <a:off x="5965190" y="3190240"/>
            <a:ext cx="76200" cy="27819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038" t="24043" r="1479" b="1075"/>
          <a:stretch>
            <a:fillRect/>
          </a:stretch>
        </p:blipFill>
        <p:spPr bwMode="auto">
          <a:xfrm>
            <a:off x="-28575" y="0"/>
            <a:ext cx="12227560" cy="6813550"/>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rot="16200000">
            <a:off x="4253865" y="-1136650"/>
            <a:ext cx="3686175" cy="12192000"/>
          </a:xfrm>
          <a:prstGeom prst="rect">
            <a:avLst/>
          </a:prstGeom>
          <a:gradFill>
            <a:gsLst>
              <a:gs pos="4000">
                <a:srgbClr val="0A1833">
                  <a:alpha val="90000"/>
                </a:srgbClr>
              </a:gs>
              <a:gs pos="77000">
                <a:srgbClr val="585F6D">
                  <a:alpha val="25297"/>
                </a:srgbClr>
              </a:gs>
              <a:gs pos="46000">
                <a:srgbClr val="313C50">
                  <a:alpha val="57163"/>
                </a:srgbClr>
              </a:gs>
              <a:gs pos="99000">
                <a:schemeClr val="tx1">
                  <a:alpha val="0"/>
                  <a:lumMod val="35000"/>
                  <a:lumOff val="6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 name="图片 1"/>
          <p:cNvPicPr>
            <a:picLocks noChangeAspect="1"/>
          </p:cNvPicPr>
          <p:nvPr/>
        </p:nvPicPr>
        <p:blipFill>
          <a:blip r:embed="rId3" cstate="email"/>
          <a:stretch>
            <a:fillRect/>
          </a:stretch>
        </p:blipFill>
        <p:spPr>
          <a:xfrm>
            <a:off x="409925" y="395613"/>
            <a:ext cx="368828" cy="458763"/>
          </a:xfrm>
          <a:prstGeom prst="rect">
            <a:avLst/>
          </a:prstGeom>
        </p:spPr>
      </p:pic>
      <p:sp>
        <p:nvSpPr>
          <p:cNvPr id="4" name="文本框 3"/>
          <p:cNvSpPr txBox="1"/>
          <p:nvPr/>
        </p:nvSpPr>
        <p:spPr>
          <a:xfrm>
            <a:off x="12889064" y="5279666"/>
            <a:ext cx="184731" cy="369332"/>
          </a:xfrm>
          <a:prstGeom prst="rect">
            <a:avLst/>
          </a:prstGeom>
          <a:noFill/>
        </p:spPr>
        <p:txBody>
          <a:bodyPr wrap="none" rtlCol="0">
            <a:spAutoFit/>
          </a:bodyPr>
          <a:lstStyle/>
          <a:p>
            <a:endParaRPr kumimoji="1" lang="zh-CN" altLang="en-US" dirty="0"/>
          </a:p>
        </p:txBody>
      </p:sp>
      <p:sp>
        <p:nvSpPr>
          <p:cNvPr id="19" name="内容占位符 2"/>
          <p:cNvSpPr txBox="1"/>
          <p:nvPr/>
        </p:nvSpPr>
        <p:spPr>
          <a:xfrm>
            <a:off x="811568" y="4580255"/>
            <a:ext cx="10541016" cy="1845310"/>
          </a:xfrm>
          <a:prstGeom prst="rect">
            <a:avLst/>
          </a:prstGeom>
          <a:ln w="12700">
            <a:miter lim="400000"/>
          </a:ln>
          <a:effectLst>
            <a:outerShdw blurRad="413124" dist="50800" dir="5400000" sx="49306" sy="49306" algn="ctr" rotWithShape="0">
              <a:srgbClr val="000000">
                <a:alpha val="49454"/>
              </a:srgbClr>
            </a:outerShdw>
          </a:effectLst>
        </p:spPr>
        <p:txBody>
          <a:bodyPr wrap="square" lIns="38738" rIns="38738">
            <a:spAutoFit/>
          </a:bodyPr>
          <a:lstStyle/>
          <a:p>
            <a:pPr indent="-539750" algn="just" defTabSz="1079500" eaLnBrk="1">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2000" b="1" dirty="0">
                <a:solidFill>
                  <a:srgbClr val="DBB33C"/>
                </a:solidFill>
                <a:latin typeface="微软雅黑" panose="020B0503020204020204" charset="-122"/>
                <a:ea typeface="微软雅黑" panose="020B0503020204020204" charset="-122"/>
              </a:rPr>
              <a:t>专门从事酒店管理及相关服务的国际酒店管理集团</a:t>
            </a:r>
            <a:endParaRPr lang="en-US" altLang="zh-CN" sz="2000" b="1" dirty="0">
              <a:solidFill>
                <a:srgbClr val="DBB33C"/>
              </a:solidFill>
              <a:latin typeface="微软雅黑" panose="020B0503020204020204" charset="-122"/>
              <a:ea typeface="微软雅黑" panose="020B0503020204020204" charset="-122"/>
            </a:endParaRPr>
          </a:p>
          <a:p>
            <a:pPr indent="-539750" algn="just"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1400" dirty="0">
                <a:solidFill>
                  <a:srgbClr val="DBB33C"/>
                </a:solidFill>
                <a:latin typeface="微软雅黑" panose="020B0503020204020204" charset="-122"/>
                <a:ea typeface="微软雅黑" panose="020B0503020204020204" charset="-122"/>
              </a:rPr>
              <a:t>致力于为全球业主提供酒店及度假村委托管理服务。旗下拥有13大酒店品牌：雅阁大酒店、雅阁璞邸酒店、雅阁度假酒店、雅阁酒店、雅阁欢聚酒店、雅阁公寓、雅阁维福顿公寓、澳斯特酒店、雅阁澳斯特酒店、澳斯特精选酒店、澳斯特公寓、澳斯特WOW酒店及Metro酒店。雅阁酒店集团酒店项目全球布局超200座城市，外资酒店集团前10，中国酒店集团前30，全球酒店集团前50。</a:t>
            </a:r>
          </a:p>
          <a:p>
            <a:pPr indent="-539750" algn="just" defTabSz="1079500" eaLnBrk="1">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ltLang="en-US" sz="1400" dirty="0">
              <a:solidFill>
                <a:srgbClr val="DBB33C"/>
              </a:solidFill>
              <a:latin typeface="微软雅黑" panose="020B0503020204020204" charset="-122"/>
              <a:ea typeface="微软雅黑" panose="020B0503020204020204" charset="-122"/>
            </a:endParaRPr>
          </a:p>
        </p:txBody>
      </p:sp>
      <p:sp>
        <p:nvSpPr>
          <p:cNvPr id="3" name="文本框 2"/>
          <p:cNvSpPr txBox="1"/>
          <p:nvPr/>
        </p:nvSpPr>
        <p:spPr>
          <a:xfrm>
            <a:off x="811568" y="387983"/>
            <a:ext cx="6796599" cy="460375"/>
          </a:xfrm>
          <a:prstGeom prst="rect">
            <a:avLst/>
          </a:prstGeom>
          <a:noFill/>
        </p:spPr>
        <p:txBody>
          <a:bodyPr wrap="square" rtlCol="0">
            <a:sp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雅阁酒店集团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Argyle</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Hotels</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Group</a:t>
            </a:r>
            <a:endPar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pic>
        <p:nvPicPr>
          <p:cNvPr id="8" name="图片 7"/>
          <p:cNvPicPr>
            <a:picLocks noChangeAspect="1"/>
          </p:cNvPicPr>
          <p:nvPr/>
        </p:nvPicPr>
        <p:blipFill>
          <a:blip r:embed="rId4"/>
          <a:stretch>
            <a:fillRect/>
          </a:stretch>
        </p:blipFill>
        <p:spPr>
          <a:xfrm>
            <a:off x="839416" y="4149080"/>
            <a:ext cx="3239646" cy="555368"/>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email"/>
          <a:stretch>
            <a:fillRect/>
          </a:stretch>
        </p:blipFill>
        <p:spPr>
          <a:xfrm>
            <a:off x="409925" y="395613"/>
            <a:ext cx="368828" cy="458763"/>
          </a:xfrm>
          <a:prstGeom prst="rect">
            <a:avLst/>
          </a:prstGeom>
        </p:spPr>
      </p:pic>
      <p:sp>
        <p:nvSpPr>
          <p:cNvPr id="10" name="文本框 9"/>
          <p:cNvSpPr txBox="1"/>
          <p:nvPr/>
        </p:nvSpPr>
        <p:spPr>
          <a:xfrm>
            <a:off x="811568" y="387983"/>
            <a:ext cx="6796599" cy="460375"/>
          </a:xfrm>
          <a:prstGeom prst="rect">
            <a:avLst/>
          </a:prstGeom>
          <a:noFill/>
        </p:spPr>
        <p:txBody>
          <a:bodyPr wrap="square" rtlCol="0">
            <a:spAutoFit/>
          </a:bodyPr>
          <a:lstStyle/>
          <a:p>
            <a:r>
              <a:rPr lang="zh-CN" altLang="en-US"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雅阁品牌矩阵 </a:t>
            </a:r>
            <a:r>
              <a:rPr lang="en-US"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AHG </a:t>
            </a:r>
            <a:r>
              <a:rPr lang="en-GB" altLang="zh-CN" sz="2400" b="1" dirty="0">
                <a:solidFill>
                  <a:srgbClr val="DBB33C"/>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Brand Matrix</a:t>
            </a:r>
          </a:p>
        </p:txBody>
      </p:sp>
      <p:pic>
        <p:nvPicPr>
          <p:cNvPr id="11" name="图片 10" descr="fb21b4d1-4e2d-47d3-b72a-aa403527ae4c"/>
          <p:cNvPicPr>
            <a:picLocks noChangeAspect="1"/>
          </p:cNvPicPr>
          <p:nvPr/>
        </p:nvPicPr>
        <p:blipFill>
          <a:blip r:embed="rId3"/>
          <a:srcRect b="15352"/>
          <a:stretch>
            <a:fillRect/>
          </a:stretch>
        </p:blipFill>
        <p:spPr>
          <a:xfrm>
            <a:off x="3872865" y="-290830"/>
            <a:ext cx="7783195" cy="6870700"/>
          </a:xfrm>
          <a:prstGeom prst="rect">
            <a:avLst/>
          </a:prstGeom>
        </p:spPr>
      </p:pic>
      <p:pic>
        <p:nvPicPr>
          <p:cNvPr id="13" name="图片 12" descr="fb21b4d1-4e2d-47d3-b72a-aa403527ae4c"/>
          <p:cNvPicPr>
            <a:picLocks noChangeAspect="1"/>
          </p:cNvPicPr>
          <p:nvPr/>
        </p:nvPicPr>
        <p:blipFill>
          <a:blip r:embed="rId3"/>
          <a:srcRect l="30659" t="84657" r="32107" b="3796"/>
          <a:stretch>
            <a:fillRect/>
          </a:stretch>
        </p:blipFill>
        <p:spPr>
          <a:xfrm>
            <a:off x="1199515" y="3284855"/>
            <a:ext cx="3245485" cy="1049655"/>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descr="夜晚的城市建筑&#10;&#10;AI 生成的内容可能不正确。"/>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30000"/>
                    </a14:imgEffect>
                  </a14:imgLayer>
                </a14:imgProps>
              </a:ext>
            </a:extLst>
          </a:blip>
          <a:srcRect l="-11" t="31289" r="11" b="8478"/>
          <a:stretch>
            <a:fillRect/>
          </a:stretch>
        </p:blipFill>
        <p:spPr>
          <a:xfrm>
            <a:off x="-13335" y="3275330"/>
            <a:ext cx="6054725" cy="3538220"/>
          </a:xfrm>
          <a:prstGeom prst="rect">
            <a:avLst/>
          </a:prstGeom>
        </p:spPr>
      </p:pic>
      <p:pic>
        <p:nvPicPr>
          <p:cNvPr id="22" name="图片 21"/>
          <p:cNvPicPr>
            <a:picLocks noChangeAspect="1"/>
          </p:cNvPicPr>
          <p:nvPr/>
        </p:nvPicPr>
        <p:blipFill rotWithShape="1">
          <a:blip r:embed="rId4">
            <a:extLst>
              <a:ext uri="{28A0092B-C50C-407E-A947-70E740481C1C}">
                <a14:useLocalDpi xmlns:a14="http://schemas.microsoft.com/office/drawing/2010/main" val="0"/>
              </a:ext>
            </a:extLst>
          </a:blip>
          <a:srcRect l="1143" t="19103" r="166" b="19248"/>
          <a:stretch>
            <a:fillRect/>
          </a:stretch>
        </p:blipFill>
        <p:spPr>
          <a:xfrm>
            <a:off x="-41275" y="0"/>
            <a:ext cx="7204710" cy="3192780"/>
          </a:xfrm>
          <a:prstGeom prst="rect">
            <a:avLst/>
          </a:prstGeom>
        </p:spPr>
      </p:pic>
      <p:pic>
        <p:nvPicPr>
          <p:cNvPr id="23" name="图片 22" descr="图片包含 建筑, 室内, 桌子, 活&#10;&#10;AI 生成的内容可能不正确。"/>
          <p:cNvPicPr>
            <a:picLocks noChangeAspect="1"/>
          </p:cNvPicPr>
          <p:nvPr/>
        </p:nvPicPr>
        <p:blipFill rotWithShape="1">
          <a:blip r:embed="rId5"/>
          <a:srcRect l="254" t="10884" r="-254" b="10615"/>
          <a:stretch>
            <a:fillRect/>
          </a:stretch>
        </p:blipFill>
        <p:spPr>
          <a:xfrm>
            <a:off x="7211695" y="0"/>
            <a:ext cx="4986655" cy="3193415"/>
          </a:xfrm>
          <a:prstGeom prst="rect">
            <a:avLst/>
          </a:prstGeom>
        </p:spPr>
      </p:pic>
      <p:pic>
        <p:nvPicPr>
          <p:cNvPr id="21" name="图片 20"/>
          <p:cNvPicPr>
            <a:picLocks noChangeAspect="1"/>
          </p:cNvPicPr>
          <p:nvPr/>
        </p:nvPicPr>
        <p:blipFill rotWithShape="1">
          <a:blip r:embed="rId6"/>
          <a:srcRect l="1170" t="11090" r="697" b="5738"/>
          <a:stretch>
            <a:fillRect/>
          </a:stretch>
        </p:blipFill>
        <p:spPr>
          <a:xfrm>
            <a:off x="6096000" y="3274695"/>
            <a:ext cx="6122670" cy="3444240"/>
          </a:xfrm>
          <a:prstGeom prst="rect">
            <a:avLst/>
          </a:prstGeom>
        </p:spPr>
      </p:pic>
      <p:pic>
        <p:nvPicPr>
          <p:cNvPr id="3" name="图片 2"/>
          <p:cNvPicPr>
            <a:picLocks noChangeAspect="1"/>
          </p:cNvPicPr>
          <p:nvPr/>
        </p:nvPicPr>
        <p:blipFill rotWithShape="1">
          <a:blip r:embed="rId7" cstate="email">
            <a:extLst>
              <a:ext uri="{BEBA8EAE-BF5A-486C-A8C5-ECC9F3942E4B}">
                <a14:imgProps xmlns:a14="http://schemas.microsoft.com/office/drawing/2010/main">
                  <a14:imgLayer r:embed="rId8">
                    <a14:imgEffect>
                      <a14:artisticBlur radius="39"/>
                    </a14:imgEffect>
                  </a14:imgLayer>
                </a14:imgProps>
              </a:ext>
            </a:extLst>
          </a:blip>
          <a:srcRect/>
          <a:stretch>
            <a:fillRect/>
          </a:stretch>
        </p:blipFill>
        <p:spPr>
          <a:xfrm>
            <a:off x="-20955" y="5972175"/>
            <a:ext cx="12219305" cy="841375"/>
          </a:xfrm>
          <a:prstGeom prst="rect">
            <a:avLst/>
          </a:prstGeom>
        </p:spPr>
      </p:pic>
      <p:pic>
        <p:nvPicPr>
          <p:cNvPr id="49" name="图片 48"/>
          <p:cNvPicPr>
            <a:picLocks noChangeAspect="1"/>
          </p:cNvPicPr>
          <p:nvPr/>
        </p:nvPicPr>
        <p:blipFill>
          <a:blip r:embed="rId9" cstate="email"/>
          <a:stretch>
            <a:fillRect/>
          </a:stretch>
        </p:blipFill>
        <p:spPr>
          <a:xfrm>
            <a:off x="409925" y="395613"/>
            <a:ext cx="368828" cy="458763"/>
          </a:xfrm>
          <a:prstGeom prst="rect">
            <a:avLst/>
          </a:prstGeom>
        </p:spPr>
      </p:pic>
      <p:sp>
        <p:nvSpPr>
          <p:cNvPr id="35" name="文本框 13"/>
          <p:cNvSpPr txBox="1"/>
          <p:nvPr/>
        </p:nvSpPr>
        <p:spPr>
          <a:xfrm>
            <a:off x="2427014" y="1965593"/>
            <a:ext cx="1254949" cy="418128"/>
          </a:xfrm>
          <a:prstGeom prst="rect">
            <a:avLst/>
          </a:prstGeom>
          <a:ln w="12700">
            <a:miter lim="400000"/>
          </a:ln>
        </p:spPr>
        <p:txBody>
          <a:bodyPr wrap="square" lIns="38738" rIns="38738">
            <a:spAutoFit/>
          </a:bodyPr>
          <a:lstStyle/>
          <a:p>
            <a:pP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600" dirty="0">
              <a:solidFill>
                <a:schemeClr val="bg1"/>
              </a:solidFill>
            </a:endParaRPr>
          </a:p>
        </p:txBody>
      </p:sp>
      <p:sp>
        <p:nvSpPr>
          <p:cNvPr id="33" name="文本框 10"/>
          <p:cNvSpPr txBox="1"/>
          <p:nvPr/>
        </p:nvSpPr>
        <p:spPr>
          <a:xfrm>
            <a:off x="334645" y="6137910"/>
            <a:ext cx="11522075" cy="652780"/>
          </a:xfrm>
          <a:prstGeom prst="rect">
            <a:avLst/>
          </a:prstGeom>
          <a:ln w="12700">
            <a:miter lim="400000"/>
          </a:ln>
        </p:spPr>
        <p:txBody>
          <a:bodyPr wrap="square" lIns="38738" rIns="38738">
            <a:noAutofit/>
          </a:bodyPr>
          <a:lstStyle/>
          <a:p>
            <a:pPr algn="ctr" defTabSz="1079500">
              <a:spcBef>
                <a:spcPts val="500"/>
              </a:spcBef>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1200" dirty="0">
                <a:solidFill>
                  <a:schemeClr val="bg1"/>
                </a:solidFill>
                <a:sym typeface="+mn-ea"/>
              </a:rPr>
              <a:t>广州、贵州黔东南、河源、安顺、延安、十堰、西安、秦皇岛、韶关、清远、珠海、成都、南平、湖州、崇左、砀山、大理、威海、</a:t>
            </a:r>
            <a:endParaRPr lang="en-US" altLang="zh-CN" sz="1200" dirty="0">
              <a:solidFill>
                <a:schemeClr val="bg1"/>
              </a:solidFill>
              <a:sym typeface="+mn-ea"/>
            </a:endParaRPr>
          </a:p>
          <a:p>
            <a:pPr algn="ctr" defTabSz="1079500">
              <a:spcBef>
                <a:spcPts val="500"/>
              </a:spcBef>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1200" dirty="0">
                <a:solidFill>
                  <a:schemeClr val="bg1"/>
                </a:solidFill>
                <a:sym typeface="+mn-ea"/>
              </a:rPr>
              <a:t>郴州、丽江、武汉、镇江、宁波、宜昌、彭州、弥勒、阳江、盐城、安吉、烟台、合肥、</a:t>
            </a:r>
            <a:r>
              <a:rPr lang="zh-CN" altLang="en-US" sz="1200">
                <a:solidFill>
                  <a:schemeClr val="bg1"/>
                </a:solidFill>
                <a:sym typeface="+mn-ea"/>
              </a:rPr>
              <a:t>长沙等</a:t>
            </a:r>
            <a:endParaRPr lang="en-GB" sz="1200" dirty="0">
              <a:solidFill>
                <a:schemeClr val="bg1"/>
              </a:solidFill>
              <a:sym typeface="+mn-ea"/>
            </a:endParaRPr>
          </a:p>
        </p:txBody>
      </p:sp>
      <p:sp>
        <p:nvSpPr>
          <p:cNvPr id="5" name="文本框 4"/>
          <p:cNvSpPr txBox="1"/>
          <p:nvPr/>
        </p:nvSpPr>
        <p:spPr>
          <a:xfrm>
            <a:off x="-3536414" y="5993176"/>
            <a:ext cx="184731" cy="369332"/>
          </a:xfrm>
          <a:prstGeom prst="rect">
            <a:avLst/>
          </a:prstGeom>
          <a:noFill/>
        </p:spPr>
        <p:txBody>
          <a:bodyPr wrap="none" rtlCol="0">
            <a:spAutoFit/>
          </a:bodyPr>
          <a:lstStyle/>
          <a:p>
            <a:endParaRPr kumimoji="1" lang="zh-CN" altLang="en-US"/>
          </a:p>
        </p:txBody>
      </p:sp>
      <p:sp>
        <p:nvSpPr>
          <p:cNvPr id="10" name="文本框 9"/>
          <p:cNvSpPr txBox="1"/>
          <p:nvPr/>
        </p:nvSpPr>
        <p:spPr>
          <a:xfrm>
            <a:off x="119440" y="5589205"/>
            <a:ext cx="2576786" cy="306705"/>
          </a:xfrm>
          <a:prstGeom prst="rect">
            <a:avLst/>
          </a:prstGeom>
          <a:noFill/>
        </p:spPr>
        <p:txBody>
          <a:bodyPr wrap="square" rtlCol="0">
            <a:spAutoFit/>
          </a:bodyPr>
          <a:lstStyle/>
          <a:p>
            <a:pPr algn="l"/>
            <a:r>
              <a:rPr lang="zh-CN" altLang="en-US" sz="1400" dirty="0">
                <a:solidFill>
                  <a:srgbClr val="DBB33C"/>
                </a:solidFill>
                <a:highlight>
                  <a:srgbClr val="0A1833"/>
                </a:highlight>
                <a:latin typeface="微软雅黑" panose="020B0503020204020204" charset="-122"/>
                <a:ea typeface="微软雅黑" panose="020B0503020204020204" charset="-122"/>
                <a:sym typeface="+mn-ea"/>
              </a:rPr>
              <a:t>浙江温岭</a:t>
            </a:r>
            <a:endParaRPr lang="en-GB" altLang="zh-CN" sz="1400" dirty="0">
              <a:solidFill>
                <a:srgbClr val="DBB33C"/>
              </a:solidFill>
              <a:highlight>
                <a:srgbClr val="0A1833"/>
              </a:highlight>
              <a:latin typeface="微软雅黑" panose="020B0503020204020204" charset="-122"/>
              <a:ea typeface="微软雅黑" panose="020B0503020204020204" charset="-122"/>
              <a:sym typeface="+mn-ea"/>
            </a:endParaRPr>
          </a:p>
        </p:txBody>
      </p:sp>
      <p:sp>
        <p:nvSpPr>
          <p:cNvPr id="29" name="文本框 28"/>
          <p:cNvSpPr txBox="1"/>
          <p:nvPr/>
        </p:nvSpPr>
        <p:spPr>
          <a:xfrm>
            <a:off x="6097905" y="5499735"/>
            <a:ext cx="910590" cy="242570"/>
          </a:xfrm>
          <a:prstGeom prst="rect">
            <a:avLst/>
          </a:prstGeom>
          <a:noFill/>
        </p:spPr>
        <p:txBody>
          <a:bodyPr wrap="none" rtlCol="0">
            <a:noAutofit/>
          </a:bodyPr>
          <a:lstStyle/>
          <a:p>
            <a:pPr algn="l" fontAlgn="auto">
              <a:lnSpc>
                <a:spcPct val="150000"/>
              </a:lnSpc>
              <a:buClr>
                <a:srgbClr val="BA8A2E"/>
              </a:buClr>
            </a:pPr>
            <a:r>
              <a:rPr lang="zh-CN" altLang="en-US" sz="1400" dirty="0">
                <a:solidFill>
                  <a:srgbClr val="DBB33C"/>
                </a:solidFill>
                <a:highlight>
                  <a:srgbClr val="0A1833"/>
                </a:highlight>
                <a:latin typeface="微软雅黑" panose="020B0503020204020204" charset="-122"/>
                <a:ea typeface="微软雅黑" panose="020B0503020204020204" charset="-122"/>
                <a:sym typeface="+mn-ea"/>
              </a:rPr>
              <a:t>福建</a:t>
            </a:r>
            <a:r>
              <a:rPr lang="zh-CN" altLang="en-GB" sz="1400" dirty="0">
                <a:solidFill>
                  <a:srgbClr val="DBB33C"/>
                </a:solidFill>
                <a:highlight>
                  <a:srgbClr val="0A1833"/>
                </a:highlight>
                <a:latin typeface="微软雅黑" panose="020B0503020204020204" charset="-122"/>
                <a:ea typeface="微软雅黑" panose="020B0503020204020204" charset="-122"/>
                <a:sym typeface="+mn-ea"/>
              </a:rPr>
              <a:t>南平</a:t>
            </a:r>
            <a:endParaRPr lang="en-GB" altLang="zh-CN" sz="1400" dirty="0">
              <a:solidFill>
                <a:srgbClr val="DBB33C"/>
              </a:solidFill>
              <a:highlight>
                <a:srgbClr val="0A1833"/>
              </a:highlight>
              <a:latin typeface="微软雅黑" panose="020B0503020204020204" charset="-122"/>
              <a:ea typeface="微软雅黑" panose="020B0503020204020204" charset="-122"/>
              <a:sym typeface="+mn-ea"/>
            </a:endParaRPr>
          </a:p>
        </p:txBody>
      </p:sp>
      <p:sp>
        <p:nvSpPr>
          <p:cNvPr id="30" name="文本框 29"/>
          <p:cNvSpPr txBox="1"/>
          <p:nvPr/>
        </p:nvSpPr>
        <p:spPr>
          <a:xfrm>
            <a:off x="47647" y="2780563"/>
            <a:ext cx="1262444" cy="307777"/>
          </a:xfrm>
          <a:prstGeom prst="rect">
            <a:avLst/>
          </a:prstGeom>
          <a:noFill/>
        </p:spPr>
        <p:txBody>
          <a:bodyPr wrap="square" rtlCol="0">
            <a:spAutoFit/>
          </a:bodyPr>
          <a:lstStyle/>
          <a:p>
            <a:pPr algn="l"/>
            <a:r>
              <a:rPr lang="zh-CN" altLang="en-US" sz="1400" dirty="0">
                <a:solidFill>
                  <a:srgbClr val="DBB33C"/>
                </a:solidFill>
                <a:highlight>
                  <a:srgbClr val="0A1833"/>
                </a:highlight>
                <a:latin typeface="微软雅黑" panose="020B0503020204020204" charset="-122"/>
                <a:ea typeface="微软雅黑" panose="020B0503020204020204" charset="-122"/>
              </a:rPr>
              <a:t>云南大理</a:t>
            </a:r>
            <a:endParaRPr lang="en-GB" altLang="zh-CN" sz="1400" dirty="0">
              <a:solidFill>
                <a:srgbClr val="DBB33C"/>
              </a:solidFill>
              <a:highlight>
                <a:srgbClr val="0A1833"/>
              </a:highlight>
              <a:latin typeface="微软雅黑" panose="020B0503020204020204" charset="-122"/>
              <a:ea typeface="微软雅黑" panose="020B0503020204020204" charset="-122"/>
            </a:endParaRPr>
          </a:p>
        </p:txBody>
      </p:sp>
      <p:sp>
        <p:nvSpPr>
          <p:cNvPr id="32" name="文本框 31"/>
          <p:cNvSpPr txBox="1"/>
          <p:nvPr/>
        </p:nvSpPr>
        <p:spPr>
          <a:xfrm>
            <a:off x="7391718" y="2709061"/>
            <a:ext cx="902811" cy="377411"/>
          </a:xfrm>
          <a:prstGeom prst="rect">
            <a:avLst/>
          </a:prstGeom>
          <a:noFill/>
        </p:spPr>
        <p:txBody>
          <a:bodyPr wrap="none" rtlCol="0">
            <a:spAutoFit/>
          </a:bodyPr>
          <a:lstStyle/>
          <a:p>
            <a:pPr fontAlgn="auto">
              <a:lnSpc>
                <a:spcPct val="150000"/>
              </a:lnSpc>
              <a:buClr>
                <a:srgbClr val="BA8A2E"/>
              </a:buClr>
            </a:pPr>
            <a:r>
              <a:rPr lang="zh-CN" altLang="en-US" sz="1400" dirty="0">
                <a:solidFill>
                  <a:srgbClr val="DBB33C"/>
                </a:solidFill>
                <a:highlight>
                  <a:srgbClr val="0A1833"/>
                </a:highlight>
                <a:latin typeface="微软雅黑" panose="020B0503020204020204" charset="-122"/>
                <a:ea typeface="微软雅黑" panose="020B0503020204020204" charset="-122"/>
                <a:sym typeface="+mn-ea"/>
              </a:rPr>
              <a:t>云南昭通</a:t>
            </a:r>
            <a:endParaRPr lang="en-US" altLang="en-GB" sz="1400" dirty="0">
              <a:solidFill>
                <a:srgbClr val="DBB33C"/>
              </a:solidFill>
              <a:highlight>
                <a:srgbClr val="0A1833"/>
              </a:highlight>
              <a:latin typeface="微软雅黑" panose="020B0503020204020204" charset="-122"/>
              <a:ea typeface="微软雅黑" panose="020B0503020204020204" charset="-122"/>
              <a:sym typeface="+mn-ea"/>
            </a:endParaRPr>
          </a:p>
        </p:txBody>
      </p:sp>
      <p:sp>
        <p:nvSpPr>
          <p:cNvPr id="27" name="文本框 26"/>
          <p:cNvSpPr txBox="1"/>
          <p:nvPr/>
        </p:nvSpPr>
        <p:spPr>
          <a:xfrm>
            <a:off x="811568" y="387983"/>
            <a:ext cx="9388888" cy="460375"/>
          </a:xfrm>
          <a:prstGeom prst="rect">
            <a:avLst/>
          </a:prstGeom>
          <a:noFill/>
        </p:spPr>
        <p:txBody>
          <a:bodyPr wrap="square" rtlCol="0">
            <a:sp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旗下酒店分布 </a:t>
            </a:r>
            <a:r>
              <a:rPr lang="en-US"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AHG</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a:t>
            </a:r>
            <a:r>
              <a:rPr lang="en-GB" altLang="zh-CN"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Hotels Layout</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p:cNvSpPr/>
          <p:nvPr/>
        </p:nvSpPr>
        <p:spPr>
          <a:xfrm>
            <a:off x="10315575" y="975360"/>
            <a:ext cx="1876425" cy="5832475"/>
          </a:xfrm>
          <a:prstGeom prst="rect">
            <a:avLst/>
          </a:prstGeom>
          <a:solidFill>
            <a:srgbClr val="493629">
              <a:alpha val="8211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6" name="图片 15"/>
          <p:cNvPicPr>
            <a:picLocks noChangeAspect="1"/>
          </p:cNvPicPr>
          <p:nvPr/>
        </p:nvPicPr>
        <p:blipFill>
          <a:blip r:embed="rId2" cstate="email"/>
          <a:stretch>
            <a:fillRect/>
          </a:stretch>
        </p:blipFill>
        <p:spPr>
          <a:xfrm>
            <a:off x="409925" y="395613"/>
            <a:ext cx="368828" cy="458763"/>
          </a:xfrm>
          <a:prstGeom prst="rect">
            <a:avLst/>
          </a:prstGeom>
        </p:spPr>
      </p:pic>
      <p:sp>
        <p:nvSpPr>
          <p:cNvPr id="17" name="文本框 16"/>
          <p:cNvSpPr txBox="1"/>
          <p:nvPr/>
        </p:nvSpPr>
        <p:spPr>
          <a:xfrm>
            <a:off x="811568" y="387983"/>
            <a:ext cx="6796599" cy="46166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咖啡品牌 </a:t>
            </a:r>
            <a:r>
              <a:rPr lang="en-GB" altLang="zh-CN" sz="2400" b="1" dirty="0" err="1">
                <a:solidFill>
                  <a:schemeClr val="tx1">
                    <a:lumMod val="75000"/>
                    <a:lumOff val="25000"/>
                  </a:schemeClr>
                </a:solidFill>
                <a:latin typeface="微软雅黑" panose="020B0503020204020204" charset="-122"/>
                <a:ea typeface="微软雅黑" panose="020B0503020204020204" charset="-122"/>
                <a:cs typeface="+mn-ea"/>
                <a:sym typeface="+mn-lt"/>
              </a:rPr>
              <a:t>Epark</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 </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Coffee</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18" name="图片 17"/>
          <p:cNvPicPr>
            <a:picLocks noChangeAspect="1"/>
          </p:cNvPicPr>
          <p:nvPr/>
        </p:nvPicPr>
        <p:blipFill>
          <a:blip r:embed="rId3" cstate="email"/>
          <a:stretch>
            <a:fillRect/>
          </a:stretch>
        </p:blipFill>
        <p:spPr>
          <a:xfrm>
            <a:off x="9984432" y="252139"/>
            <a:ext cx="1954772" cy="683357"/>
          </a:xfrm>
          <a:prstGeom prst="rect">
            <a:avLst/>
          </a:prstGeom>
        </p:spPr>
      </p:pic>
      <p:grpSp>
        <p:nvGrpSpPr>
          <p:cNvPr id="22" name="组合 21"/>
          <p:cNvGrpSpPr/>
          <p:nvPr/>
        </p:nvGrpSpPr>
        <p:grpSpPr>
          <a:xfrm>
            <a:off x="635" y="975605"/>
            <a:ext cx="10367010" cy="5841120"/>
            <a:chOff x="682071" y="383906"/>
            <a:chExt cx="11053521" cy="6261027"/>
          </a:xfrm>
        </p:grpSpPr>
        <p:grpSp>
          <p:nvGrpSpPr>
            <p:cNvPr id="23" name="组合 22"/>
            <p:cNvGrpSpPr/>
            <p:nvPr/>
          </p:nvGrpSpPr>
          <p:grpSpPr>
            <a:xfrm>
              <a:off x="682071" y="383906"/>
              <a:ext cx="11053521" cy="6261027"/>
              <a:chOff x="185" y="-3"/>
              <a:chExt cx="19021" cy="10774"/>
            </a:xfrm>
          </p:grpSpPr>
          <p:pic>
            <p:nvPicPr>
              <p:cNvPr id="28" name="图片 27" descr="81c12109e8fb620039f8dd8d6bf7cf3"/>
              <p:cNvPicPr>
                <a:picLocks noChangeAspect="1"/>
              </p:cNvPicPr>
              <p:nvPr/>
            </p:nvPicPr>
            <p:blipFill>
              <a:blip r:embed="rId4" cstate="email"/>
              <a:stretch>
                <a:fillRect/>
              </a:stretch>
            </p:blipFill>
            <p:spPr>
              <a:xfrm>
                <a:off x="9218" y="6653"/>
                <a:ext cx="5247" cy="4113"/>
              </a:xfrm>
              <a:prstGeom prst="rect">
                <a:avLst/>
              </a:prstGeom>
            </p:spPr>
          </p:pic>
          <p:grpSp>
            <p:nvGrpSpPr>
              <p:cNvPr id="29" name="组合 28"/>
              <p:cNvGrpSpPr/>
              <p:nvPr/>
            </p:nvGrpSpPr>
            <p:grpSpPr>
              <a:xfrm>
                <a:off x="185" y="4"/>
                <a:ext cx="19017" cy="10762"/>
                <a:chOff x="-207" y="136"/>
                <a:chExt cx="19310" cy="10856"/>
              </a:xfrm>
            </p:grpSpPr>
            <p:grpSp>
              <p:nvGrpSpPr>
                <p:cNvPr id="32" name="组合 1"/>
                <p:cNvGrpSpPr/>
                <p:nvPr/>
              </p:nvGrpSpPr>
              <p:grpSpPr>
                <a:xfrm>
                  <a:off x="-207" y="136"/>
                  <a:ext cx="16184" cy="10856"/>
                  <a:chOff x="-175369" y="-6189"/>
                  <a:chExt cx="12253778" cy="8396603"/>
                </a:xfrm>
              </p:grpSpPr>
              <p:pic>
                <p:nvPicPr>
                  <p:cNvPr id="34" name="图片 1" descr="图片 1"/>
                  <p:cNvPicPr>
                    <a:picLocks noChangeAspect="1"/>
                  </p:cNvPicPr>
                  <p:nvPr/>
                </p:nvPicPr>
                <p:blipFill>
                  <a:blip r:embed="rId5" cstate="email"/>
                  <a:stretch>
                    <a:fillRect/>
                  </a:stretch>
                </p:blipFill>
                <p:spPr>
                  <a:xfrm>
                    <a:off x="-175369" y="-6189"/>
                    <a:ext cx="6788890" cy="8396603"/>
                  </a:xfrm>
                  <a:prstGeom prst="rect">
                    <a:avLst/>
                  </a:prstGeom>
                  <a:ln w="12700" cap="flat">
                    <a:noFill/>
                    <a:miter lim="400000"/>
                    <a:headEnd/>
                    <a:tailEnd/>
                  </a:ln>
                  <a:effectLst/>
                </p:spPr>
              </p:pic>
              <p:pic>
                <p:nvPicPr>
                  <p:cNvPr id="35" name="图片 8" descr="图片 8"/>
                  <p:cNvPicPr>
                    <a:picLocks noChangeAspect="1"/>
                  </p:cNvPicPr>
                  <p:nvPr/>
                </p:nvPicPr>
                <p:blipFill>
                  <a:blip r:embed="rId6" cstate="email"/>
                  <a:stretch>
                    <a:fillRect/>
                  </a:stretch>
                </p:blipFill>
                <p:spPr>
                  <a:xfrm>
                    <a:off x="9715812" y="5174317"/>
                    <a:ext cx="2362597" cy="3207690"/>
                  </a:xfrm>
                  <a:prstGeom prst="rect">
                    <a:avLst/>
                  </a:prstGeom>
                  <a:ln w="12700" cap="flat">
                    <a:noFill/>
                    <a:miter lim="400000"/>
                    <a:headEnd/>
                    <a:tailEnd/>
                  </a:ln>
                  <a:effectLst/>
                </p:spPr>
              </p:pic>
            </p:grpSp>
            <p:pic>
              <p:nvPicPr>
                <p:cNvPr id="33" name="图片 32" descr="甜橙美式咖啡"/>
                <p:cNvPicPr>
                  <a:picLocks noChangeAspect="1"/>
                </p:cNvPicPr>
                <p:nvPr/>
              </p:nvPicPr>
              <p:blipFill>
                <a:blip r:embed="rId7" cstate="email"/>
                <a:stretch>
                  <a:fillRect/>
                </a:stretch>
              </p:blipFill>
              <p:spPr>
                <a:xfrm>
                  <a:off x="16034" y="6824"/>
                  <a:ext cx="3069" cy="4157"/>
                </a:xfrm>
                <a:prstGeom prst="rect">
                  <a:avLst/>
                </a:prstGeom>
              </p:spPr>
            </p:pic>
          </p:grpSp>
          <p:pic>
            <p:nvPicPr>
              <p:cNvPr id="30" name="图片 29" descr="cebc71ce66cbba65e53694085a120e1"/>
              <p:cNvPicPr>
                <a:picLocks noChangeAspect="1"/>
              </p:cNvPicPr>
              <p:nvPr/>
            </p:nvPicPr>
            <p:blipFill>
              <a:blip r:embed="rId8" cstate="email"/>
              <a:stretch>
                <a:fillRect/>
              </a:stretch>
            </p:blipFill>
            <p:spPr>
              <a:xfrm>
                <a:off x="9231" y="0"/>
                <a:ext cx="9975" cy="6520"/>
              </a:xfrm>
              <a:prstGeom prst="rect">
                <a:avLst/>
              </a:prstGeom>
            </p:spPr>
          </p:pic>
          <p:pic>
            <p:nvPicPr>
              <p:cNvPr id="31" name="图片 30" descr="逸派"/>
              <p:cNvPicPr>
                <a:picLocks noChangeAspect="1"/>
              </p:cNvPicPr>
              <p:nvPr/>
            </p:nvPicPr>
            <p:blipFill>
              <a:blip r:embed="rId9" cstate="email"/>
              <a:stretch>
                <a:fillRect/>
              </a:stretch>
            </p:blipFill>
            <p:spPr>
              <a:xfrm>
                <a:off x="2140" y="-3"/>
                <a:ext cx="7152" cy="10774"/>
              </a:xfrm>
              <a:prstGeom prst="rect">
                <a:avLst/>
              </a:prstGeom>
            </p:spPr>
          </p:pic>
        </p:grpSp>
        <p:sp>
          <p:nvSpPr>
            <p:cNvPr id="24" name="矩形 27"/>
            <p:cNvSpPr/>
            <p:nvPr/>
          </p:nvSpPr>
          <p:spPr>
            <a:xfrm rot="5400000" flipV="1">
              <a:off x="2815898" y="3472647"/>
              <a:ext cx="6235425" cy="81923"/>
            </a:xfrm>
            <a:prstGeom prst="rect">
              <a:avLst/>
            </a:prstGeom>
            <a:solidFill>
              <a:srgbClr val="C6A86F"/>
            </a:solidFill>
            <a:ln w="12700">
              <a:solidFill>
                <a:srgbClr val="C6A86F"/>
              </a:solidFill>
              <a:miter lim="400000"/>
            </a:ln>
          </p:spPr>
          <p:txBody>
            <a:bodyPr lIns="38738" rIns="38738" anchor="ctr"/>
            <a:lstStyle/>
            <a:p>
              <a:pPr algn="ctr" defTabSz="1079500">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185" dirty="0">
                <a:solidFill>
                  <a:srgbClr val="CB9638"/>
                </a:solidFill>
              </a:endParaRPr>
            </a:p>
          </p:txBody>
        </p:sp>
        <p:sp>
          <p:nvSpPr>
            <p:cNvPr id="25" name="矩形 27"/>
            <p:cNvSpPr/>
            <p:nvPr/>
          </p:nvSpPr>
          <p:spPr>
            <a:xfrm rot="5400000" flipV="1">
              <a:off x="6945083" y="5408294"/>
              <a:ext cx="2395324" cy="72002"/>
            </a:xfrm>
            <a:prstGeom prst="rect">
              <a:avLst/>
            </a:prstGeom>
            <a:solidFill>
              <a:srgbClr val="C6A86F"/>
            </a:solidFill>
            <a:ln w="12700">
              <a:solidFill>
                <a:srgbClr val="C6A86F"/>
              </a:solidFill>
              <a:miter lim="400000"/>
            </a:ln>
          </p:spPr>
          <p:txBody>
            <a:bodyPr lIns="38738" rIns="38738" anchor="ctr"/>
            <a:lstStyle/>
            <a:p>
              <a:pPr algn="ctr" defTabSz="1079500">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185" dirty="0">
                <a:solidFill>
                  <a:srgbClr val="CB9638"/>
                </a:solidFill>
              </a:endParaRPr>
            </a:p>
          </p:txBody>
        </p:sp>
        <p:sp>
          <p:nvSpPr>
            <p:cNvPr id="26" name="矩形 27"/>
            <p:cNvSpPr/>
            <p:nvPr/>
          </p:nvSpPr>
          <p:spPr>
            <a:xfrm rot="5400000" flipV="1">
              <a:off x="8750798" y="5400678"/>
              <a:ext cx="2398365" cy="72000"/>
            </a:xfrm>
            <a:prstGeom prst="rect">
              <a:avLst/>
            </a:prstGeom>
            <a:solidFill>
              <a:srgbClr val="C6A86F"/>
            </a:solidFill>
            <a:ln w="12700">
              <a:solidFill>
                <a:srgbClr val="C6A86F"/>
              </a:solidFill>
              <a:miter lim="400000"/>
            </a:ln>
          </p:spPr>
          <p:txBody>
            <a:bodyPr lIns="38738" rIns="38738" anchor="ctr"/>
            <a:lstStyle/>
            <a:p>
              <a:pPr algn="ctr" defTabSz="1079500">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185" dirty="0">
                <a:solidFill>
                  <a:srgbClr val="CB9638"/>
                </a:solidFill>
              </a:endParaRPr>
            </a:p>
          </p:txBody>
        </p:sp>
        <p:sp>
          <p:nvSpPr>
            <p:cNvPr id="27" name="矩形 27"/>
            <p:cNvSpPr/>
            <p:nvPr/>
          </p:nvSpPr>
          <p:spPr>
            <a:xfrm rot="10800000" flipV="1">
              <a:off x="5967236" y="4179908"/>
              <a:ext cx="5766030" cy="66625"/>
            </a:xfrm>
            <a:prstGeom prst="rect">
              <a:avLst/>
            </a:prstGeom>
            <a:solidFill>
              <a:srgbClr val="C6A86F"/>
            </a:solidFill>
            <a:ln w="12700">
              <a:solidFill>
                <a:srgbClr val="C6A86F"/>
              </a:solidFill>
              <a:miter lim="400000"/>
            </a:ln>
          </p:spPr>
          <p:txBody>
            <a:bodyPr lIns="38738" rIns="38738" anchor="ctr"/>
            <a:lstStyle/>
            <a:p>
              <a:pPr algn="ctr" defTabSz="1079500">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185" dirty="0">
                <a:solidFill>
                  <a:srgbClr val="CB9638"/>
                </a:solidFill>
              </a:endParaRPr>
            </a:p>
          </p:txBody>
        </p:sp>
      </p:grpSp>
      <p:sp>
        <p:nvSpPr>
          <p:cNvPr id="52" name="文本框 51"/>
          <p:cNvSpPr txBox="1"/>
          <p:nvPr/>
        </p:nvSpPr>
        <p:spPr>
          <a:xfrm>
            <a:off x="10864394" y="1506157"/>
            <a:ext cx="776222" cy="4837030"/>
          </a:xfrm>
          <a:prstGeom prst="rect">
            <a:avLst/>
          </a:prstGeom>
          <a:noFill/>
        </p:spPr>
        <p:txBody>
          <a:bodyPr wrap="square" rtlCol="0">
            <a:spAutoFit/>
          </a:bodyPr>
          <a:lstStyle/>
          <a:p>
            <a:pPr algn="ctr">
              <a:spcBef>
                <a:spcPts val="300"/>
              </a:spcBef>
            </a:pPr>
            <a:r>
              <a:rPr kumimoji="1" lang="zh-CN" altLang="en-US" dirty="0">
                <a:solidFill>
                  <a:schemeClr val="bg1"/>
                </a:solidFill>
                <a:latin typeface="微软雅黑" panose="020B0503020204020204" charset="-122"/>
                <a:ea typeface="微软雅黑" panose="020B0503020204020204" charset="-122"/>
              </a:rPr>
              <a:t>北京</a:t>
            </a:r>
          </a:p>
          <a:p>
            <a:pPr algn="ctr">
              <a:spcBef>
                <a:spcPts val="300"/>
              </a:spcBef>
            </a:pPr>
            <a:endParaRPr kumimoji="1" lang="zh-CN" altLang="en-US" dirty="0">
              <a:solidFill>
                <a:schemeClr val="bg1"/>
              </a:solidFill>
              <a:latin typeface="微软雅黑" panose="020B0503020204020204" charset="-122"/>
              <a:ea typeface="微软雅黑" panose="020B0503020204020204" charset="-122"/>
            </a:endParaRPr>
          </a:p>
          <a:p>
            <a:pPr algn="ctr">
              <a:spcBef>
                <a:spcPts val="300"/>
              </a:spcBef>
            </a:pPr>
            <a:r>
              <a:rPr kumimoji="1" lang="zh-CN" altLang="en-US" dirty="0">
                <a:solidFill>
                  <a:schemeClr val="bg1"/>
                </a:solidFill>
                <a:latin typeface="微软雅黑" panose="020B0503020204020204" charset="-122"/>
                <a:ea typeface="微软雅黑" panose="020B0503020204020204" charset="-122"/>
              </a:rPr>
              <a:t>香港</a:t>
            </a:r>
          </a:p>
          <a:p>
            <a:pPr algn="ctr">
              <a:spcBef>
                <a:spcPts val="300"/>
              </a:spcBef>
            </a:pPr>
            <a:endParaRPr kumimoji="1" lang="zh-CN" altLang="en-US" dirty="0">
              <a:solidFill>
                <a:schemeClr val="bg1"/>
              </a:solidFill>
              <a:latin typeface="微软雅黑" panose="020B0503020204020204" charset="-122"/>
              <a:ea typeface="微软雅黑" panose="020B0503020204020204" charset="-122"/>
            </a:endParaRPr>
          </a:p>
          <a:p>
            <a:pPr algn="ctr">
              <a:spcBef>
                <a:spcPts val="300"/>
              </a:spcBef>
            </a:pPr>
            <a:r>
              <a:rPr kumimoji="1" lang="zh-CN" altLang="en-US" dirty="0">
                <a:solidFill>
                  <a:schemeClr val="bg1"/>
                </a:solidFill>
                <a:latin typeface="微软雅黑" panose="020B0503020204020204" charset="-122"/>
                <a:ea typeface="微软雅黑" panose="020B0503020204020204" charset="-122"/>
              </a:rPr>
              <a:t>上海</a:t>
            </a:r>
          </a:p>
          <a:p>
            <a:pPr algn="ctr">
              <a:spcBef>
                <a:spcPts val="300"/>
              </a:spcBef>
            </a:pPr>
            <a:endParaRPr kumimoji="1" lang="zh-CN" altLang="en-US" dirty="0">
              <a:solidFill>
                <a:schemeClr val="bg1"/>
              </a:solidFill>
              <a:latin typeface="微软雅黑" panose="020B0503020204020204" charset="-122"/>
              <a:ea typeface="微软雅黑" panose="020B0503020204020204" charset="-122"/>
            </a:endParaRPr>
          </a:p>
          <a:p>
            <a:pPr algn="ctr">
              <a:spcBef>
                <a:spcPts val="300"/>
              </a:spcBef>
            </a:pPr>
            <a:r>
              <a:rPr kumimoji="1" lang="zh-CN" altLang="en-US" dirty="0">
                <a:solidFill>
                  <a:schemeClr val="bg1"/>
                </a:solidFill>
                <a:latin typeface="微软雅黑" panose="020B0503020204020204" charset="-122"/>
                <a:ea typeface="微软雅黑" panose="020B0503020204020204" charset="-122"/>
              </a:rPr>
              <a:t>深圳</a:t>
            </a:r>
          </a:p>
          <a:p>
            <a:pPr algn="ctr">
              <a:spcBef>
                <a:spcPts val="300"/>
              </a:spcBef>
            </a:pPr>
            <a:endParaRPr kumimoji="1" lang="zh-CN" altLang="en-US" dirty="0">
              <a:solidFill>
                <a:schemeClr val="bg1"/>
              </a:solidFill>
              <a:latin typeface="微软雅黑" panose="020B0503020204020204" charset="-122"/>
              <a:ea typeface="微软雅黑" panose="020B0503020204020204" charset="-122"/>
            </a:endParaRPr>
          </a:p>
          <a:p>
            <a:pPr algn="ctr">
              <a:spcBef>
                <a:spcPts val="300"/>
              </a:spcBef>
            </a:pPr>
            <a:r>
              <a:rPr kumimoji="1" lang="zh-CN" altLang="en-US" dirty="0">
                <a:solidFill>
                  <a:schemeClr val="bg1"/>
                </a:solidFill>
                <a:latin typeface="微软雅黑" panose="020B0503020204020204" charset="-122"/>
                <a:ea typeface="微软雅黑" panose="020B0503020204020204" charset="-122"/>
              </a:rPr>
              <a:t>南京</a:t>
            </a:r>
          </a:p>
          <a:p>
            <a:pPr algn="ctr">
              <a:spcBef>
                <a:spcPts val="300"/>
              </a:spcBef>
            </a:pPr>
            <a:endParaRPr kumimoji="1" lang="zh-CN" altLang="en-US" dirty="0">
              <a:solidFill>
                <a:schemeClr val="bg1"/>
              </a:solidFill>
              <a:latin typeface="微软雅黑" panose="020B0503020204020204" charset="-122"/>
              <a:ea typeface="微软雅黑" panose="020B0503020204020204" charset="-122"/>
            </a:endParaRPr>
          </a:p>
          <a:p>
            <a:pPr algn="ctr">
              <a:spcBef>
                <a:spcPts val="300"/>
              </a:spcBef>
            </a:pPr>
            <a:r>
              <a:rPr kumimoji="1" lang="zh-CN" altLang="en-US" dirty="0">
                <a:solidFill>
                  <a:schemeClr val="bg1"/>
                </a:solidFill>
                <a:latin typeface="微软雅黑" panose="020B0503020204020204" charset="-122"/>
                <a:ea typeface="微软雅黑" panose="020B0503020204020204" charset="-122"/>
              </a:rPr>
              <a:t>杭州</a:t>
            </a:r>
          </a:p>
          <a:p>
            <a:pPr algn="ctr">
              <a:spcBef>
                <a:spcPts val="300"/>
              </a:spcBef>
            </a:pPr>
            <a:endParaRPr kumimoji="1" lang="zh-CN" altLang="en-US" dirty="0">
              <a:solidFill>
                <a:schemeClr val="bg1"/>
              </a:solidFill>
              <a:latin typeface="微软雅黑" panose="020B0503020204020204" charset="-122"/>
              <a:ea typeface="微软雅黑" panose="020B0503020204020204" charset="-122"/>
            </a:endParaRPr>
          </a:p>
          <a:p>
            <a:pPr algn="ctr">
              <a:spcBef>
                <a:spcPts val="300"/>
              </a:spcBef>
            </a:pPr>
            <a:r>
              <a:rPr kumimoji="1" lang="zh-CN" altLang="en-US" dirty="0">
                <a:solidFill>
                  <a:schemeClr val="bg1"/>
                </a:solidFill>
                <a:latin typeface="微软雅黑" panose="020B0503020204020204" charset="-122"/>
                <a:ea typeface="微软雅黑" panose="020B0503020204020204" charset="-122"/>
              </a:rPr>
              <a:t>重庆</a:t>
            </a:r>
            <a:endParaRPr kumimoji="1" lang="en-US" altLang="zh-CN" dirty="0">
              <a:solidFill>
                <a:schemeClr val="bg1"/>
              </a:solidFill>
              <a:latin typeface="微软雅黑" panose="020B0503020204020204" charset="-122"/>
              <a:ea typeface="微软雅黑" panose="020B0503020204020204" charset="-122"/>
            </a:endParaRPr>
          </a:p>
          <a:p>
            <a:pPr algn="ctr">
              <a:spcBef>
                <a:spcPts val="300"/>
              </a:spcBef>
            </a:pPr>
            <a:endParaRPr kumimoji="1" lang="en-US" altLang="zh-CN" dirty="0">
              <a:solidFill>
                <a:schemeClr val="bg1"/>
              </a:solidFill>
              <a:latin typeface="微软雅黑" panose="020B0503020204020204" charset="-122"/>
              <a:ea typeface="微软雅黑" panose="020B0503020204020204" charset="-122"/>
            </a:endParaRPr>
          </a:p>
          <a:p>
            <a:pPr algn="ctr" defTabSz="1079500">
              <a:lnSpc>
                <a:spcPct val="150000"/>
              </a:lnSpc>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altLang="zh-CN" sz="1800" dirty="0">
                <a:solidFill>
                  <a:schemeClr val="bg1"/>
                </a:solidFill>
                <a:sym typeface="+mn-ea"/>
              </a:rPr>
              <a:t>……</a:t>
            </a:r>
            <a:endParaRPr lang="zh-CN" altLang="zh-CN" sz="1800" dirty="0">
              <a:solidFill>
                <a:schemeClr val="bg1"/>
              </a:solidFill>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p:cNvPicPr>
            <a:picLocks noChangeAspect="1"/>
          </p:cNvPicPr>
          <p:nvPr>
            <p:custDataLst>
              <p:tags r:id="rId1"/>
            </p:custDataLst>
          </p:nvPr>
        </p:nvPicPr>
        <p:blipFill rotWithShape="1">
          <a:blip r:embed="rId31" cstate="email"/>
          <a:srcRect/>
          <a:stretch>
            <a:fillRect/>
          </a:stretch>
        </p:blipFill>
        <p:spPr>
          <a:xfrm>
            <a:off x="3581505" y="1556791"/>
            <a:ext cx="2855552" cy="3017227"/>
          </a:xfrm>
          <a:prstGeom prst="rect">
            <a:avLst/>
          </a:prstGeom>
        </p:spPr>
      </p:pic>
      <p:pic>
        <p:nvPicPr>
          <p:cNvPr id="33" name="图片 32" descr="F:/1.品牌公关新媒体/01品牌/中旅酒店品牌logo/心享会.png心享会"/>
          <p:cNvPicPr>
            <a:picLocks noChangeAspect="1"/>
          </p:cNvPicPr>
          <p:nvPr>
            <p:custDataLst>
              <p:tags r:id="rId2"/>
            </p:custDataLst>
          </p:nvPr>
        </p:nvPicPr>
        <p:blipFill>
          <a:blip r:embed="rId32" cstate="email"/>
          <a:srcRect/>
          <a:stretch>
            <a:fillRect/>
          </a:stretch>
        </p:blipFill>
        <p:spPr>
          <a:xfrm>
            <a:off x="875334" y="935496"/>
            <a:ext cx="962338" cy="554154"/>
          </a:xfrm>
          <a:prstGeom prst="rect">
            <a:avLst/>
          </a:prstGeom>
        </p:spPr>
      </p:pic>
      <p:sp>
        <p:nvSpPr>
          <p:cNvPr id="34" name="文本框 33"/>
          <p:cNvSpPr txBox="1"/>
          <p:nvPr/>
        </p:nvSpPr>
        <p:spPr>
          <a:xfrm>
            <a:off x="2163325" y="993458"/>
            <a:ext cx="5540375" cy="37740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nSpc>
                <a:spcPct val="150000"/>
              </a:lnSpc>
            </a:pPr>
            <a:r>
              <a:rPr lang="zh-CN" sz="1400" dirty="0">
                <a:solidFill>
                  <a:srgbClr val="404040"/>
                </a:solidFill>
                <a:latin typeface="微软雅黑" panose="020B0503020204020204" charset="-122"/>
                <a:ea typeface="微软雅黑" panose="020B0503020204020204" charset="-122"/>
                <a:cs typeface="微软雅黑" panose="020B0503020204020204" charset="-122"/>
                <a:sym typeface="+mn-ea"/>
              </a:rPr>
              <a:t>中旅酒店</a:t>
            </a:r>
            <a:r>
              <a:rPr sz="1400" dirty="0" err="1">
                <a:solidFill>
                  <a:srgbClr val="404040"/>
                </a:solidFill>
                <a:latin typeface="微软雅黑" panose="020B0503020204020204" charset="-122"/>
                <a:ea typeface="微软雅黑" panose="020B0503020204020204" charset="-122"/>
                <a:cs typeface="微软雅黑" panose="020B0503020204020204" charset="-122"/>
                <a:sym typeface="+mn-ea"/>
              </a:rPr>
              <a:t>忠诚客户奖励计划</a:t>
            </a:r>
            <a:r>
              <a:rPr lang="en-US" altLang="zh-CN" sz="1400" dirty="0">
                <a:solidFill>
                  <a:srgbClr val="404040"/>
                </a:solidFill>
                <a:latin typeface="微软雅黑" panose="020B0503020204020204" charset="-122"/>
                <a:ea typeface="微软雅黑" panose="020B0503020204020204" charset="-122"/>
                <a:cs typeface="微软雅黑" panose="020B0503020204020204" charset="-122"/>
                <a:sym typeface="+mn-ea"/>
              </a:rPr>
              <a:t>——</a:t>
            </a:r>
            <a:r>
              <a:rPr lang="zh-CN" altLang="en-US" sz="1400" dirty="0">
                <a:solidFill>
                  <a:srgbClr val="404040"/>
                </a:solidFill>
                <a:latin typeface="微软雅黑" panose="020B0503020204020204" charset="-122"/>
                <a:ea typeface="微软雅黑" panose="020B0503020204020204" charset="-122"/>
                <a:cs typeface="微软雅黑" panose="020B0503020204020204" charset="-122"/>
                <a:sym typeface="+mn-ea"/>
              </a:rPr>
              <a:t>“心享”世界，精彩由您掌握！</a:t>
            </a:r>
            <a:endParaRPr kumimoji="0" lang="zh-CN" altLang="en-US" sz="1400" b="0" i="0" u="none" strike="noStrike" cap="none" spc="0" normalizeH="0" baseline="0" dirty="0">
              <a:ln>
                <a:noFill/>
              </a:ln>
              <a:solidFill>
                <a:srgbClr val="404040"/>
              </a:solidFill>
              <a:effectLst/>
              <a:uFillTx/>
              <a:latin typeface="微软雅黑" panose="020B0503020204020204" charset="-122"/>
              <a:ea typeface="微软雅黑" panose="020B0503020204020204" charset="-122"/>
              <a:cs typeface="微软雅黑" panose="020B0503020204020204" charset="-122"/>
              <a:sym typeface="+mn-ea"/>
            </a:endParaRPr>
          </a:p>
        </p:txBody>
      </p:sp>
      <p:pic>
        <p:nvPicPr>
          <p:cNvPr id="35" name="图片 34"/>
          <p:cNvPicPr>
            <a:picLocks noChangeAspect="1"/>
          </p:cNvPicPr>
          <p:nvPr/>
        </p:nvPicPr>
        <p:blipFill>
          <a:blip r:embed="rId33" cstate="email"/>
          <a:stretch>
            <a:fillRect/>
          </a:stretch>
        </p:blipFill>
        <p:spPr>
          <a:xfrm>
            <a:off x="409925" y="395613"/>
            <a:ext cx="368828" cy="458763"/>
          </a:xfrm>
          <a:prstGeom prst="rect">
            <a:avLst/>
          </a:prstGeom>
        </p:spPr>
      </p:pic>
      <p:sp>
        <p:nvSpPr>
          <p:cNvPr id="36" name="文本框 35"/>
          <p:cNvSpPr txBox="1"/>
          <p:nvPr/>
        </p:nvSpPr>
        <p:spPr>
          <a:xfrm>
            <a:off x="811568" y="387983"/>
            <a:ext cx="6796599" cy="46166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忠诚客户奖励计划 </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Heart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 </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Park</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 </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Rewards</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7" name="图片 36"/>
          <p:cNvPicPr>
            <a:picLocks noChangeAspect="1"/>
          </p:cNvPicPr>
          <p:nvPr/>
        </p:nvPicPr>
        <p:blipFill>
          <a:blip r:embed="rId34" cstate="email"/>
          <a:stretch>
            <a:fillRect/>
          </a:stretch>
        </p:blipFill>
        <p:spPr>
          <a:xfrm>
            <a:off x="9984432" y="252139"/>
            <a:ext cx="1954772" cy="683357"/>
          </a:xfrm>
          <a:prstGeom prst="rect">
            <a:avLst/>
          </a:prstGeom>
        </p:spPr>
      </p:pic>
      <p:pic>
        <p:nvPicPr>
          <p:cNvPr id="43" name="图片 42"/>
          <p:cNvPicPr>
            <a:picLocks noChangeAspect="1"/>
          </p:cNvPicPr>
          <p:nvPr>
            <p:custDataLst>
              <p:tags r:id="rId3"/>
            </p:custDataLst>
          </p:nvPr>
        </p:nvPicPr>
        <p:blipFill rotWithShape="1">
          <a:blip r:embed="rId35" cstate="email"/>
          <a:srcRect b="-300"/>
          <a:stretch>
            <a:fillRect/>
          </a:stretch>
        </p:blipFill>
        <p:spPr>
          <a:xfrm>
            <a:off x="9212236" y="1533946"/>
            <a:ext cx="2693010" cy="3242865"/>
          </a:xfrm>
          <a:prstGeom prst="rect">
            <a:avLst/>
          </a:prstGeom>
        </p:spPr>
      </p:pic>
      <p:grpSp>
        <p:nvGrpSpPr>
          <p:cNvPr id="2" name="组合 1"/>
          <p:cNvGrpSpPr/>
          <p:nvPr>
            <p:custDataLst>
              <p:tags r:id="rId4"/>
            </p:custDataLst>
          </p:nvPr>
        </p:nvGrpSpPr>
        <p:grpSpPr>
          <a:xfrm>
            <a:off x="863010" y="1556793"/>
            <a:ext cx="11137646" cy="5256758"/>
            <a:chOff x="0" y="-1"/>
            <a:chExt cx="12743180" cy="6176520"/>
          </a:xfrm>
        </p:grpSpPr>
        <p:pic>
          <p:nvPicPr>
            <p:cNvPr id="3" name="图片 37" descr="图片 37"/>
            <p:cNvPicPr>
              <a:picLocks noChangeAspect="1"/>
            </p:cNvPicPr>
            <p:nvPr>
              <p:custDataLst>
                <p:tags r:id="rId5"/>
              </p:custDataLst>
            </p:nvPr>
          </p:nvPicPr>
          <p:blipFill>
            <a:blip r:embed="rId36" cstate="email"/>
            <a:stretch>
              <a:fillRect/>
            </a:stretch>
          </p:blipFill>
          <p:spPr>
            <a:xfrm>
              <a:off x="9532802" y="0"/>
              <a:ext cx="3101213" cy="4904893"/>
            </a:xfrm>
            <a:prstGeom prst="rect">
              <a:avLst/>
            </a:prstGeom>
            <a:ln w="12700" cap="flat">
              <a:noFill/>
              <a:miter lim="400000"/>
              <a:headEnd/>
              <a:tailEnd/>
            </a:ln>
            <a:effectLst/>
          </p:spPr>
        </p:pic>
        <p:pic>
          <p:nvPicPr>
            <p:cNvPr id="5" name="图片 39" descr="图片 39"/>
            <p:cNvPicPr>
              <a:picLocks noChangeAspect="1"/>
            </p:cNvPicPr>
            <p:nvPr>
              <p:custDataLst>
                <p:tags r:id="rId6"/>
              </p:custDataLst>
            </p:nvPr>
          </p:nvPicPr>
          <p:blipFill>
            <a:blip r:embed="rId37" cstate="email"/>
            <a:stretch>
              <a:fillRect/>
            </a:stretch>
          </p:blipFill>
          <p:spPr>
            <a:xfrm>
              <a:off x="6343631" y="2417905"/>
              <a:ext cx="3196483" cy="3745493"/>
            </a:xfrm>
            <a:prstGeom prst="rect">
              <a:avLst/>
            </a:prstGeom>
            <a:ln w="12700" cap="flat">
              <a:noFill/>
              <a:miter lim="400000"/>
              <a:headEnd/>
              <a:tailEnd/>
            </a:ln>
            <a:effectLst/>
          </p:spPr>
        </p:pic>
        <p:grpSp>
          <p:nvGrpSpPr>
            <p:cNvPr id="6" name="组合 64"/>
            <p:cNvGrpSpPr/>
            <p:nvPr/>
          </p:nvGrpSpPr>
          <p:grpSpPr>
            <a:xfrm>
              <a:off x="3138488" y="2970213"/>
              <a:ext cx="3216276" cy="3206306"/>
              <a:chOff x="0" y="0"/>
              <a:chExt cx="3216275" cy="3206305"/>
            </a:xfrm>
          </p:grpSpPr>
          <p:sp>
            <p:nvSpPr>
              <p:cNvPr id="31" name="矩形 41"/>
              <p:cNvSpPr/>
              <p:nvPr>
                <p:custDataLst>
                  <p:tags r:id="rId28"/>
                </p:custDataLst>
              </p:nvPr>
            </p:nvSpPr>
            <p:spPr>
              <a:xfrm rot="10800000" flipH="1">
                <a:off x="0" y="500061"/>
                <a:ext cx="3216275" cy="2706244"/>
              </a:xfrm>
              <a:prstGeom prst="rect">
                <a:avLst/>
              </a:prstGeom>
              <a:solidFill>
                <a:srgbClr val="F07474"/>
              </a:solidFill>
              <a:ln w="12700" cap="flat">
                <a:noFill/>
                <a:miter lim="400000"/>
              </a:ln>
              <a:effectLst/>
            </p:spPr>
            <p:txBody>
              <a:bodyPr wrap="square" lIns="38738" tIns="38738" rIns="38738" bIns="38738" numCol="1" anchor="ctr">
                <a:noAutofit/>
              </a:bodyPr>
              <a:lstStyle/>
              <a:p>
                <a:pPr algn="ctr">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sp>
            <p:nvSpPr>
              <p:cNvPr id="32" name="等腰三角形 70"/>
              <p:cNvSpPr/>
              <p:nvPr>
                <p:custDataLst>
                  <p:tags r:id="rId29"/>
                </p:custDataLst>
              </p:nvPr>
            </p:nvSpPr>
            <p:spPr>
              <a:xfrm>
                <a:off x="900111" y="0"/>
                <a:ext cx="1477964" cy="703262"/>
              </a:xfrm>
              <a:prstGeom prst="triangle">
                <a:avLst/>
              </a:prstGeom>
              <a:solidFill>
                <a:srgbClr val="F07474"/>
              </a:solidFill>
              <a:ln w="12700" cap="flat">
                <a:noFill/>
                <a:miter lim="400000"/>
              </a:ln>
              <a:effectLst/>
            </p:spPr>
            <p:txBody>
              <a:bodyPr wrap="square" lIns="38738" tIns="38738" rIns="38738" bIns="38738" numCol="1" anchor="ctr">
                <a:noAutofit/>
              </a:bodyPr>
              <a:lstStyle/>
              <a:p>
                <a:pPr algn="ctr">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grpSp>
        <p:sp>
          <p:nvSpPr>
            <p:cNvPr id="7" name="TextBox 119"/>
            <p:cNvSpPr txBox="1"/>
            <p:nvPr>
              <p:custDataLst>
                <p:tags r:id="rId7"/>
              </p:custDataLst>
            </p:nvPr>
          </p:nvSpPr>
          <p:spPr>
            <a:xfrm>
              <a:off x="3203157" y="4685445"/>
              <a:ext cx="3086161" cy="372080"/>
            </a:xfrm>
            <a:prstGeom prst="rect">
              <a:avLst/>
            </a:prstGeom>
            <a:noFill/>
            <a:ln w="12700" cap="flat">
              <a:noFill/>
              <a:miter lim="400000"/>
            </a:ln>
            <a:effectLst/>
          </p:spPr>
          <p:txBody>
            <a:bodyPr wrap="square" lIns="38738" tIns="38738" rIns="38738" bIns="38738" numCol="1" anchor="t">
              <a:spAutoFit/>
            </a:bodyPr>
            <a:lstStyle>
              <a:lvl1pPr algn="ctr" defTabSz="913130">
                <a:defRPr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sz="1525"/>
                <a:t>复购率</a:t>
              </a:r>
            </a:p>
          </p:txBody>
        </p:sp>
        <p:sp>
          <p:nvSpPr>
            <p:cNvPr id="8" name="Rectangle 120"/>
            <p:cNvSpPr txBox="1"/>
            <p:nvPr>
              <p:custDataLst>
                <p:tags r:id="rId8"/>
              </p:custDataLst>
            </p:nvPr>
          </p:nvSpPr>
          <p:spPr>
            <a:xfrm>
              <a:off x="3268836" y="5181798"/>
              <a:ext cx="3024550" cy="611059"/>
            </a:xfrm>
            <a:prstGeom prst="rect">
              <a:avLst/>
            </a:prstGeom>
            <a:noFill/>
            <a:ln w="12700" cap="flat">
              <a:noFill/>
              <a:miter lim="400000"/>
            </a:ln>
            <a:effectLst/>
          </p:spPr>
          <p:txBody>
            <a:bodyPr wrap="square" lIns="38738" tIns="38738" rIns="38738" bIns="38738" numCol="1" anchor="t">
              <a:spAutoFit/>
            </a:bodyPr>
            <a:lstStyle>
              <a:lvl1pPr algn="ctr" defTabSz="913130">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sz="2400" b="1" dirty="0"/>
                <a:t>3</a:t>
              </a:r>
              <a:r>
                <a:rPr lang="en-US" sz="2400" b="1" dirty="0"/>
                <a:t>4</a:t>
              </a:r>
              <a:r>
                <a:rPr sz="2400" b="1" dirty="0"/>
                <a:t>%</a:t>
              </a:r>
            </a:p>
          </p:txBody>
        </p:sp>
        <p:sp>
          <p:nvSpPr>
            <p:cNvPr id="9" name="等腰三角形 77"/>
            <p:cNvSpPr/>
            <p:nvPr>
              <p:custDataLst>
                <p:tags r:id="rId9"/>
              </p:custDataLst>
            </p:nvPr>
          </p:nvSpPr>
          <p:spPr>
            <a:xfrm>
              <a:off x="10383838" y="3400424"/>
              <a:ext cx="1443037" cy="604839"/>
            </a:xfrm>
            <a:prstGeom prst="triangle">
              <a:avLst/>
            </a:prstGeom>
            <a:solidFill>
              <a:srgbClr val="77438B"/>
            </a:solidFill>
            <a:ln w="12700" cap="flat">
              <a:noFill/>
              <a:miter lim="400000"/>
            </a:ln>
            <a:effectLst/>
          </p:spPr>
          <p:txBody>
            <a:bodyPr wrap="square" lIns="38738" tIns="38738" rIns="38738" bIns="38738" numCol="1" anchor="ctr">
              <a:noAutofit/>
            </a:bodyPr>
            <a:lstStyle/>
            <a:p>
              <a:pPr algn="ctr">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sp>
          <p:nvSpPr>
            <p:cNvPr id="10" name="矩形 54"/>
            <p:cNvSpPr/>
            <p:nvPr>
              <p:custDataLst>
                <p:tags r:id="rId10"/>
              </p:custDataLst>
            </p:nvPr>
          </p:nvSpPr>
          <p:spPr>
            <a:xfrm rot="10800000" flipH="1">
              <a:off x="9533627" y="3838706"/>
              <a:ext cx="3106675" cy="2324861"/>
            </a:xfrm>
            <a:prstGeom prst="rect">
              <a:avLst/>
            </a:prstGeom>
            <a:solidFill>
              <a:srgbClr val="77438B"/>
            </a:solidFill>
            <a:ln w="12700" cap="flat">
              <a:noFill/>
              <a:miter lim="400000"/>
            </a:ln>
            <a:effectLst/>
          </p:spPr>
          <p:txBody>
            <a:bodyPr wrap="square" lIns="38738" tIns="38738" rIns="38738" bIns="38738" numCol="1" anchor="ctr">
              <a:noAutofit/>
            </a:bodyPr>
            <a:lstStyle/>
            <a:p>
              <a:pPr algn="ctr">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sp>
          <p:nvSpPr>
            <p:cNvPr id="11" name="Freeform 23"/>
            <p:cNvSpPr/>
            <p:nvPr>
              <p:custDataLst>
                <p:tags r:id="rId11"/>
              </p:custDataLst>
            </p:nvPr>
          </p:nvSpPr>
          <p:spPr>
            <a:xfrm>
              <a:off x="10795294" y="3937730"/>
              <a:ext cx="629135" cy="585603"/>
            </a:xfrm>
            <a:custGeom>
              <a:avLst/>
              <a:gdLst/>
              <a:ahLst/>
              <a:cxnLst>
                <a:cxn ang="0">
                  <a:pos x="wd2" y="hd2"/>
                </a:cxn>
                <a:cxn ang="5400000">
                  <a:pos x="wd2" y="hd2"/>
                </a:cxn>
                <a:cxn ang="10800000">
                  <a:pos x="wd2" y="hd2"/>
                </a:cxn>
                <a:cxn ang="16200000">
                  <a:pos x="wd2" y="hd2"/>
                </a:cxn>
              </a:cxnLst>
              <a:rect l="0" t="0" r="r" b="b"/>
              <a:pathLst>
                <a:path w="21600" h="21495" extrusionOk="0">
                  <a:moveTo>
                    <a:pt x="19141" y="11425"/>
                  </a:moveTo>
                  <a:cubicBezTo>
                    <a:pt x="19141" y="11246"/>
                    <a:pt x="19493" y="10889"/>
                    <a:pt x="19668" y="10889"/>
                  </a:cubicBezTo>
                  <a:cubicBezTo>
                    <a:pt x="21249" y="10532"/>
                    <a:pt x="21249" y="10532"/>
                    <a:pt x="21249" y="10532"/>
                  </a:cubicBezTo>
                  <a:cubicBezTo>
                    <a:pt x="21424" y="10354"/>
                    <a:pt x="21600" y="10175"/>
                    <a:pt x="21600" y="9818"/>
                  </a:cubicBezTo>
                  <a:cubicBezTo>
                    <a:pt x="21249" y="7855"/>
                    <a:pt x="21249" y="7855"/>
                    <a:pt x="21249" y="7855"/>
                  </a:cubicBezTo>
                  <a:cubicBezTo>
                    <a:pt x="21249" y="7676"/>
                    <a:pt x="20898" y="7498"/>
                    <a:pt x="20722" y="7498"/>
                  </a:cubicBezTo>
                  <a:cubicBezTo>
                    <a:pt x="19141" y="7676"/>
                    <a:pt x="19141" y="7676"/>
                    <a:pt x="19141" y="7676"/>
                  </a:cubicBezTo>
                  <a:cubicBezTo>
                    <a:pt x="18790" y="7676"/>
                    <a:pt x="18615" y="7498"/>
                    <a:pt x="18439" y="7319"/>
                  </a:cubicBezTo>
                  <a:cubicBezTo>
                    <a:pt x="17561" y="5891"/>
                    <a:pt x="17561" y="5891"/>
                    <a:pt x="17561" y="5891"/>
                  </a:cubicBezTo>
                  <a:cubicBezTo>
                    <a:pt x="17385" y="5712"/>
                    <a:pt x="17385" y="5355"/>
                    <a:pt x="17561" y="4998"/>
                  </a:cubicBezTo>
                  <a:cubicBezTo>
                    <a:pt x="18439" y="3749"/>
                    <a:pt x="18439" y="3749"/>
                    <a:pt x="18439" y="3749"/>
                  </a:cubicBezTo>
                  <a:cubicBezTo>
                    <a:pt x="18615" y="3570"/>
                    <a:pt x="18615" y="3213"/>
                    <a:pt x="18439" y="3035"/>
                  </a:cubicBezTo>
                  <a:cubicBezTo>
                    <a:pt x="16859" y="1785"/>
                    <a:pt x="16859" y="1785"/>
                    <a:pt x="16859" y="1785"/>
                  </a:cubicBezTo>
                  <a:cubicBezTo>
                    <a:pt x="16683" y="1607"/>
                    <a:pt x="16507" y="1607"/>
                    <a:pt x="16332" y="1785"/>
                  </a:cubicBezTo>
                  <a:cubicBezTo>
                    <a:pt x="15102" y="3035"/>
                    <a:pt x="15102" y="3035"/>
                    <a:pt x="15102" y="3035"/>
                  </a:cubicBezTo>
                  <a:cubicBezTo>
                    <a:pt x="14927" y="3213"/>
                    <a:pt x="14576" y="3213"/>
                    <a:pt x="14400" y="3213"/>
                  </a:cubicBezTo>
                  <a:cubicBezTo>
                    <a:pt x="12820" y="2678"/>
                    <a:pt x="12820" y="2678"/>
                    <a:pt x="12820" y="2678"/>
                  </a:cubicBezTo>
                  <a:cubicBezTo>
                    <a:pt x="12644" y="2499"/>
                    <a:pt x="12468" y="2321"/>
                    <a:pt x="12293" y="1964"/>
                  </a:cubicBezTo>
                  <a:cubicBezTo>
                    <a:pt x="12293" y="357"/>
                    <a:pt x="12293" y="357"/>
                    <a:pt x="12293" y="357"/>
                  </a:cubicBezTo>
                  <a:cubicBezTo>
                    <a:pt x="12293" y="179"/>
                    <a:pt x="11941" y="0"/>
                    <a:pt x="11766" y="0"/>
                  </a:cubicBezTo>
                  <a:cubicBezTo>
                    <a:pt x="9834" y="0"/>
                    <a:pt x="9834" y="0"/>
                    <a:pt x="9834" y="0"/>
                  </a:cubicBezTo>
                  <a:cubicBezTo>
                    <a:pt x="9483" y="0"/>
                    <a:pt x="9307" y="179"/>
                    <a:pt x="9307" y="357"/>
                  </a:cubicBezTo>
                  <a:cubicBezTo>
                    <a:pt x="9132" y="1964"/>
                    <a:pt x="9132" y="1964"/>
                    <a:pt x="9132" y="1964"/>
                  </a:cubicBezTo>
                  <a:cubicBezTo>
                    <a:pt x="9132" y="2321"/>
                    <a:pt x="8956" y="2499"/>
                    <a:pt x="8605" y="2678"/>
                  </a:cubicBezTo>
                  <a:cubicBezTo>
                    <a:pt x="7200" y="3213"/>
                    <a:pt x="7200" y="3213"/>
                    <a:pt x="7200" y="3213"/>
                  </a:cubicBezTo>
                  <a:cubicBezTo>
                    <a:pt x="6849" y="3213"/>
                    <a:pt x="6673" y="3213"/>
                    <a:pt x="6322" y="3035"/>
                  </a:cubicBezTo>
                  <a:cubicBezTo>
                    <a:pt x="5268" y="1964"/>
                    <a:pt x="5268" y="1964"/>
                    <a:pt x="5268" y="1964"/>
                  </a:cubicBezTo>
                  <a:cubicBezTo>
                    <a:pt x="5093" y="1785"/>
                    <a:pt x="4741" y="1785"/>
                    <a:pt x="4566" y="1964"/>
                  </a:cubicBezTo>
                  <a:cubicBezTo>
                    <a:pt x="3161" y="3213"/>
                    <a:pt x="3161" y="3213"/>
                    <a:pt x="3161" y="3213"/>
                  </a:cubicBezTo>
                  <a:cubicBezTo>
                    <a:pt x="2985" y="3392"/>
                    <a:pt x="2985" y="3570"/>
                    <a:pt x="2985" y="3927"/>
                  </a:cubicBezTo>
                  <a:cubicBezTo>
                    <a:pt x="4039" y="5177"/>
                    <a:pt x="4039" y="5177"/>
                    <a:pt x="4039" y="5177"/>
                  </a:cubicBezTo>
                  <a:cubicBezTo>
                    <a:pt x="4039" y="5355"/>
                    <a:pt x="4039" y="5712"/>
                    <a:pt x="4039" y="5891"/>
                  </a:cubicBezTo>
                  <a:cubicBezTo>
                    <a:pt x="3161" y="7319"/>
                    <a:pt x="3161" y="7319"/>
                    <a:pt x="3161" y="7319"/>
                  </a:cubicBezTo>
                  <a:cubicBezTo>
                    <a:pt x="2985" y="7676"/>
                    <a:pt x="2810" y="7855"/>
                    <a:pt x="2459" y="7855"/>
                  </a:cubicBezTo>
                  <a:cubicBezTo>
                    <a:pt x="878" y="7676"/>
                    <a:pt x="878" y="7676"/>
                    <a:pt x="878" y="7676"/>
                  </a:cubicBezTo>
                  <a:cubicBezTo>
                    <a:pt x="702" y="7676"/>
                    <a:pt x="527" y="7855"/>
                    <a:pt x="351" y="8033"/>
                  </a:cubicBezTo>
                  <a:cubicBezTo>
                    <a:pt x="0" y="9997"/>
                    <a:pt x="0" y="9997"/>
                    <a:pt x="0" y="9997"/>
                  </a:cubicBezTo>
                  <a:cubicBezTo>
                    <a:pt x="0" y="10175"/>
                    <a:pt x="176" y="10532"/>
                    <a:pt x="527" y="10532"/>
                  </a:cubicBezTo>
                  <a:cubicBezTo>
                    <a:pt x="1932" y="10889"/>
                    <a:pt x="1932" y="10889"/>
                    <a:pt x="1932" y="10889"/>
                  </a:cubicBezTo>
                  <a:cubicBezTo>
                    <a:pt x="2283" y="11068"/>
                    <a:pt x="2459" y="11246"/>
                    <a:pt x="2459" y="11603"/>
                  </a:cubicBezTo>
                  <a:cubicBezTo>
                    <a:pt x="2810" y="13210"/>
                    <a:pt x="2810" y="13210"/>
                    <a:pt x="2810" y="13210"/>
                  </a:cubicBezTo>
                  <a:cubicBezTo>
                    <a:pt x="2810" y="13388"/>
                    <a:pt x="2634" y="13745"/>
                    <a:pt x="2459" y="13924"/>
                  </a:cubicBezTo>
                  <a:cubicBezTo>
                    <a:pt x="1229" y="14817"/>
                    <a:pt x="1229" y="14817"/>
                    <a:pt x="1229" y="14817"/>
                  </a:cubicBezTo>
                  <a:cubicBezTo>
                    <a:pt x="1054" y="14995"/>
                    <a:pt x="878" y="15352"/>
                    <a:pt x="1054" y="15531"/>
                  </a:cubicBezTo>
                  <a:cubicBezTo>
                    <a:pt x="2107" y="17137"/>
                    <a:pt x="2107" y="17137"/>
                    <a:pt x="2107" y="17137"/>
                  </a:cubicBezTo>
                  <a:cubicBezTo>
                    <a:pt x="2107" y="17494"/>
                    <a:pt x="2459" y="17494"/>
                    <a:pt x="2634" y="17494"/>
                  </a:cubicBezTo>
                  <a:cubicBezTo>
                    <a:pt x="4039" y="16780"/>
                    <a:pt x="4039" y="16780"/>
                    <a:pt x="4039" y="16780"/>
                  </a:cubicBezTo>
                  <a:cubicBezTo>
                    <a:pt x="4390" y="16602"/>
                    <a:pt x="4741" y="16602"/>
                    <a:pt x="4917" y="16780"/>
                  </a:cubicBezTo>
                  <a:cubicBezTo>
                    <a:pt x="6146" y="17851"/>
                    <a:pt x="6146" y="17851"/>
                    <a:pt x="6146" y="17851"/>
                  </a:cubicBezTo>
                  <a:cubicBezTo>
                    <a:pt x="6322" y="18030"/>
                    <a:pt x="6498" y="18387"/>
                    <a:pt x="6322" y="18565"/>
                  </a:cubicBezTo>
                  <a:cubicBezTo>
                    <a:pt x="5971" y="20172"/>
                    <a:pt x="5971" y="20172"/>
                    <a:pt x="5971" y="20172"/>
                  </a:cubicBezTo>
                  <a:cubicBezTo>
                    <a:pt x="5971" y="20529"/>
                    <a:pt x="5971" y="20707"/>
                    <a:pt x="6322" y="20886"/>
                  </a:cubicBezTo>
                  <a:cubicBezTo>
                    <a:pt x="8078" y="21421"/>
                    <a:pt x="8078" y="21421"/>
                    <a:pt x="8078" y="21421"/>
                  </a:cubicBezTo>
                  <a:cubicBezTo>
                    <a:pt x="8429" y="21600"/>
                    <a:pt x="8605" y="21421"/>
                    <a:pt x="8780" y="21243"/>
                  </a:cubicBezTo>
                  <a:cubicBezTo>
                    <a:pt x="9483" y="19815"/>
                    <a:pt x="9483" y="19815"/>
                    <a:pt x="9483" y="19815"/>
                  </a:cubicBezTo>
                  <a:cubicBezTo>
                    <a:pt x="9483" y="19458"/>
                    <a:pt x="9834" y="19279"/>
                    <a:pt x="10010" y="19279"/>
                  </a:cubicBezTo>
                  <a:cubicBezTo>
                    <a:pt x="10010" y="19279"/>
                    <a:pt x="10361" y="19458"/>
                    <a:pt x="10888" y="19458"/>
                  </a:cubicBezTo>
                  <a:cubicBezTo>
                    <a:pt x="11239" y="19458"/>
                    <a:pt x="11766" y="19279"/>
                    <a:pt x="11766" y="19279"/>
                  </a:cubicBezTo>
                  <a:cubicBezTo>
                    <a:pt x="11941" y="19279"/>
                    <a:pt x="12293" y="19458"/>
                    <a:pt x="12293" y="19636"/>
                  </a:cubicBezTo>
                  <a:cubicBezTo>
                    <a:pt x="12995" y="21243"/>
                    <a:pt x="12995" y="21243"/>
                    <a:pt x="12995" y="21243"/>
                  </a:cubicBezTo>
                  <a:cubicBezTo>
                    <a:pt x="13171" y="21421"/>
                    <a:pt x="13346" y="21600"/>
                    <a:pt x="13698" y="21421"/>
                  </a:cubicBezTo>
                  <a:cubicBezTo>
                    <a:pt x="15454" y="20707"/>
                    <a:pt x="15454" y="20707"/>
                    <a:pt x="15454" y="20707"/>
                  </a:cubicBezTo>
                  <a:cubicBezTo>
                    <a:pt x="15629" y="20707"/>
                    <a:pt x="15805" y="20350"/>
                    <a:pt x="15805" y="20172"/>
                  </a:cubicBezTo>
                  <a:cubicBezTo>
                    <a:pt x="15278" y="18565"/>
                    <a:pt x="15278" y="18565"/>
                    <a:pt x="15278" y="18565"/>
                  </a:cubicBezTo>
                  <a:cubicBezTo>
                    <a:pt x="15278" y="18387"/>
                    <a:pt x="15454" y="18030"/>
                    <a:pt x="15629" y="17851"/>
                  </a:cubicBezTo>
                  <a:cubicBezTo>
                    <a:pt x="16859" y="16780"/>
                    <a:pt x="16859" y="16780"/>
                    <a:pt x="16859" y="16780"/>
                  </a:cubicBezTo>
                  <a:cubicBezTo>
                    <a:pt x="17034" y="16602"/>
                    <a:pt x="17385" y="16602"/>
                    <a:pt x="17561" y="16602"/>
                  </a:cubicBezTo>
                  <a:cubicBezTo>
                    <a:pt x="18966" y="17316"/>
                    <a:pt x="18966" y="17316"/>
                    <a:pt x="18966" y="17316"/>
                  </a:cubicBezTo>
                  <a:cubicBezTo>
                    <a:pt x="19317" y="17494"/>
                    <a:pt x="19493" y="17316"/>
                    <a:pt x="19668" y="17137"/>
                  </a:cubicBezTo>
                  <a:cubicBezTo>
                    <a:pt x="20546" y="15352"/>
                    <a:pt x="20546" y="15352"/>
                    <a:pt x="20546" y="15352"/>
                  </a:cubicBezTo>
                  <a:cubicBezTo>
                    <a:pt x="20722" y="15174"/>
                    <a:pt x="20722" y="14817"/>
                    <a:pt x="20546" y="14817"/>
                  </a:cubicBezTo>
                  <a:cubicBezTo>
                    <a:pt x="19141" y="13745"/>
                    <a:pt x="19141" y="13745"/>
                    <a:pt x="19141" y="13745"/>
                  </a:cubicBezTo>
                  <a:cubicBezTo>
                    <a:pt x="18966" y="13745"/>
                    <a:pt x="18790" y="13388"/>
                    <a:pt x="18966" y="13031"/>
                  </a:cubicBezTo>
                  <a:lnTo>
                    <a:pt x="19141" y="11425"/>
                  </a:lnTo>
                  <a:close/>
                  <a:moveTo>
                    <a:pt x="10888" y="16780"/>
                  </a:moveTo>
                  <a:cubicBezTo>
                    <a:pt x="7551" y="16780"/>
                    <a:pt x="4917" y="14102"/>
                    <a:pt x="4917" y="10889"/>
                  </a:cubicBezTo>
                  <a:cubicBezTo>
                    <a:pt x="4917" y="7498"/>
                    <a:pt x="7551" y="4820"/>
                    <a:pt x="10712" y="4820"/>
                  </a:cubicBezTo>
                  <a:cubicBezTo>
                    <a:pt x="14049" y="4820"/>
                    <a:pt x="16683" y="7498"/>
                    <a:pt x="16683" y="10889"/>
                  </a:cubicBezTo>
                  <a:cubicBezTo>
                    <a:pt x="16683" y="14102"/>
                    <a:pt x="14049" y="16780"/>
                    <a:pt x="10888" y="16780"/>
                  </a:cubicBezTo>
                  <a:close/>
                </a:path>
              </a:pathLst>
            </a:custGeom>
            <a:solidFill>
              <a:srgbClr val="FFFFFF"/>
            </a:solidFill>
            <a:ln w="12700" cap="flat">
              <a:noFill/>
              <a:miter lim="400000"/>
            </a:ln>
            <a:effectLst/>
          </p:spPr>
          <p:txBody>
            <a:bodyPr wrap="square" lIns="38738" tIns="38738" rIns="38738" bIns="38738" numCol="1" anchor="t">
              <a:noAutofit/>
            </a:bodyPr>
            <a:lstStyle/>
            <a:p>
              <a:pPr>
                <a:defRPr>
                  <a:latin typeface="Verdana" panose="020B0604030504040204"/>
                  <a:ea typeface="Verdana" panose="020B0604030504040204"/>
                  <a:cs typeface="Verdana" panose="020B0604030504040204"/>
                  <a:sym typeface="Verdana" panose="020B0604030504040204"/>
                </a:defRPr>
              </a:pPr>
              <a:endParaRPr sz="1525"/>
            </a:p>
          </p:txBody>
        </p:sp>
        <p:sp>
          <p:nvSpPr>
            <p:cNvPr id="12" name="TextBox 119"/>
            <p:cNvSpPr txBox="1"/>
            <p:nvPr>
              <p:custDataLst>
                <p:tags r:id="rId12"/>
              </p:custDataLst>
            </p:nvPr>
          </p:nvSpPr>
          <p:spPr>
            <a:xfrm>
              <a:off x="9476541" y="4705232"/>
              <a:ext cx="3266639" cy="372080"/>
            </a:xfrm>
            <a:prstGeom prst="rect">
              <a:avLst/>
            </a:prstGeom>
            <a:noFill/>
            <a:ln w="12700" cap="flat">
              <a:noFill/>
              <a:miter lim="400000"/>
            </a:ln>
            <a:effectLst/>
          </p:spPr>
          <p:txBody>
            <a:bodyPr wrap="square" lIns="38738" tIns="38738" rIns="38738" bIns="38738" numCol="1" anchor="t">
              <a:spAutoFit/>
            </a:bodyPr>
            <a:lstStyle>
              <a:lvl1pPr algn="ctr" defTabSz="913130">
                <a:defRPr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sz="1525"/>
                <a:t>性别分布</a:t>
              </a:r>
            </a:p>
          </p:txBody>
        </p:sp>
        <p:sp>
          <p:nvSpPr>
            <p:cNvPr id="13" name="Rectangle 120"/>
            <p:cNvSpPr txBox="1"/>
            <p:nvPr>
              <p:custDataLst>
                <p:tags r:id="rId13"/>
              </p:custDataLst>
            </p:nvPr>
          </p:nvSpPr>
          <p:spPr>
            <a:xfrm>
              <a:off x="9578523" y="5154853"/>
              <a:ext cx="3002482" cy="697608"/>
            </a:xfrm>
            <a:prstGeom prst="rect">
              <a:avLst/>
            </a:prstGeom>
            <a:noFill/>
            <a:ln w="12700" cap="flat">
              <a:noFill/>
              <a:miter lim="400000"/>
            </a:ln>
            <a:effectLst/>
          </p:spPr>
          <p:txBody>
            <a:bodyPr wrap="square" lIns="38738" tIns="38738" rIns="38738" bIns="38738" numCol="1" anchor="t">
              <a:spAutoFit/>
            </a:bodyPr>
            <a:lstStyle/>
            <a:p>
              <a:pPr algn="ctr" defTabSz="913130">
                <a:lnSpc>
                  <a:spcPct val="12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400" dirty="0"/>
                <a:t>70%男性会员</a:t>
              </a:r>
            </a:p>
            <a:p>
              <a:pPr algn="ctr" defTabSz="913130">
                <a:lnSpc>
                  <a:spcPct val="12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400" dirty="0"/>
                <a:t>30%女性会员</a:t>
              </a:r>
            </a:p>
          </p:txBody>
        </p:sp>
        <p:grpSp>
          <p:nvGrpSpPr>
            <p:cNvPr id="14" name="组合 80"/>
            <p:cNvGrpSpPr/>
            <p:nvPr/>
          </p:nvGrpSpPr>
          <p:grpSpPr>
            <a:xfrm>
              <a:off x="6330949" y="0"/>
              <a:ext cx="3222626" cy="2901952"/>
              <a:chOff x="0" y="0"/>
              <a:chExt cx="3222625" cy="2901951"/>
            </a:xfrm>
          </p:grpSpPr>
          <p:sp>
            <p:nvSpPr>
              <p:cNvPr id="29" name="矩形 62"/>
              <p:cNvSpPr/>
              <p:nvPr>
                <p:custDataLst>
                  <p:tags r:id="rId26"/>
                </p:custDataLst>
              </p:nvPr>
            </p:nvSpPr>
            <p:spPr>
              <a:xfrm>
                <a:off x="0" y="0"/>
                <a:ext cx="3222625" cy="2446338"/>
              </a:xfrm>
              <a:prstGeom prst="rect">
                <a:avLst/>
              </a:prstGeom>
              <a:solidFill>
                <a:srgbClr val="02B3C5"/>
              </a:solidFill>
              <a:ln w="12700" cap="flat">
                <a:noFill/>
                <a:miter lim="400000"/>
              </a:ln>
              <a:effectLst/>
            </p:spPr>
            <p:txBody>
              <a:bodyPr wrap="square" lIns="38738" tIns="38738" rIns="38738" bIns="38738" numCol="1" anchor="ctr">
                <a:noAutofit/>
              </a:bodyPr>
              <a:lstStyle/>
              <a:p>
                <a:pPr algn="ctr">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sp>
            <p:nvSpPr>
              <p:cNvPr id="30" name="等腰三角形 89"/>
              <p:cNvSpPr/>
              <p:nvPr>
                <p:custDataLst>
                  <p:tags r:id="rId27"/>
                </p:custDataLst>
              </p:nvPr>
            </p:nvSpPr>
            <p:spPr>
              <a:xfrm rot="10800000" flipH="1">
                <a:off x="941388" y="2259013"/>
                <a:ext cx="1482725" cy="642938"/>
              </a:xfrm>
              <a:prstGeom prst="triangle">
                <a:avLst/>
              </a:prstGeom>
              <a:solidFill>
                <a:srgbClr val="02B3C5"/>
              </a:solidFill>
              <a:ln w="12700" cap="flat">
                <a:noFill/>
                <a:miter lim="400000"/>
              </a:ln>
              <a:effectLst/>
            </p:spPr>
            <p:txBody>
              <a:bodyPr wrap="square" lIns="38738" tIns="38738" rIns="38738" bIns="38738" numCol="1" anchor="ctr">
                <a:noAutofit/>
              </a:bodyPr>
              <a:lstStyle/>
              <a:p>
                <a:pPr algn="ctr">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grpSp>
        <p:sp>
          <p:nvSpPr>
            <p:cNvPr id="15" name="TextBox 119"/>
            <p:cNvSpPr txBox="1"/>
            <p:nvPr>
              <p:custDataLst>
                <p:tags r:id="rId14"/>
              </p:custDataLst>
            </p:nvPr>
          </p:nvSpPr>
          <p:spPr>
            <a:xfrm>
              <a:off x="6262765" y="1027330"/>
              <a:ext cx="3358981" cy="372080"/>
            </a:xfrm>
            <a:prstGeom prst="rect">
              <a:avLst/>
            </a:prstGeom>
            <a:noFill/>
            <a:ln w="12700" cap="flat">
              <a:noFill/>
              <a:miter lim="400000"/>
            </a:ln>
            <a:effectLst/>
          </p:spPr>
          <p:txBody>
            <a:bodyPr wrap="square" lIns="38738" tIns="38738" rIns="38738" bIns="38738" numCol="1" anchor="t">
              <a:spAutoFit/>
            </a:bodyPr>
            <a:lstStyle>
              <a:lvl1pPr algn="ctr" defTabSz="913130">
                <a:defRPr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sz="1525"/>
                <a:t>年龄分布</a:t>
              </a:r>
            </a:p>
          </p:txBody>
        </p:sp>
        <p:sp>
          <p:nvSpPr>
            <p:cNvPr id="16" name="Rectangle 120"/>
            <p:cNvSpPr txBox="1"/>
            <p:nvPr>
              <p:custDataLst>
                <p:tags r:id="rId15"/>
              </p:custDataLst>
            </p:nvPr>
          </p:nvSpPr>
          <p:spPr>
            <a:xfrm>
              <a:off x="6400919" y="1343507"/>
              <a:ext cx="3086162" cy="1001272"/>
            </a:xfrm>
            <a:prstGeom prst="rect">
              <a:avLst/>
            </a:prstGeom>
            <a:noFill/>
            <a:ln w="12700" cap="flat">
              <a:noFill/>
              <a:miter lim="400000"/>
            </a:ln>
            <a:effectLst/>
          </p:spPr>
          <p:txBody>
            <a:bodyPr wrap="square" lIns="38738" tIns="38738" rIns="38738" bIns="38738" numCol="1" anchor="t">
              <a:spAutoFit/>
            </a:bodyPr>
            <a:lstStyle/>
            <a:p>
              <a:pPr algn="ctr" defTabSz="913130">
                <a:lnSpc>
                  <a:spcPct val="12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400"/>
                <a:t>20-39岁占比40%</a:t>
              </a:r>
              <a:endParaRPr sz="1400">
                <a:latin typeface="Verdana" panose="020B0604030504040204"/>
                <a:ea typeface="Verdana" panose="020B0604030504040204"/>
                <a:cs typeface="Verdana" panose="020B0604030504040204"/>
                <a:sym typeface="Verdana" panose="020B0604030504040204"/>
              </a:endParaRPr>
            </a:p>
            <a:p>
              <a:pPr algn="ctr" defTabSz="913130">
                <a:lnSpc>
                  <a:spcPct val="12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400"/>
                <a:t>40-59岁占比50%</a:t>
              </a:r>
              <a:endParaRPr sz="1400">
                <a:latin typeface="Verdana" panose="020B0604030504040204"/>
                <a:ea typeface="Verdana" panose="020B0604030504040204"/>
                <a:cs typeface="Verdana" panose="020B0604030504040204"/>
                <a:sym typeface="Verdana" panose="020B0604030504040204"/>
              </a:endParaRPr>
            </a:p>
            <a:p>
              <a:pPr algn="ctr" defTabSz="913130">
                <a:lnSpc>
                  <a:spcPct val="12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400"/>
                <a:t>60岁以上10%</a:t>
              </a:r>
              <a:endParaRPr sz="1400">
                <a:latin typeface="Verdana" panose="020B0604030504040204"/>
                <a:ea typeface="Verdana" panose="020B0604030504040204"/>
                <a:cs typeface="Verdana" panose="020B0604030504040204"/>
                <a:sym typeface="Verdana" panose="020B0604030504040204"/>
              </a:endParaRPr>
            </a:p>
          </p:txBody>
        </p:sp>
        <p:sp>
          <p:nvSpPr>
            <p:cNvPr id="17" name="Freeform 303"/>
            <p:cNvSpPr/>
            <p:nvPr>
              <p:custDataLst>
                <p:tags r:id="rId16"/>
              </p:custDataLst>
            </p:nvPr>
          </p:nvSpPr>
          <p:spPr>
            <a:xfrm>
              <a:off x="4343919" y="3693256"/>
              <a:ext cx="804638" cy="728057"/>
            </a:xfrm>
            <a:custGeom>
              <a:avLst/>
              <a:gdLst/>
              <a:ahLst/>
              <a:cxnLst>
                <a:cxn ang="0">
                  <a:pos x="wd2" y="hd2"/>
                </a:cxn>
                <a:cxn ang="5400000">
                  <a:pos x="wd2" y="hd2"/>
                </a:cxn>
                <a:cxn ang="10800000">
                  <a:pos x="wd2" y="hd2"/>
                </a:cxn>
                <a:cxn ang="16200000">
                  <a:pos x="wd2" y="hd2"/>
                </a:cxn>
              </a:cxnLst>
              <a:rect l="0" t="0" r="r" b="b"/>
              <a:pathLst>
                <a:path w="21600" h="21600" extrusionOk="0">
                  <a:moveTo>
                    <a:pt x="1680" y="14739"/>
                  </a:moveTo>
                  <a:cubicBezTo>
                    <a:pt x="7200" y="18551"/>
                    <a:pt x="7200" y="18551"/>
                    <a:pt x="7200" y="18551"/>
                  </a:cubicBezTo>
                  <a:cubicBezTo>
                    <a:pt x="12240" y="16264"/>
                    <a:pt x="12240" y="16264"/>
                    <a:pt x="12240" y="16264"/>
                  </a:cubicBezTo>
                  <a:cubicBezTo>
                    <a:pt x="12240" y="15247"/>
                    <a:pt x="12240" y="15247"/>
                    <a:pt x="12240" y="15247"/>
                  </a:cubicBezTo>
                  <a:cubicBezTo>
                    <a:pt x="7200" y="17788"/>
                    <a:pt x="7200" y="17788"/>
                    <a:pt x="7200" y="17788"/>
                  </a:cubicBezTo>
                  <a:cubicBezTo>
                    <a:pt x="2160" y="14485"/>
                    <a:pt x="2160" y="14485"/>
                    <a:pt x="2160" y="14485"/>
                  </a:cubicBezTo>
                  <a:cubicBezTo>
                    <a:pt x="1680" y="14739"/>
                    <a:pt x="1680" y="14739"/>
                    <a:pt x="1680" y="14739"/>
                  </a:cubicBezTo>
                  <a:close/>
                  <a:moveTo>
                    <a:pt x="17280" y="4828"/>
                  </a:moveTo>
                  <a:cubicBezTo>
                    <a:pt x="17280" y="5082"/>
                    <a:pt x="17280" y="5082"/>
                    <a:pt x="17520" y="5082"/>
                  </a:cubicBezTo>
                  <a:cubicBezTo>
                    <a:pt x="17280" y="5082"/>
                    <a:pt x="17040" y="5336"/>
                    <a:pt x="17040" y="5336"/>
                  </a:cubicBezTo>
                  <a:cubicBezTo>
                    <a:pt x="16800" y="5336"/>
                    <a:pt x="16800" y="5591"/>
                    <a:pt x="16560" y="5591"/>
                  </a:cubicBezTo>
                  <a:cubicBezTo>
                    <a:pt x="16560" y="5591"/>
                    <a:pt x="16320" y="5336"/>
                    <a:pt x="16320" y="5336"/>
                  </a:cubicBezTo>
                  <a:cubicBezTo>
                    <a:pt x="16080" y="5591"/>
                    <a:pt x="15840" y="5591"/>
                    <a:pt x="15600" y="5591"/>
                  </a:cubicBezTo>
                  <a:cubicBezTo>
                    <a:pt x="15360" y="5336"/>
                    <a:pt x="15120" y="5336"/>
                    <a:pt x="15120" y="5336"/>
                  </a:cubicBezTo>
                  <a:cubicBezTo>
                    <a:pt x="14880" y="5082"/>
                    <a:pt x="14640" y="4828"/>
                    <a:pt x="14160" y="4828"/>
                  </a:cubicBezTo>
                  <a:cubicBezTo>
                    <a:pt x="14400" y="4574"/>
                    <a:pt x="14640" y="4574"/>
                    <a:pt x="14640" y="4574"/>
                  </a:cubicBezTo>
                  <a:cubicBezTo>
                    <a:pt x="14880" y="4320"/>
                    <a:pt x="15120" y="4320"/>
                    <a:pt x="15120" y="4320"/>
                  </a:cubicBezTo>
                  <a:cubicBezTo>
                    <a:pt x="15360" y="4574"/>
                    <a:pt x="15600" y="4574"/>
                    <a:pt x="15840" y="4828"/>
                  </a:cubicBezTo>
                  <a:cubicBezTo>
                    <a:pt x="16080" y="4828"/>
                    <a:pt x="16080" y="4828"/>
                    <a:pt x="16320" y="4828"/>
                  </a:cubicBezTo>
                  <a:cubicBezTo>
                    <a:pt x="16320" y="4828"/>
                    <a:pt x="16320" y="4828"/>
                    <a:pt x="16320" y="4574"/>
                  </a:cubicBezTo>
                  <a:cubicBezTo>
                    <a:pt x="16080" y="4574"/>
                    <a:pt x="16080" y="4574"/>
                    <a:pt x="15840" y="4320"/>
                  </a:cubicBezTo>
                  <a:cubicBezTo>
                    <a:pt x="15840" y="4320"/>
                    <a:pt x="15600" y="4320"/>
                    <a:pt x="15600" y="4320"/>
                  </a:cubicBezTo>
                  <a:cubicBezTo>
                    <a:pt x="15360" y="4320"/>
                    <a:pt x="15360" y="4320"/>
                    <a:pt x="15120" y="4320"/>
                  </a:cubicBezTo>
                  <a:cubicBezTo>
                    <a:pt x="14880" y="4320"/>
                    <a:pt x="14400" y="4320"/>
                    <a:pt x="14160" y="4066"/>
                  </a:cubicBezTo>
                  <a:cubicBezTo>
                    <a:pt x="13680" y="4066"/>
                    <a:pt x="13440" y="4066"/>
                    <a:pt x="13200" y="4066"/>
                  </a:cubicBezTo>
                  <a:cubicBezTo>
                    <a:pt x="13200" y="3812"/>
                    <a:pt x="12960" y="3812"/>
                    <a:pt x="12960" y="3812"/>
                  </a:cubicBezTo>
                  <a:cubicBezTo>
                    <a:pt x="12720" y="3558"/>
                    <a:pt x="12720" y="3558"/>
                    <a:pt x="12720" y="3304"/>
                  </a:cubicBezTo>
                  <a:cubicBezTo>
                    <a:pt x="12720" y="3304"/>
                    <a:pt x="12720" y="3049"/>
                    <a:pt x="12960" y="3049"/>
                  </a:cubicBezTo>
                  <a:cubicBezTo>
                    <a:pt x="12960" y="2795"/>
                    <a:pt x="12960" y="2795"/>
                    <a:pt x="12720" y="2795"/>
                  </a:cubicBezTo>
                  <a:cubicBezTo>
                    <a:pt x="12960" y="2795"/>
                    <a:pt x="12960" y="2541"/>
                    <a:pt x="13200" y="2541"/>
                  </a:cubicBezTo>
                  <a:cubicBezTo>
                    <a:pt x="13440" y="2541"/>
                    <a:pt x="13440" y="2541"/>
                    <a:pt x="13680" y="2287"/>
                  </a:cubicBezTo>
                  <a:cubicBezTo>
                    <a:pt x="13680" y="2287"/>
                    <a:pt x="13680" y="2541"/>
                    <a:pt x="13920" y="2541"/>
                  </a:cubicBezTo>
                  <a:cubicBezTo>
                    <a:pt x="14160" y="2541"/>
                    <a:pt x="14160" y="2287"/>
                    <a:pt x="14400" y="2287"/>
                  </a:cubicBezTo>
                  <a:cubicBezTo>
                    <a:pt x="14640" y="2541"/>
                    <a:pt x="14880" y="2541"/>
                    <a:pt x="14880" y="2541"/>
                  </a:cubicBezTo>
                  <a:cubicBezTo>
                    <a:pt x="15120" y="2795"/>
                    <a:pt x="15360" y="2795"/>
                    <a:pt x="15600" y="3049"/>
                  </a:cubicBezTo>
                  <a:cubicBezTo>
                    <a:pt x="15360" y="3049"/>
                    <a:pt x="15120" y="3049"/>
                    <a:pt x="15120" y="3304"/>
                  </a:cubicBezTo>
                  <a:cubicBezTo>
                    <a:pt x="14880" y="3304"/>
                    <a:pt x="14880" y="3304"/>
                    <a:pt x="14640" y="3558"/>
                  </a:cubicBezTo>
                  <a:cubicBezTo>
                    <a:pt x="14400" y="3304"/>
                    <a:pt x="14160" y="3049"/>
                    <a:pt x="13920" y="3049"/>
                  </a:cubicBezTo>
                  <a:cubicBezTo>
                    <a:pt x="13920" y="3049"/>
                    <a:pt x="13920" y="3049"/>
                    <a:pt x="13920" y="3049"/>
                  </a:cubicBezTo>
                  <a:cubicBezTo>
                    <a:pt x="13680" y="3049"/>
                    <a:pt x="13680" y="3049"/>
                    <a:pt x="13920" y="3304"/>
                  </a:cubicBezTo>
                  <a:cubicBezTo>
                    <a:pt x="13920" y="3304"/>
                    <a:pt x="13920" y="3304"/>
                    <a:pt x="14160" y="3304"/>
                  </a:cubicBezTo>
                  <a:cubicBezTo>
                    <a:pt x="14160" y="3558"/>
                    <a:pt x="14400" y="3558"/>
                    <a:pt x="14880" y="3558"/>
                  </a:cubicBezTo>
                  <a:cubicBezTo>
                    <a:pt x="15120" y="3558"/>
                    <a:pt x="15600" y="3558"/>
                    <a:pt x="15840" y="3558"/>
                  </a:cubicBezTo>
                  <a:cubicBezTo>
                    <a:pt x="16080" y="3558"/>
                    <a:pt x="16080" y="3558"/>
                    <a:pt x="16320" y="3558"/>
                  </a:cubicBezTo>
                  <a:cubicBezTo>
                    <a:pt x="16560" y="3558"/>
                    <a:pt x="16560" y="3812"/>
                    <a:pt x="16800" y="3812"/>
                  </a:cubicBezTo>
                  <a:cubicBezTo>
                    <a:pt x="17040" y="3812"/>
                    <a:pt x="17040" y="4066"/>
                    <a:pt x="17280" y="4066"/>
                  </a:cubicBezTo>
                  <a:cubicBezTo>
                    <a:pt x="17520" y="4320"/>
                    <a:pt x="17520" y="4320"/>
                    <a:pt x="17520" y="4574"/>
                  </a:cubicBezTo>
                  <a:cubicBezTo>
                    <a:pt x="17520" y="4574"/>
                    <a:pt x="17520" y="4828"/>
                    <a:pt x="17280" y="4828"/>
                  </a:cubicBezTo>
                  <a:close/>
                  <a:moveTo>
                    <a:pt x="9360" y="8894"/>
                  </a:moveTo>
                  <a:cubicBezTo>
                    <a:pt x="9360" y="8894"/>
                    <a:pt x="9600" y="8894"/>
                    <a:pt x="9600" y="9148"/>
                  </a:cubicBezTo>
                  <a:cubicBezTo>
                    <a:pt x="9360" y="9148"/>
                    <a:pt x="9360" y="9148"/>
                    <a:pt x="9120" y="9148"/>
                  </a:cubicBezTo>
                  <a:cubicBezTo>
                    <a:pt x="8880" y="9402"/>
                    <a:pt x="8880" y="9402"/>
                    <a:pt x="8640" y="9402"/>
                  </a:cubicBezTo>
                  <a:cubicBezTo>
                    <a:pt x="8400" y="9402"/>
                    <a:pt x="8400" y="9402"/>
                    <a:pt x="8400" y="9402"/>
                  </a:cubicBezTo>
                  <a:cubicBezTo>
                    <a:pt x="8160" y="9402"/>
                    <a:pt x="7920" y="9402"/>
                    <a:pt x="7680" y="9402"/>
                  </a:cubicBezTo>
                  <a:cubicBezTo>
                    <a:pt x="7440" y="9402"/>
                    <a:pt x="7200" y="9402"/>
                    <a:pt x="6960" y="9148"/>
                  </a:cubicBezTo>
                  <a:cubicBezTo>
                    <a:pt x="6720" y="8894"/>
                    <a:pt x="6480" y="8894"/>
                    <a:pt x="6240" y="8640"/>
                  </a:cubicBezTo>
                  <a:cubicBezTo>
                    <a:pt x="6240" y="8386"/>
                    <a:pt x="6480" y="8386"/>
                    <a:pt x="6720" y="8386"/>
                  </a:cubicBezTo>
                  <a:cubicBezTo>
                    <a:pt x="6720" y="8386"/>
                    <a:pt x="6960" y="8132"/>
                    <a:pt x="7200" y="8132"/>
                  </a:cubicBezTo>
                  <a:cubicBezTo>
                    <a:pt x="7440" y="8386"/>
                    <a:pt x="7680" y="8640"/>
                    <a:pt x="7920" y="8640"/>
                  </a:cubicBezTo>
                  <a:cubicBezTo>
                    <a:pt x="8160" y="8894"/>
                    <a:pt x="8160" y="8894"/>
                    <a:pt x="8400" y="8640"/>
                  </a:cubicBezTo>
                  <a:cubicBezTo>
                    <a:pt x="8400" y="8640"/>
                    <a:pt x="8400" y="8640"/>
                    <a:pt x="8400" y="8640"/>
                  </a:cubicBezTo>
                  <a:cubicBezTo>
                    <a:pt x="8160" y="8386"/>
                    <a:pt x="8160" y="8386"/>
                    <a:pt x="7920" y="8132"/>
                  </a:cubicBezTo>
                  <a:cubicBezTo>
                    <a:pt x="7920" y="8132"/>
                    <a:pt x="7680" y="8132"/>
                    <a:pt x="7440" y="8132"/>
                  </a:cubicBezTo>
                  <a:cubicBezTo>
                    <a:pt x="7440" y="8132"/>
                    <a:pt x="7200" y="8132"/>
                    <a:pt x="6960" y="8132"/>
                  </a:cubicBezTo>
                  <a:cubicBezTo>
                    <a:pt x="6720" y="8132"/>
                    <a:pt x="6480" y="8132"/>
                    <a:pt x="6000" y="8132"/>
                  </a:cubicBezTo>
                  <a:cubicBezTo>
                    <a:pt x="5520" y="7878"/>
                    <a:pt x="5280" y="7878"/>
                    <a:pt x="5280" y="7878"/>
                  </a:cubicBezTo>
                  <a:cubicBezTo>
                    <a:pt x="5040" y="7624"/>
                    <a:pt x="5040" y="7624"/>
                    <a:pt x="4800" y="7624"/>
                  </a:cubicBezTo>
                  <a:cubicBezTo>
                    <a:pt x="4560" y="7369"/>
                    <a:pt x="4560" y="7369"/>
                    <a:pt x="4560" y="7115"/>
                  </a:cubicBezTo>
                  <a:cubicBezTo>
                    <a:pt x="4560" y="7115"/>
                    <a:pt x="4560" y="6861"/>
                    <a:pt x="4800" y="6607"/>
                  </a:cubicBezTo>
                  <a:cubicBezTo>
                    <a:pt x="4800" y="6607"/>
                    <a:pt x="4800" y="6607"/>
                    <a:pt x="4560" y="6607"/>
                  </a:cubicBezTo>
                  <a:cubicBezTo>
                    <a:pt x="4800" y="6353"/>
                    <a:pt x="4800" y="6353"/>
                    <a:pt x="5040" y="6353"/>
                  </a:cubicBezTo>
                  <a:cubicBezTo>
                    <a:pt x="5280" y="6099"/>
                    <a:pt x="5280" y="6099"/>
                    <a:pt x="5520" y="6099"/>
                  </a:cubicBezTo>
                  <a:cubicBezTo>
                    <a:pt x="5520" y="6099"/>
                    <a:pt x="5760" y="6099"/>
                    <a:pt x="5760" y="6353"/>
                  </a:cubicBezTo>
                  <a:cubicBezTo>
                    <a:pt x="6000" y="6099"/>
                    <a:pt x="6240" y="6099"/>
                    <a:pt x="6480" y="6099"/>
                  </a:cubicBezTo>
                  <a:cubicBezTo>
                    <a:pt x="6480" y="6099"/>
                    <a:pt x="6720" y="6099"/>
                    <a:pt x="6960" y="6353"/>
                  </a:cubicBezTo>
                  <a:cubicBezTo>
                    <a:pt x="7200" y="6353"/>
                    <a:pt x="7200" y="6607"/>
                    <a:pt x="7440" y="6861"/>
                  </a:cubicBezTo>
                  <a:cubicBezTo>
                    <a:pt x="7440" y="6861"/>
                    <a:pt x="7200" y="6861"/>
                    <a:pt x="6960" y="7115"/>
                  </a:cubicBezTo>
                  <a:cubicBezTo>
                    <a:pt x="6960" y="7115"/>
                    <a:pt x="6720" y="7115"/>
                    <a:pt x="6480" y="7369"/>
                  </a:cubicBezTo>
                  <a:cubicBezTo>
                    <a:pt x="6480" y="7115"/>
                    <a:pt x="6240" y="6861"/>
                    <a:pt x="6000" y="6861"/>
                  </a:cubicBezTo>
                  <a:cubicBezTo>
                    <a:pt x="5760" y="6607"/>
                    <a:pt x="5760" y="6861"/>
                    <a:pt x="5760" y="6861"/>
                  </a:cubicBezTo>
                  <a:cubicBezTo>
                    <a:pt x="5520" y="6861"/>
                    <a:pt x="5520" y="6861"/>
                    <a:pt x="5760" y="7115"/>
                  </a:cubicBezTo>
                  <a:cubicBezTo>
                    <a:pt x="5760" y="7115"/>
                    <a:pt x="6000" y="7115"/>
                    <a:pt x="6000" y="7115"/>
                  </a:cubicBezTo>
                  <a:cubicBezTo>
                    <a:pt x="6000" y="7369"/>
                    <a:pt x="6480" y="7369"/>
                    <a:pt x="6720" y="7369"/>
                  </a:cubicBezTo>
                  <a:cubicBezTo>
                    <a:pt x="7200" y="7369"/>
                    <a:pt x="7440" y="7369"/>
                    <a:pt x="7680" y="7369"/>
                  </a:cubicBezTo>
                  <a:cubicBezTo>
                    <a:pt x="8160" y="7369"/>
                    <a:pt x="8160" y="7369"/>
                    <a:pt x="8400" y="7369"/>
                  </a:cubicBezTo>
                  <a:cubicBezTo>
                    <a:pt x="8640" y="7369"/>
                    <a:pt x="8640" y="7624"/>
                    <a:pt x="8880" y="7624"/>
                  </a:cubicBezTo>
                  <a:cubicBezTo>
                    <a:pt x="9120" y="7624"/>
                    <a:pt x="9120" y="7878"/>
                    <a:pt x="9360" y="7878"/>
                  </a:cubicBezTo>
                  <a:cubicBezTo>
                    <a:pt x="9600" y="8132"/>
                    <a:pt x="9600" y="8132"/>
                    <a:pt x="9600" y="8386"/>
                  </a:cubicBezTo>
                  <a:cubicBezTo>
                    <a:pt x="9600" y="8640"/>
                    <a:pt x="9600" y="8640"/>
                    <a:pt x="9360" y="8894"/>
                  </a:cubicBezTo>
                  <a:close/>
                  <a:moveTo>
                    <a:pt x="16080" y="14485"/>
                  </a:moveTo>
                  <a:cubicBezTo>
                    <a:pt x="19920" y="12452"/>
                    <a:pt x="19920" y="12452"/>
                    <a:pt x="19920" y="12452"/>
                  </a:cubicBezTo>
                  <a:cubicBezTo>
                    <a:pt x="18960" y="11944"/>
                    <a:pt x="18960" y="11944"/>
                    <a:pt x="18960" y="11944"/>
                  </a:cubicBezTo>
                  <a:cubicBezTo>
                    <a:pt x="16080" y="13468"/>
                    <a:pt x="16080" y="13468"/>
                    <a:pt x="16080" y="13468"/>
                  </a:cubicBezTo>
                  <a:cubicBezTo>
                    <a:pt x="16080" y="14485"/>
                    <a:pt x="16080" y="14485"/>
                    <a:pt x="16080" y="14485"/>
                  </a:cubicBezTo>
                  <a:close/>
                  <a:moveTo>
                    <a:pt x="12240" y="11689"/>
                  </a:moveTo>
                  <a:cubicBezTo>
                    <a:pt x="12240" y="12452"/>
                    <a:pt x="12240" y="12452"/>
                    <a:pt x="12240" y="12452"/>
                  </a:cubicBezTo>
                  <a:cubicBezTo>
                    <a:pt x="7200" y="14993"/>
                    <a:pt x="7200" y="14993"/>
                    <a:pt x="7200" y="14993"/>
                  </a:cubicBezTo>
                  <a:cubicBezTo>
                    <a:pt x="1680" y="10927"/>
                    <a:pt x="1680" y="10927"/>
                    <a:pt x="1680" y="10927"/>
                  </a:cubicBezTo>
                  <a:cubicBezTo>
                    <a:pt x="2160" y="10673"/>
                    <a:pt x="2160" y="10673"/>
                    <a:pt x="2160" y="10673"/>
                  </a:cubicBezTo>
                  <a:cubicBezTo>
                    <a:pt x="7200" y="14231"/>
                    <a:pt x="7200" y="14231"/>
                    <a:pt x="7200" y="14231"/>
                  </a:cubicBezTo>
                  <a:cubicBezTo>
                    <a:pt x="12240" y="11689"/>
                    <a:pt x="12240" y="11689"/>
                    <a:pt x="12240" y="11689"/>
                  </a:cubicBezTo>
                  <a:close/>
                  <a:moveTo>
                    <a:pt x="16080" y="10673"/>
                  </a:moveTo>
                  <a:cubicBezTo>
                    <a:pt x="16080" y="9656"/>
                    <a:pt x="16080" y="9656"/>
                    <a:pt x="16080" y="9656"/>
                  </a:cubicBezTo>
                  <a:cubicBezTo>
                    <a:pt x="19200" y="8132"/>
                    <a:pt x="19200" y="8132"/>
                    <a:pt x="19200" y="8132"/>
                  </a:cubicBezTo>
                  <a:cubicBezTo>
                    <a:pt x="19920" y="8640"/>
                    <a:pt x="19920" y="8640"/>
                    <a:pt x="19920" y="8640"/>
                  </a:cubicBezTo>
                  <a:cubicBezTo>
                    <a:pt x="16080" y="10673"/>
                    <a:pt x="16080" y="10673"/>
                    <a:pt x="16080" y="10673"/>
                  </a:cubicBezTo>
                  <a:close/>
                  <a:moveTo>
                    <a:pt x="16320" y="6861"/>
                  </a:moveTo>
                  <a:cubicBezTo>
                    <a:pt x="19920" y="5082"/>
                    <a:pt x="19920" y="5082"/>
                    <a:pt x="19920" y="5082"/>
                  </a:cubicBezTo>
                  <a:cubicBezTo>
                    <a:pt x="14160" y="1525"/>
                    <a:pt x="14160" y="1525"/>
                    <a:pt x="14160" y="1525"/>
                  </a:cubicBezTo>
                  <a:cubicBezTo>
                    <a:pt x="10320" y="3304"/>
                    <a:pt x="10320" y="3304"/>
                    <a:pt x="10320" y="3304"/>
                  </a:cubicBezTo>
                  <a:cubicBezTo>
                    <a:pt x="16320" y="6861"/>
                    <a:pt x="16320" y="6861"/>
                    <a:pt x="16320" y="6861"/>
                  </a:cubicBezTo>
                  <a:cubicBezTo>
                    <a:pt x="16320" y="6861"/>
                    <a:pt x="16320" y="6861"/>
                    <a:pt x="16320" y="6861"/>
                  </a:cubicBezTo>
                  <a:close/>
                  <a:moveTo>
                    <a:pt x="9120" y="2287"/>
                  </a:moveTo>
                  <a:cubicBezTo>
                    <a:pt x="13920" y="0"/>
                    <a:pt x="13920" y="0"/>
                    <a:pt x="13920" y="0"/>
                  </a:cubicBezTo>
                  <a:cubicBezTo>
                    <a:pt x="14400" y="0"/>
                    <a:pt x="14400" y="0"/>
                    <a:pt x="14400" y="0"/>
                  </a:cubicBezTo>
                  <a:cubicBezTo>
                    <a:pt x="14640" y="254"/>
                    <a:pt x="14640" y="254"/>
                    <a:pt x="14640" y="254"/>
                  </a:cubicBezTo>
                  <a:cubicBezTo>
                    <a:pt x="21600" y="4574"/>
                    <a:pt x="21600" y="4574"/>
                    <a:pt x="21600" y="4574"/>
                  </a:cubicBezTo>
                  <a:cubicBezTo>
                    <a:pt x="21600" y="6861"/>
                    <a:pt x="21600" y="6861"/>
                    <a:pt x="21600" y="6861"/>
                  </a:cubicBezTo>
                  <a:cubicBezTo>
                    <a:pt x="20400" y="7624"/>
                    <a:pt x="20400" y="7624"/>
                    <a:pt x="20400" y="7624"/>
                  </a:cubicBezTo>
                  <a:cubicBezTo>
                    <a:pt x="21600" y="8132"/>
                    <a:pt x="21600" y="8132"/>
                    <a:pt x="21600" y="8132"/>
                  </a:cubicBezTo>
                  <a:cubicBezTo>
                    <a:pt x="21600" y="10673"/>
                    <a:pt x="21600" y="10673"/>
                    <a:pt x="21600" y="10673"/>
                  </a:cubicBezTo>
                  <a:cubicBezTo>
                    <a:pt x="20400" y="11181"/>
                    <a:pt x="20400" y="11181"/>
                    <a:pt x="20400" y="11181"/>
                  </a:cubicBezTo>
                  <a:cubicBezTo>
                    <a:pt x="21600" y="11944"/>
                    <a:pt x="21600" y="11944"/>
                    <a:pt x="21600" y="11944"/>
                  </a:cubicBezTo>
                  <a:cubicBezTo>
                    <a:pt x="21600" y="14485"/>
                    <a:pt x="21600" y="14485"/>
                    <a:pt x="21600" y="14485"/>
                  </a:cubicBezTo>
                  <a:cubicBezTo>
                    <a:pt x="7200" y="21600"/>
                    <a:pt x="7200" y="21600"/>
                    <a:pt x="7200" y="21600"/>
                  </a:cubicBezTo>
                  <a:cubicBezTo>
                    <a:pt x="240" y="17026"/>
                    <a:pt x="240" y="17026"/>
                    <a:pt x="240" y="17026"/>
                  </a:cubicBezTo>
                  <a:cubicBezTo>
                    <a:pt x="0" y="13976"/>
                    <a:pt x="0" y="13976"/>
                    <a:pt x="0" y="13976"/>
                  </a:cubicBezTo>
                  <a:cubicBezTo>
                    <a:pt x="720" y="13722"/>
                    <a:pt x="720" y="13722"/>
                    <a:pt x="720" y="13722"/>
                  </a:cubicBezTo>
                  <a:cubicBezTo>
                    <a:pt x="240" y="13214"/>
                    <a:pt x="240" y="13214"/>
                    <a:pt x="240" y="13214"/>
                  </a:cubicBezTo>
                  <a:cubicBezTo>
                    <a:pt x="0" y="10165"/>
                    <a:pt x="0" y="10165"/>
                    <a:pt x="0" y="10165"/>
                  </a:cubicBezTo>
                  <a:cubicBezTo>
                    <a:pt x="720" y="9911"/>
                    <a:pt x="720" y="9911"/>
                    <a:pt x="720" y="9911"/>
                  </a:cubicBezTo>
                  <a:cubicBezTo>
                    <a:pt x="240" y="9402"/>
                    <a:pt x="240" y="9402"/>
                    <a:pt x="240" y="9402"/>
                  </a:cubicBezTo>
                  <a:cubicBezTo>
                    <a:pt x="0" y="6353"/>
                    <a:pt x="0" y="6353"/>
                    <a:pt x="0" y="6353"/>
                  </a:cubicBezTo>
                  <a:cubicBezTo>
                    <a:pt x="5520" y="4066"/>
                    <a:pt x="5520" y="4066"/>
                    <a:pt x="5520" y="4066"/>
                  </a:cubicBezTo>
                  <a:cubicBezTo>
                    <a:pt x="5520" y="4066"/>
                    <a:pt x="5520" y="4066"/>
                    <a:pt x="5520" y="4066"/>
                  </a:cubicBezTo>
                  <a:cubicBezTo>
                    <a:pt x="9120" y="2287"/>
                    <a:pt x="9120" y="2287"/>
                    <a:pt x="9120" y="2287"/>
                  </a:cubicBezTo>
                  <a:cubicBezTo>
                    <a:pt x="9120" y="2287"/>
                    <a:pt x="9120" y="2287"/>
                    <a:pt x="9120" y="2287"/>
                  </a:cubicBezTo>
                  <a:close/>
                  <a:moveTo>
                    <a:pt x="6720" y="4828"/>
                  </a:moveTo>
                  <a:cubicBezTo>
                    <a:pt x="1680" y="7115"/>
                    <a:pt x="1680" y="7115"/>
                    <a:pt x="1680" y="7115"/>
                  </a:cubicBezTo>
                  <a:cubicBezTo>
                    <a:pt x="7200" y="11181"/>
                    <a:pt x="7200" y="11181"/>
                    <a:pt x="7200" y="11181"/>
                  </a:cubicBezTo>
                  <a:cubicBezTo>
                    <a:pt x="12240" y="8640"/>
                    <a:pt x="12240" y="8640"/>
                    <a:pt x="12240" y="8640"/>
                  </a:cubicBezTo>
                  <a:lnTo>
                    <a:pt x="6720" y="4828"/>
                  </a:lnTo>
                  <a:close/>
                </a:path>
              </a:pathLst>
            </a:custGeom>
            <a:solidFill>
              <a:srgbClr val="FFFFFF"/>
            </a:solidFill>
            <a:ln w="12700" cap="flat">
              <a:noFill/>
              <a:miter lim="400000"/>
            </a:ln>
            <a:effectLst/>
          </p:spPr>
          <p:txBody>
            <a:bodyPr wrap="square" lIns="38738" tIns="38738" rIns="38738" bIns="38738" numCol="1" anchor="t">
              <a:noAutofit/>
            </a:bodyPr>
            <a:lstStyle/>
            <a:p>
              <a:pPr>
                <a:defRPr>
                  <a:latin typeface="Verdana" panose="020B0604030504040204"/>
                  <a:ea typeface="Verdana" panose="020B0604030504040204"/>
                  <a:cs typeface="Verdana" panose="020B0604030504040204"/>
                  <a:sym typeface="Verdana" panose="020B0604030504040204"/>
                </a:defRPr>
              </a:pPr>
              <a:endParaRPr sz="1525"/>
            </a:p>
          </p:txBody>
        </p:sp>
        <p:sp>
          <p:nvSpPr>
            <p:cNvPr id="18" name="Freeform 31"/>
            <p:cNvSpPr/>
            <p:nvPr>
              <p:custDataLst>
                <p:tags r:id="rId17"/>
              </p:custDataLst>
            </p:nvPr>
          </p:nvSpPr>
          <p:spPr>
            <a:xfrm>
              <a:off x="7613394" y="298242"/>
              <a:ext cx="656407" cy="600284"/>
            </a:xfrm>
            <a:custGeom>
              <a:avLst/>
              <a:gdLst/>
              <a:ahLst/>
              <a:cxnLst>
                <a:cxn ang="0">
                  <a:pos x="wd2" y="hd2"/>
                </a:cxn>
                <a:cxn ang="5400000">
                  <a:pos x="wd2" y="hd2"/>
                </a:cxn>
                <a:cxn ang="10800000">
                  <a:pos x="wd2" y="hd2"/>
                </a:cxn>
                <a:cxn ang="16200000">
                  <a:pos x="wd2" y="hd2"/>
                </a:cxn>
              </a:cxnLst>
              <a:rect l="0" t="0" r="r" b="b"/>
              <a:pathLst>
                <a:path w="21469" h="21550" extrusionOk="0">
                  <a:moveTo>
                    <a:pt x="11104" y="6093"/>
                  </a:moveTo>
                  <a:cubicBezTo>
                    <a:pt x="10930" y="5697"/>
                    <a:pt x="10582" y="5697"/>
                    <a:pt x="10408" y="6093"/>
                  </a:cubicBezTo>
                  <a:cubicBezTo>
                    <a:pt x="4485" y="12633"/>
                    <a:pt x="4485" y="12633"/>
                    <a:pt x="4485" y="12633"/>
                  </a:cubicBezTo>
                  <a:cubicBezTo>
                    <a:pt x="4311" y="13029"/>
                    <a:pt x="4137" y="13425"/>
                    <a:pt x="4137" y="13623"/>
                  </a:cubicBezTo>
                  <a:cubicBezTo>
                    <a:pt x="4137" y="20956"/>
                    <a:pt x="4137" y="20956"/>
                    <a:pt x="4137" y="20956"/>
                  </a:cubicBezTo>
                  <a:cubicBezTo>
                    <a:pt x="4137" y="21352"/>
                    <a:pt x="4311" y="21550"/>
                    <a:pt x="4659" y="21550"/>
                  </a:cubicBezTo>
                  <a:cubicBezTo>
                    <a:pt x="7969" y="21550"/>
                    <a:pt x="7969" y="21550"/>
                    <a:pt x="7969" y="21550"/>
                  </a:cubicBezTo>
                  <a:cubicBezTo>
                    <a:pt x="8317" y="21550"/>
                    <a:pt x="8491" y="21352"/>
                    <a:pt x="8491" y="20956"/>
                  </a:cubicBezTo>
                  <a:cubicBezTo>
                    <a:pt x="8491" y="15803"/>
                    <a:pt x="8491" y="15803"/>
                    <a:pt x="8491" y="15803"/>
                  </a:cubicBezTo>
                  <a:cubicBezTo>
                    <a:pt x="8491" y="15407"/>
                    <a:pt x="8666" y="15209"/>
                    <a:pt x="9014" y="15209"/>
                  </a:cubicBezTo>
                  <a:cubicBezTo>
                    <a:pt x="12498" y="15209"/>
                    <a:pt x="12498" y="15209"/>
                    <a:pt x="12498" y="15209"/>
                  </a:cubicBezTo>
                  <a:cubicBezTo>
                    <a:pt x="12672" y="15209"/>
                    <a:pt x="13021" y="15407"/>
                    <a:pt x="13021" y="15803"/>
                  </a:cubicBezTo>
                  <a:cubicBezTo>
                    <a:pt x="13021" y="20956"/>
                    <a:pt x="13021" y="20956"/>
                    <a:pt x="13021" y="20956"/>
                  </a:cubicBezTo>
                  <a:cubicBezTo>
                    <a:pt x="13021" y="21352"/>
                    <a:pt x="13195" y="21550"/>
                    <a:pt x="13369" y="21550"/>
                  </a:cubicBezTo>
                  <a:cubicBezTo>
                    <a:pt x="16679" y="21550"/>
                    <a:pt x="16679" y="21550"/>
                    <a:pt x="16679" y="21550"/>
                  </a:cubicBezTo>
                  <a:cubicBezTo>
                    <a:pt x="16853" y="21550"/>
                    <a:pt x="17027" y="21352"/>
                    <a:pt x="17027" y="20956"/>
                  </a:cubicBezTo>
                  <a:cubicBezTo>
                    <a:pt x="17027" y="13425"/>
                    <a:pt x="17027" y="13425"/>
                    <a:pt x="17027" y="13425"/>
                  </a:cubicBezTo>
                  <a:cubicBezTo>
                    <a:pt x="17027" y="13029"/>
                    <a:pt x="17027" y="12633"/>
                    <a:pt x="16679" y="12434"/>
                  </a:cubicBezTo>
                  <a:lnTo>
                    <a:pt x="11104" y="6093"/>
                  </a:lnTo>
                  <a:close/>
                  <a:moveTo>
                    <a:pt x="21208" y="11840"/>
                  </a:moveTo>
                  <a:cubicBezTo>
                    <a:pt x="17027" y="6886"/>
                    <a:pt x="17027" y="6886"/>
                    <a:pt x="17027" y="6886"/>
                  </a:cubicBezTo>
                  <a:cubicBezTo>
                    <a:pt x="17027" y="1733"/>
                    <a:pt x="17027" y="1733"/>
                    <a:pt x="17027" y="1733"/>
                  </a:cubicBezTo>
                  <a:cubicBezTo>
                    <a:pt x="17027" y="1337"/>
                    <a:pt x="16853" y="1139"/>
                    <a:pt x="16504" y="1139"/>
                  </a:cubicBezTo>
                  <a:cubicBezTo>
                    <a:pt x="14762" y="1139"/>
                    <a:pt x="14762" y="1139"/>
                    <a:pt x="14762" y="1139"/>
                  </a:cubicBezTo>
                  <a:cubicBezTo>
                    <a:pt x="14414" y="1139"/>
                    <a:pt x="14240" y="1337"/>
                    <a:pt x="14240" y="1733"/>
                  </a:cubicBezTo>
                  <a:cubicBezTo>
                    <a:pt x="14240" y="3715"/>
                    <a:pt x="14240" y="3715"/>
                    <a:pt x="14240" y="3715"/>
                  </a:cubicBezTo>
                  <a:cubicBezTo>
                    <a:pt x="11104" y="148"/>
                    <a:pt x="11104" y="148"/>
                    <a:pt x="11104" y="148"/>
                  </a:cubicBezTo>
                  <a:cubicBezTo>
                    <a:pt x="10930" y="-50"/>
                    <a:pt x="10582" y="-50"/>
                    <a:pt x="10408" y="148"/>
                  </a:cubicBezTo>
                  <a:cubicBezTo>
                    <a:pt x="130" y="11840"/>
                    <a:pt x="130" y="11840"/>
                    <a:pt x="130" y="11840"/>
                  </a:cubicBezTo>
                  <a:cubicBezTo>
                    <a:pt x="-44" y="12038"/>
                    <a:pt x="-44" y="12434"/>
                    <a:pt x="130" y="12633"/>
                  </a:cubicBezTo>
                  <a:cubicBezTo>
                    <a:pt x="1175" y="13822"/>
                    <a:pt x="1175" y="13822"/>
                    <a:pt x="1175" y="13822"/>
                  </a:cubicBezTo>
                  <a:cubicBezTo>
                    <a:pt x="1350" y="14020"/>
                    <a:pt x="1698" y="14020"/>
                    <a:pt x="1872" y="13822"/>
                  </a:cubicBezTo>
                  <a:cubicBezTo>
                    <a:pt x="10408" y="4310"/>
                    <a:pt x="10408" y="4310"/>
                    <a:pt x="10408" y="4310"/>
                  </a:cubicBezTo>
                  <a:cubicBezTo>
                    <a:pt x="10582" y="4111"/>
                    <a:pt x="10930" y="4111"/>
                    <a:pt x="11104" y="4310"/>
                  </a:cubicBezTo>
                  <a:cubicBezTo>
                    <a:pt x="19466" y="13822"/>
                    <a:pt x="19466" y="13822"/>
                    <a:pt x="19466" y="13822"/>
                  </a:cubicBezTo>
                  <a:cubicBezTo>
                    <a:pt x="19640" y="14020"/>
                    <a:pt x="19988" y="14020"/>
                    <a:pt x="20162" y="13822"/>
                  </a:cubicBezTo>
                  <a:cubicBezTo>
                    <a:pt x="21208" y="12633"/>
                    <a:pt x="21208" y="12633"/>
                    <a:pt x="21208" y="12633"/>
                  </a:cubicBezTo>
                  <a:cubicBezTo>
                    <a:pt x="21556" y="12434"/>
                    <a:pt x="21556" y="12038"/>
                    <a:pt x="21208" y="11840"/>
                  </a:cubicBezTo>
                  <a:close/>
                </a:path>
              </a:pathLst>
            </a:custGeom>
            <a:solidFill>
              <a:srgbClr val="FFFFFF"/>
            </a:solidFill>
            <a:ln w="12700" cap="flat">
              <a:noFill/>
              <a:miter lim="400000"/>
            </a:ln>
            <a:effectLst/>
          </p:spPr>
          <p:txBody>
            <a:bodyPr wrap="square" lIns="38738" tIns="38738" rIns="38738" bIns="38738" numCol="1" anchor="ctr">
              <a:noAutofit/>
            </a:bodyPr>
            <a:lstStyle/>
            <a:p>
              <a:pPr algn="ctr">
                <a:defRPr>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pic>
          <p:nvPicPr>
            <p:cNvPr id="19" name="图片 40" descr="图片 40"/>
            <p:cNvPicPr>
              <a:picLocks noChangeAspect="1"/>
            </p:cNvPicPr>
            <p:nvPr>
              <p:custDataLst>
                <p:tags r:id="rId18"/>
              </p:custDataLst>
            </p:nvPr>
          </p:nvPicPr>
          <p:blipFill>
            <a:blip r:embed="rId38" cstate="email"/>
            <a:stretch>
              <a:fillRect/>
            </a:stretch>
          </p:blipFill>
          <p:spPr>
            <a:xfrm>
              <a:off x="14101" y="2431025"/>
              <a:ext cx="3167699" cy="3745493"/>
            </a:xfrm>
            <a:prstGeom prst="rect">
              <a:avLst/>
            </a:prstGeom>
            <a:ln w="12700" cap="flat">
              <a:noFill/>
              <a:miter lim="400000"/>
              <a:headEnd/>
              <a:tailEnd/>
            </a:ln>
            <a:effectLst/>
          </p:spPr>
        </p:pic>
        <p:grpSp>
          <p:nvGrpSpPr>
            <p:cNvPr id="20" name="组合 42"/>
            <p:cNvGrpSpPr/>
            <p:nvPr/>
          </p:nvGrpSpPr>
          <p:grpSpPr>
            <a:xfrm>
              <a:off x="0" y="-1"/>
              <a:ext cx="3170239" cy="3532190"/>
              <a:chOff x="0" y="0"/>
              <a:chExt cx="3170238" cy="3532188"/>
            </a:xfrm>
          </p:grpSpPr>
          <p:sp>
            <p:nvSpPr>
              <p:cNvPr id="27" name="矩形 70"/>
              <p:cNvSpPr/>
              <p:nvPr>
                <p:custDataLst>
                  <p:tags r:id="rId24"/>
                </p:custDataLst>
              </p:nvPr>
            </p:nvSpPr>
            <p:spPr>
              <a:xfrm>
                <a:off x="-1" y="-1"/>
                <a:ext cx="3170240" cy="2976564"/>
              </a:xfrm>
              <a:prstGeom prst="rect">
                <a:avLst/>
              </a:prstGeom>
              <a:solidFill>
                <a:srgbClr val="FB9F01"/>
              </a:solidFill>
              <a:ln w="12700" cap="flat">
                <a:noFill/>
                <a:miter lim="400000"/>
              </a:ln>
              <a:effectLst/>
            </p:spPr>
            <p:txBody>
              <a:bodyPr wrap="square" lIns="38738" tIns="38738" rIns="38738" bIns="38738" numCol="1" anchor="ctr">
                <a:noAutofit/>
              </a:bodyPr>
              <a:lstStyle/>
              <a:p>
                <a:pPr algn="ctr">
                  <a:defRPr sz="1600">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355"/>
              </a:p>
            </p:txBody>
          </p:sp>
          <p:sp>
            <p:nvSpPr>
              <p:cNvPr id="28" name="等腰三角形 44"/>
              <p:cNvSpPr/>
              <p:nvPr>
                <p:custDataLst>
                  <p:tags r:id="rId25"/>
                </p:custDataLst>
              </p:nvPr>
            </p:nvSpPr>
            <p:spPr>
              <a:xfrm rot="10800000" flipH="1">
                <a:off x="857250" y="2749550"/>
                <a:ext cx="1455738" cy="782639"/>
              </a:xfrm>
              <a:prstGeom prst="triangle">
                <a:avLst/>
              </a:prstGeom>
              <a:solidFill>
                <a:srgbClr val="FB9F01"/>
              </a:solidFill>
              <a:ln w="12700" cap="flat">
                <a:noFill/>
                <a:miter lim="400000"/>
              </a:ln>
              <a:effectLst/>
            </p:spPr>
            <p:txBody>
              <a:bodyPr wrap="square" lIns="38738" tIns="38738" rIns="38738" bIns="38738" numCol="1" anchor="ctr">
                <a:noAutofit/>
              </a:bodyPr>
              <a:lstStyle/>
              <a:p>
                <a:pPr algn="ctr">
                  <a:defRPr sz="1600">
                    <a:solidFill>
                      <a:srgbClr val="FFFFFF"/>
                    </a:solidFill>
                    <a:latin typeface="等线" panose="02010600030101010101" charset="-122"/>
                    <a:ea typeface="等线" panose="02010600030101010101" charset="-122"/>
                    <a:cs typeface="等线" panose="02010600030101010101" charset="-122"/>
                    <a:sym typeface="等线" panose="02010600030101010101" charset="-122"/>
                  </a:defRPr>
                </a:pPr>
                <a:endParaRPr sz="1355"/>
              </a:p>
            </p:txBody>
          </p:sp>
        </p:grpSp>
        <p:grpSp>
          <p:nvGrpSpPr>
            <p:cNvPr id="21" name="组合 72"/>
            <p:cNvGrpSpPr/>
            <p:nvPr/>
          </p:nvGrpSpPr>
          <p:grpSpPr>
            <a:xfrm>
              <a:off x="1236878" y="515232"/>
              <a:ext cx="695704" cy="523403"/>
              <a:chOff x="0" y="0"/>
              <a:chExt cx="695702" cy="523401"/>
            </a:xfrm>
          </p:grpSpPr>
          <p:sp>
            <p:nvSpPr>
              <p:cNvPr id="24" name="Freeform 17"/>
              <p:cNvSpPr/>
              <p:nvPr>
                <p:custDataLst>
                  <p:tags r:id="rId21"/>
                </p:custDataLst>
              </p:nvPr>
            </p:nvSpPr>
            <p:spPr>
              <a:xfrm>
                <a:off x="-1" y="56526"/>
                <a:ext cx="250882" cy="466876"/>
              </a:xfrm>
              <a:custGeom>
                <a:avLst/>
                <a:gdLst/>
                <a:ahLst/>
                <a:cxnLst>
                  <a:cxn ang="0">
                    <a:pos x="wd2" y="hd2"/>
                  </a:cxn>
                  <a:cxn ang="5400000">
                    <a:pos x="wd2" y="hd2"/>
                  </a:cxn>
                  <a:cxn ang="10800000">
                    <a:pos x="wd2" y="hd2"/>
                  </a:cxn>
                  <a:cxn ang="16200000">
                    <a:pos x="wd2" y="hd2"/>
                  </a:cxn>
                </a:cxnLst>
                <a:rect l="0" t="0" r="r" b="b"/>
                <a:pathLst>
                  <a:path w="21600" h="21600" extrusionOk="0">
                    <a:moveTo>
                      <a:pt x="14247" y="19849"/>
                    </a:moveTo>
                    <a:cubicBezTo>
                      <a:pt x="19762" y="20724"/>
                      <a:pt x="19762" y="20724"/>
                      <a:pt x="19762" y="20724"/>
                    </a:cubicBezTo>
                    <a:cubicBezTo>
                      <a:pt x="14247" y="21600"/>
                      <a:pt x="14247" y="21600"/>
                      <a:pt x="14247" y="21600"/>
                    </a:cubicBezTo>
                    <a:cubicBezTo>
                      <a:pt x="0" y="19265"/>
                      <a:pt x="0" y="19265"/>
                      <a:pt x="0" y="19265"/>
                    </a:cubicBezTo>
                    <a:cubicBezTo>
                      <a:pt x="0" y="14886"/>
                      <a:pt x="6894" y="10216"/>
                      <a:pt x="14247" y="10216"/>
                    </a:cubicBezTo>
                    <a:cubicBezTo>
                      <a:pt x="16085" y="10216"/>
                      <a:pt x="17464" y="10508"/>
                      <a:pt x="19302" y="11092"/>
                    </a:cubicBezTo>
                    <a:cubicBezTo>
                      <a:pt x="15626" y="13135"/>
                      <a:pt x="13328" y="16054"/>
                      <a:pt x="13328" y="18973"/>
                    </a:cubicBezTo>
                    <a:cubicBezTo>
                      <a:pt x="13328" y="19557"/>
                      <a:pt x="13328" y="19557"/>
                      <a:pt x="13328" y="19557"/>
                    </a:cubicBezTo>
                    <a:lnTo>
                      <a:pt x="14247" y="19849"/>
                    </a:lnTo>
                    <a:close/>
                    <a:moveTo>
                      <a:pt x="20221" y="1459"/>
                    </a:moveTo>
                    <a:cubicBezTo>
                      <a:pt x="18383" y="584"/>
                      <a:pt x="16545" y="0"/>
                      <a:pt x="14247" y="0"/>
                    </a:cubicBezTo>
                    <a:cubicBezTo>
                      <a:pt x="9651" y="0"/>
                      <a:pt x="5974" y="2335"/>
                      <a:pt x="5974" y="4962"/>
                    </a:cubicBezTo>
                    <a:cubicBezTo>
                      <a:pt x="5974" y="7881"/>
                      <a:pt x="9651" y="10216"/>
                      <a:pt x="14247" y="10216"/>
                    </a:cubicBezTo>
                    <a:cubicBezTo>
                      <a:pt x="17464" y="10216"/>
                      <a:pt x="20681" y="8757"/>
                      <a:pt x="21600" y="6714"/>
                    </a:cubicBezTo>
                    <a:cubicBezTo>
                      <a:pt x="20681" y="5838"/>
                      <a:pt x="19762" y="4378"/>
                      <a:pt x="19762" y="2919"/>
                    </a:cubicBezTo>
                    <a:cubicBezTo>
                      <a:pt x="19762" y="2627"/>
                      <a:pt x="19762" y="2043"/>
                      <a:pt x="20221" y="1459"/>
                    </a:cubicBezTo>
                    <a:close/>
                  </a:path>
                </a:pathLst>
              </a:custGeom>
              <a:solidFill>
                <a:srgbClr val="FFFFFF"/>
              </a:solidFill>
              <a:ln w="12700" cap="flat">
                <a:noFill/>
                <a:miter lim="400000"/>
              </a:ln>
              <a:effectLst/>
            </p:spPr>
            <p:txBody>
              <a:bodyPr wrap="square" lIns="38738" tIns="38738" rIns="38738" bIns="38738" numCol="1" anchor="t">
                <a:noAutofit/>
              </a:bodyPr>
              <a:lstStyle/>
              <a:p>
                <a:pPr>
                  <a:defRPr>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sp>
            <p:nvSpPr>
              <p:cNvPr id="25" name="Freeform 18"/>
              <p:cNvSpPr/>
              <p:nvPr>
                <p:custDataLst>
                  <p:tags r:id="rId22"/>
                </p:custDataLst>
              </p:nvPr>
            </p:nvSpPr>
            <p:spPr>
              <a:xfrm>
                <a:off x="443043" y="56526"/>
                <a:ext cx="252660" cy="466876"/>
              </a:xfrm>
              <a:custGeom>
                <a:avLst/>
                <a:gdLst/>
                <a:ahLst/>
                <a:cxnLst>
                  <a:cxn ang="0">
                    <a:pos x="wd2" y="hd2"/>
                  </a:cxn>
                  <a:cxn ang="5400000">
                    <a:pos x="wd2" y="hd2"/>
                  </a:cxn>
                  <a:cxn ang="10800000">
                    <a:pos x="wd2" y="hd2"/>
                  </a:cxn>
                  <a:cxn ang="16200000">
                    <a:pos x="wd2" y="hd2"/>
                  </a:cxn>
                </a:cxnLst>
                <a:rect l="0" t="0" r="r" b="b"/>
                <a:pathLst>
                  <a:path w="21600" h="21600" extrusionOk="0">
                    <a:moveTo>
                      <a:pt x="2298" y="2919"/>
                    </a:moveTo>
                    <a:cubicBezTo>
                      <a:pt x="2298" y="2627"/>
                      <a:pt x="2298" y="2043"/>
                      <a:pt x="1838" y="1459"/>
                    </a:cubicBezTo>
                    <a:cubicBezTo>
                      <a:pt x="3217" y="584"/>
                      <a:pt x="5515" y="0"/>
                      <a:pt x="7813" y="0"/>
                    </a:cubicBezTo>
                    <a:cubicBezTo>
                      <a:pt x="12409" y="0"/>
                      <a:pt x="15626" y="2335"/>
                      <a:pt x="15626" y="4962"/>
                    </a:cubicBezTo>
                    <a:cubicBezTo>
                      <a:pt x="15626" y="7881"/>
                      <a:pt x="12409" y="10216"/>
                      <a:pt x="7813" y="10216"/>
                    </a:cubicBezTo>
                    <a:cubicBezTo>
                      <a:pt x="4136" y="10216"/>
                      <a:pt x="1379" y="8757"/>
                      <a:pt x="0" y="6714"/>
                    </a:cubicBezTo>
                    <a:cubicBezTo>
                      <a:pt x="1379" y="5838"/>
                      <a:pt x="2298" y="4378"/>
                      <a:pt x="2298" y="2919"/>
                    </a:cubicBezTo>
                    <a:close/>
                    <a:moveTo>
                      <a:pt x="21600" y="19265"/>
                    </a:moveTo>
                    <a:cubicBezTo>
                      <a:pt x="21600" y="14886"/>
                      <a:pt x="15166" y="10216"/>
                      <a:pt x="7813" y="10216"/>
                    </a:cubicBezTo>
                    <a:cubicBezTo>
                      <a:pt x="5974" y="10216"/>
                      <a:pt x="4596" y="10508"/>
                      <a:pt x="2757" y="11092"/>
                    </a:cubicBezTo>
                    <a:cubicBezTo>
                      <a:pt x="6434" y="13135"/>
                      <a:pt x="8732" y="16054"/>
                      <a:pt x="8732" y="18973"/>
                    </a:cubicBezTo>
                    <a:cubicBezTo>
                      <a:pt x="8732" y="19557"/>
                      <a:pt x="8732" y="19557"/>
                      <a:pt x="8732" y="19557"/>
                    </a:cubicBezTo>
                    <a:cubicBezTo>
                      <a:pt x="7813" y="19849"/>
                      <a:pt x="7813" y="19849"/>
                      <a:pt x="7813" y="19849"/>
                    </a:cubicBezTo>
                    <a:cubicBezTo>
                      <a:pt x="2298" y="20724"/>
                      <a:pt x="2298" y="20724"/>
                      <a:pt x="2298" y="20724"/>
                    </a:cubicBezTo>
                    <a:cubicBezTo>
                      <a:pt x="7813" y="21600"/>
                      <a:pt x="7813" y="21600"/>
                      <a:pt x="7813" y="21600"/>
                    </a:cubicBezTo>
                    <a:lnTo>
                      <a:pt x="21600" y="19265"/>
                    </a:lnTo>
                    <a:close/>
                  </a:path>
                </a:pathLst>
              </a:custGeom>
              <a:solidFill>
                <a:srgbClr val="FFFFFF"/>
              </a:solidFill>
              <a:ln w="12700" cap="flat">
                <a:noFill/>
                <a:miter lim="400000"/>
              </a:ln>
              <a:effectLst/>
            </p:spPr>
            <p:txBody>
              <a:bodyPr wrap="square" lIns="38738" tIns="38738" rIns="38738" bIns="38738" numCol="1" anchor="t">
                <a:noAutofit/>
              </a:bodyPr>
              <a:lstStyle/>
              <a:p>
                <a:pPr>
                  <a:defRPr>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sp>
            <p:nvSpPr>
              <p:cNvPr id="26" name="Freeform 19"/>
              <p:cNvSpPr/>
              <p:nvPr>
                <p:custDataLst>
                  <p:tags r:id="rId23"/>
                </p:custDataLst>
              </p:nvPr>
            </p:nvSpPr>
            <p:spPr>
              <a:xfrm>
                <a:off x="165474" y="0"/>
                <a:ext cx="368314" cy="523402"/>
              </a:xfrm>
              <a:custGeom>
                <a:avLst/>
                <a:gdLst/>
                <a:ahLst/>
                <a:cxnLst>
                  <a:cxn ang="0">
                    <a:pos x="wd2" y="hd2"/>
                  </a:cxn>
                  <a:cxn ang="5400000">
                    <a:pos x="wd2" y="hd2"/>
                  </a:cxn>
                  <a:cxn ang="10800000">
                    <a:pos x="wd2" y="hd2"/>
                  </a:cxn>
                  <a:cxn ang="16200000">
                    <a:pos x="wd2" y="hd2"/>
                  </a:cxn>
                </a:cxnLst>
                <a:rect l="0" t="0" r="r" b="b"/>
                <a:pathLst>
                  <a:path w="21600" h="21600" extrusionOk="0">
                    <a:moveTo>
                      <a:pt x="10643" y="21600"/>
                    </a:moveTo>
                    <a:cubicBezTo>
                      <a:pt x="0" y="19258"/>
                      <a:pt x="0" y="19258"/>
                      <a:pt x="0" y="19258"/>
                    </a:cubicBezTo>
                    <a:cubicBezTo>
                      <a:pt x="0" y="14834"/>
                      <a:pt x="5322" y="10410"/>
                      <a:pt x="10643" y="10410"/>
                    </a:cubicBezTo>
                    <a:cubicBezTo>
                      <a:pt x="16278" y="10410"/>
                      <a:pt x="21600" y="14834"/>
                      <a:pt x="21600" y="19258"/>
                    </a:cubicBezTo>
                    <a:lnTo>
                      <a:pt x="10643" y="21600"/>
                    </a:lnTo>
                    <a:close/>
                    <a:moveTo>
                      <a:pt x="10643" y="0"/>
                    </a:moveTo>
                    <a:cubicBezTo>
                      <a:pt x="7513" y="0"/>
                      <a:pt x="4696" y="2082"/>
                      <a:pt x="4696" y="4945"/>
                    </a:cubicBezTo>
                    <a:cubicBezTo>
                      <a:pt x="4696" y="7807"/>
                      <a:pt x="7513" y="10149"/>
                      <a:pt x="10643" y="10149"/>
                    </a:cubicBezTo>
                    <a:cubicBezTo>
                      <a:pt x="14087" y="10149"/>
                      <a:pt x="16904" y="7807"/>
                      <a:pt x="16904" y="4945"/>
                    </a:cubicBezTo>
                    <a:cubicBezTo>
                      <a:pt x="16904" y="2082"/>
                      <a:pt x="14087" y="0"/>
                      <a:pt x="10643" y="0"/>
                    </a:cubicBezTo>
                    <a:close/>
                  </a:path>
                </a:pathLst>
              </a:custGeom>
              <a:solidFill>
                <a:srgbClr val="FFFFFF"/>
              </a:solidFill>
              <a:ln w="12700" cap="flat">
                <a:noFill/>
                <a:miter lim="400000"/>
              </a:ln>
              <a:effectLst/>
            </p:spPr>
            <p:txBody>
              <a:bodyPr wrap="square" lIns="38738" tIns="38738" rIns="38738" bIns="38738" numCol="1" anchor="t">
                <a:noAutofit/>
              </a:bodyPr>
              <a:lstStyle/>
              <a:p>
                <a:pPr>
                  <a:defRPr>
                    <a:latin typeface="等线" panose="02010600030101010101" charset="-122"/>
                    <a:ea typeface="等线" panose="02010600030101010101" charset="-122"/>
                    <a:cs typeface="等线" panose="02010600030101010101" charset="-122"/>
                    <a:sym typeface="等线" panose="02010600030101010101" charset="-122"/>
                  </a:defRPr>
                </a:pPr>
                <a:endParaRPr sz="1525"/>
              </a:p>
            </p:txBody>
          </p:sp>
        </p:grpSp>
        <p:sp>
          <p:nvSpPr>
            <p:cNvPr id="22" name="TextBox 119"/>
            <p:cNvSpPr txBox="1"/>
            <p:nvPr>
              <p:custDataLst>
                <p:tags r:id="rId19"/>
              </p:custDataLst>
            </p:nvPr>
          </p:nvSpPr>
          <p:spPr>
            <a:xfrm>
              <a:off x="45720" y="1307542"/>
              <a:ext cx="3086161" cy="372080"/>
            </a:xfrm>
            <a:prstGeom prst="rect">
              <a:avLst/>
            </a:prstGeom>
            <a:noFill/>
            <a:ln w="12700" cap="flat">
              <a:noFill/>
              <a:miter lim="400000"/>
            </a:ln>
            <a:effectLst/>
          </p:spPr>
          <p:txBody>
            <a:bodyPr wrap="square" lIns="38738" tIns="38738" rIns="38738" bIns="38738" numCol="1" anchor="t">
              <a:spAutoFit/>
            </a:bodyPr>
            <a:lstStyle>
              <a:lvl1pPr algn="ctr" defTabSz="913130">
                <a:defRPr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sz="1525"/>
                <a:t>会员保有量</a:t>
              </a:r>
            </a:p>
          </p:txBody>
        </p:sp>
        <p:sp>
          <p:nvSpPr>
            <p:cNvPr id="23" name="Rectangle 120"/>
            <p:cNvSpPr txBox="1"/>
            <p:nvPr>
              <p:custDataLst>
                <p:tags r:id="rId20"/>
              </p:custDataLst>
            </p:nvPr>
          </p:nvSpPr>
          <p:spPr>
            <a:xfrm>
              <a:off x="45722" y="1866907"/>
              <a:ext cx="3086162" cy="568515"/>
            </a:xfrm>
            <a:prstGeom prst="rect">
              <a:avLst/>
            </a:prstGeom>
            <a:noFill/>
            <a:ln w="12700" cap="flat">
              <a:noFill/>
              <a:miter lim="400000"/>
            </a:ln>
            <a:effectLst/>
          </p:spPr>
          <p:txBody>
            <a:bodyPr wrap="square" lIns="38738" tIns="38738" rIns="38738" bIns="38738" numCol="1" anchor="t">
              <a:spAutoFit/>
            </a:bodyPr>
            <a:lstStyle/>
            <a:p>
              <a:pPr algn="ctr" defTabSz="913130">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sz="2400" b="1" dirty="0"/>
                <a:t>1</a:t>
              </a:r>
              <a:r>
                <a:rPr lang="en-US" altLang="zh-CN" sz="2400" b="1" dirty="0"/>
                <a:t>6</a:t>
              </a:r>
              <a:r>
                <a:rPr lang="en-US" sz="2400" b="1" dirty="0"/>
                <a:t>0</a:t>
              </a:r>
              <a:r>
                <a:rPr sz="2400" b="1" dirty="0"/>
                <a:t>0万+</a:t>
              </a: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0" y="2348880"/>
            <a:ext cx="12192000" cy="2887251"/>
          </a:xfrm>
          <a:custGeom>
            <a:avLst/>
            <a:gdLst/>
            <a:ahLst/>
            <a:cxnLst/>
            <a:rect l="l" t="t" r="r" b="b"/>
            <a:pathLst>
              <a:path w="13843635" h="4272280">
                <a:moveTo>
                  <a:pt x="0" y="0"/>
                </a:moveTo>
                <a:lnTo>
                  <a:pt x="13843634" y="0"/>
                </a:lnTo>
                <a:lnTo>
                  <a:pt x="13843634" y="4271772"/>
                </a:lnTo>
                <a:lnTo>
                  <a:pt x="0" y="4271772"/>
                </a:lnTo>
                <a:lnTo>
                  <a:pt x="0" y="0"/>
                </a:lnTo>
              </a:path>
            </a:pathLst>
          </a:custGeom>
          <a:solidFill>
            <a:srgbClr val="00408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5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文本框 37"/>
          <p:cNvSpPr txBox="1"/>
          <p:nvPr/>
        </p:nvSpPr>
        <p:spPr>
          <a:xfrm>
            <a:off x="1853890" y="1988840"/>
            <a:ext cx="8717280" cy="2430145"/>
          </a:xfrm>
          <a:prstGeom prst="rect">
            <a:avLst/>
          </a:prstGeom>
          <a:noFill/>
        </p:spPr>
        <p:txBody>
          <a:bodyPr wrap="none" rtlCol="0">
            <a:spAutoFit/>
          </a:bodyPr>
          <a:lstStyle/>
          <a:p>
            <a:pPr algn="ctr">
              <a:lnSpc>
                <a:spcPct val="200000"/>
              </a:lnSpc>
            </a:pPr>
            <a:r>
              <a:rPr lang="zh-CN" altLang="en-US" sz="4400" b="1" spc="400" dirty="0">
                <a:solidFill>
                  <a:schemeClr val="bg1">
                    <a:lumMod val="95000"/>
                  </a:schemeClr>
                </a:solidFill>
                <a:uFillTx/>
                <a:ea typeface="微软雅黑" panose="020B0503020204020204" charset="-122"/>
              </a:rPr>
              <a:t>中国旅游集团酒店控股有限公司</a:t>
            </a:r>
            <a:br>
              <a:rPr lang="zh-CN" altLang="en-US" sz="4400" b="1" spc="400" dirty="0">
                <a:solidFill>
                  <a:srgbClr val="CB9638"/>
                </a:solidFill>
                <a:uFillTx/>
                <a:ea typeface="微软雅黑" panose="020B0503020204020204" charset="-122"/>
              </a:rPr>
            </a:br>
            <a:r>
              <a:rPr lang="zh-CN" altLang="en-US" sz="3200" b="1" spc="200" dirty="0">
                <a:solidFill>
                  <a:srgbClr val="FABA00"/>
                </a:solidFill>
                <a:uFillTx/>
                <a:ea typeface="微软雅黑" panose="020B0503020204020204" charset="-122"/>
              </a:rPr>
              <a:t>公司及品牌简介</a:t>
            </a:r>
            <a:endParaRPr kumimoji="1" lang="zh-CN" altLang="en-US" sz="4400" dirty="0"/>
          </a:p>
        </p:txBody>
      </p:sp>
      <p:pic>
        <p:nvPicPr>
          <p:cNvPr id="39" name="图片 38"/>
          <p:cNvPicPr>
            <a:picLocks noChangeAspect="1"/>
          </p:cNvPicPr>
          <p:nvPr/>
        </p:nvPicPr>
        <p:blipFill rotWithShape="1">
          <a:blip r:embed="rId2" cstate="email"/>
          <a:srcRect/>
          <a:stretch>
            <a:fillRect/>
          </a:stretch>
        </p:blipFill>
        <p:spPr>
          <a:xfrm>
            <a:off x="0" y="2180486"/>
            <a:ext cx="12192000" cy="2992745"/>
          </a:xfrm>
          <a:prstGeom prst="rect">
            <a:avLst/>
          </a:prstGeom>
        </p:spPr>
      </p:pic>
      <p:pic>
        <p:nvPicPr>
          <p:cNvPr id="40" name="图片 39"/>
          <p:cNvPicPr>
            <a:picLocks noChangeAspect="1"/>
          </p:cNvPicPr>
          <p:nvPr/>
        </p:nvPicPr>
        <p:blipFill>
          <a:blip r:embed="rId3" cstate="email">
            <a:clrChange>
              <a:clrFrom>
                <a:srgbClr val="F2F2F2"/>
              </a:clrFrom>
              <a:clrTo>
                <a:srgbClr val="F2F2F2">
                  <a:alpha val="0"/>
                </a:srgbClr>
              </a:clrTo>
            </a:clrChange>
          </a:blip>
          <a:stretch>
            <a:fillRect/>
          </a:stretch>
        </p:blipFill>
        <p:spPr>
          <a:xfrm>
            <a:off x="7824192" y="1007970"/>
            <a:ext cx="4342300" cy="1211805"/>
          </a:xfrm>
          <a:prstGeom prst="rect">
            <a:avLst/>
          </a:prstGeom>
        </p:spPr>
      </p:pic>
      <p:pic>
        <p:nvPicPr>
          <p:cNvPr id="70" name="图片 69"/>
          <p:cNvPicPr>
            <a:picLocks noChangeAspect="1"/>
          </p:cNvPicPr>
          <p:nvPr/>
        </p:nvPicPr>
        <p:blipFill>
          <a:blip r:embed="rId4" cstate="email"/>
          <a:stretch>
            <a:fillRect/>
          </a:stretch>
        </p:blipFill>
        <p:spPr>
          <a:xfrm>
            <a:off x="8471862" y="3096478"/>
            <a:ext cx="2109288" cy="737372"/>
          </a:xfrm>
          <a:prstGeom prst="rect">
            <a:avLst/>
          </a:prstGeom>
        </p:spPr>
      </p:pic>
      <p:pic>
        <p:nvPicPr>
          <p:cNvPr id="42" name="图片 41" descr="中旅酒店微信公众号"/>
          <p:cNvPicPr>
            <a:picLocks noChangeAspect="1"/>
          </p:cNvPicPr>
          <p:nvPr/>
        </p:nvPicPr>
        <p:blipFill>
          <a:blip r:embed="rId5" cstate="email"/>
          <a:stretch>
            <a:fillRect/>
          </a:stretch>
        </p:blipFill>
        <p:spPr>
          <a:xfrm>
            <a:off x="10775950" y="3068925"/>
            <a:ext cx="792480" cy="792480"/>
          </a:xfrm>
          <a:prstGeom prst="rect">
            <a:avLst/>
          </a:prstGeom>
        </p:spPr>
      </p:pic>
      <p:pic>
        <p:nvPicPr>
          <p:cNvPr id="3" name="图片 2">
            <a:extLst>
              <a:ext uri="{FF2B5EF4-FFF2-40B4-BE49-F238E27FC236}">
                <a16:creationId xmlns:a16="http://schemas.microsoft.com/office/drawing/2014/main" id="{11246173-5653-C648-B647-C23E7CE4939A}"/>
              </a:ext>
            </a:extLst>
          </p:cNvPr>
          <p:cNvPicPr>
            <a:picLocks noChangeAspect="1"/>
          </p:cNvPicPr>
          <p:nvPr/>
        </p:nvPicPr>
        <p:blipFill>
          <a:blip r:embed="rId6"/>
          <a:stretch>
            <a:fillRect/>
          </a:stretch>
        </p:blipFill>
        <p:spPr>
          <a:xfrm>
            <a:off x="263352" y="6072796"/>
            <a:ext cx="11665296" cy="64202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I3MGEzMDdmY2Y5NWE2YTlhYmVmZjY0MmI3MmUxYzg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3"/>
  <p:tag name="KSO_WM_UNIT_ID" val="diagram20190567_4*q_i*1_3"/>
  <p:tag name="KSO_WM_TEMPLATE_CATEGORY" val="diagram"/>
  <p:tag name="KSO_WM_TEMPLATE_INDEX" val="20190567"/>
  <p:tag name="KSO_WM_UNIT_LAYERLEVEL" val="1_1"/>
  <p:tag name="KSO_WM_TAG_VERSION" val="1.0"/>
  <p:tag name="KSO_WM_BEAUTIFY_FLAG" val="#wm#"/>
  <p:tag name="KSO_WM_UNIT_LINE_FORE_SCHEMECOLOR_INDEX" val="14"/>
  <p:tag name="KSO_WM_UNIT_LINE_FILL_TYPE" val="2"/>
  <p:tag name="KSO_WM_DIAGRAM_VIRTUALLY_FRAME" val="{&quot;height&quot;:332.75,&quot;left&quot;:54.04929133858268,&quot;top&quot;:115.6,&quot;width&quot;:838.365905511811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3"/>
  <p:tag name="KSO_WM_UNIT_ID" val="diagram20190567_4*q_i*1_3"/>
  <p:tag name="KSO_WM_TEMPLATE_CATEGORY" val="diagram"/>
  <p:tag name="KSO_WM_TEMPLATE_INDEX" val="20190567"/>
  <p:tag name="KSO_WM_UNIT_LAYERLEVEL" val="1_1"/>
  <p:tag name="KSO_WM_TAG_VERSION" val="1.0"/>
  <p:tag name="KSO_WM_BEAUTIFY_FLAG" val="#wm#"/>
  <p:tag name="KSO_WM_UNIT_LINE_FORE_SCHEMECOLOR_INDEX" val="14"/>
  <p:tag name="KSO_WM_UNIT_LINE_FILL_TYPE" val="2"/>
  <p:tag name="KSO_WM_DIAGRAM_VIRTUALLY_FRAME" val="{&quot;height&quot;:332.75,&quot;left&quot;:54.04929133858268,&quot;top&quot;:115.6,&quot;width&quot;:838.365905511811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3"/>
  <p:tag name="KSO_WM_UNIT_ID" val="diagram20190567_4*q_i*1_3"/>
  <p:tag name="KSO_WM_TEMPLATE_CATEGORY" val="diagram"/>
  <p:tag name="KSO_WM_TEMPLATE_INDEX" val="20190567"/>
  <p:tag name="KSO_WM_UNIT_LAYERLEVEL" val="1_1"/>
  <p:tag name="KSO_WM_TAG_VERSION" val="1.0"/>
  <p:tag name="KSO_WM_BEAUTIFY_FLAG" val="#wm#"/>
  <p:tag name="KSO_WM_UNIT_LINE_FORE_SCHEMECOLOR_INDEX" val="14"/>
  <p:tag name="KSO_WM_UNIT_LINE_FILL_TYPE" val="2"/>
  <p:tag name="KSO_WM_DIAGRAM_VIRTUALLY_FRAME" val="{&quot;height&quot;:332.75,&quot;left&quot;:54.04929133858268,&quot;top&quot;:115.6,&quot;width&quot;:838.365905511811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3"/>
  <p:tag name="KSO_WM_UNIT_ID" val="diagram20190567_4*q_i*1_3"/>
  <p:tag name="KSO_WM_TEMPLATE_CATEGORY" val="diagram"/>
  <p:tag name="KSO_WM_TEMPLATE_INDEX" val="20190567"/>
  <p:tag name="KSO_WM_UNIT_LAYERLEVEL" val="1_1"/>
  <p:tag name="KSO_WM_TAG_VERSION" val="1.0"/>
  <p:tag name="KSO_WM_BEAUTIFY_FLAG" val="#wm#"/>
  <p:tag name="KSO_WM_UNIT_LINE_FORE_SCHEMECOLOR_INDEX" val="14"/>
  <p:tag name="KSO_WM_UNIT_LINE_FILL_TYPE" val="2"/>
  <p:tag name="KSO_WM_DIAGRAM_VIRTUALLY_FRAME" val="{&quot;height&quot;:332.75,&quot;left&quot;:54.04929133858268,&quot;top&quot;:115.6,&quot;width&quot;:838.365905511811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32.75,&quot;left&quot;:54.04929133858268,&quot;top&quot;:115.6,&quot;width&quot;:838.365905511811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1"/>
  <p:tag name="KSO_WM_UNIT_ID" val="diagram20190567_4*q_i*1_1"/>
  <p:tag name="KSO_WM_TEMPLATE_CATEGORY" val="diagram"/>
  <p:tag name="KSO_WM_TEMPLATE_INDEX" val="20190567"/>
  <p:tag name="KSO_WM_UNIT_LAYERLEVEL" val="1_1"/>
  <p:tag name="KSO_WM_TAG_VERSION" val="1.0"/>
  <p:tag name="KSO_WM_BEAUTIFY_FLAG" val="#wm#"/>
  <p:tag name="KSO_WM_UNIT_LINE_FORE_SCHEMECOLOR_INDEX" val="14"/>
  <p:tag name="KSO_WM_UNIT_LINE_FILL_TYPE" val="2"/>
  <p:tag name="KSO_WM_DIAGRAM_VIRTUALLY_FRAME" val="{&quot;height&quot;:332.75,&quot;left&quot;:54.04929133858268,&quot;top&quot;:115.6,&quot;width&quot;:838.365905511811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6_1"/>
  <p:tag name="KSO_WM_UNIT_ID" val="diagram20190567_4*q_h_i*1_6_1"/>
  <p:tag name="KSO_WM_TEMPLATE_CATEGORY" val="diagram"/>
  <p:tag name="KSO_WM_TEMPLATE_INDEX" val="20190567"/>
  <p:tag name="KSO_WM_UNIT_LAYERLEVEL" val="1_1_1"/>
  <p:tag name="KSO_WM_TAG_VERSION" val="1.0"/>
  <p:tag name="KSO_WM_BEAUTIFY_FLAG" val="#wm#"/>
  <p:tag name="KSO_WM_UNIT_FILL_FORE_SCHEMECOLOR_INDEX" val="10"/>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5_1"/>
  <p:tag name="KSO_WM_UNIT_ID" val="diagram20190567_4*q_h_i*1_5_1"/>
  <p:tag name="KSO_WM_TEMPLATE_CATEGORY" val="diagram"/>
  <p:tag name="KSO_WM_TEMPLATE_INDEX" val="20190567"/>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1"/>
  <p:tag name="KSO_WM_UNIT_ID" val="diagram20190567_4*q_h_i*1_4_1"/>
  <p:tag name="KSO_WM_TEMPLATE_CATEGORY" val="diagram"/>
  <p:tag name="KSO_WM_TEMPLATE_INDEX" val="20190567"/>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1"/>
  <p:tag name="KSO_WM_UNIT_ID" val="diagram20190567_4*q_h_i*1_3_1"/>
  <p:tag name="KSO_WM_TEMPLATE_CATEGORY" val="diagram"/>
  <p:tag name="KSO_WM_TEMPLATE_INDEX" val="20190567"/>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1"/>
  <p:tag name="KSO_WM_UNIT_ID" val="diagram20190567_4*q_h_i*1_2_1"/>
  <p:tag name="KSO_WM_TEMPLATE_CATEGORY" val="diagram"/>
  <p:tag name="KSO_WM_TEMPLATE_INDEX" val="20190567"/>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1"/>
  <p:tag name="KSO_WM_UNIT_ID" val="diagram20190567_4*q_h_i*1_1_1"/>
  <p:tag name="KSO_WM_TEMPLATE_CATEGORY" val="diagram"/>
  <p:tag name="KSO_WM_TEMPLATE_INDEX" val="20190567"/>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30.xml><?xml version="1.0" encoding="utf-8"?>
<p:tagLst xmlns:a="http://schemas.openxmlformats.org/drawingml/2006/main" xmlns:r="http://schemas.openxmlformats.org/officeDocument/2006/relationships" xmlns:p="http://schemas.openxmlformats.org/presentationml/2006/main">
  <p:tag name="KSO_WM_UNIT_VALUE" val="943*1093"/>
  <p:tag name="KSO_WM_UNIT_HIGHLIGHT" val="0"/>
  <p:tag name="KSO_WM_UNIT_COMPATIBLE" val="0"/>
  <p:tag name="KSO_WM_UNIT_DIAGRAM_ISNUMVISUAL" val="0"/>
  <p:tag name="KSO_WM_UNIT_DIAGRAM_ISREFERUNIT" val="0"/>
  <p:tag name="KSO_WM_DIAGRAM_GROUP_CODE" val="q1-1"/>
  <p:tag name="KSO_WM_UNIT_TYPE" val="q_d"/>
  <p:tag name="KSO_WM_UNIT_INDEX" val="1_1"/>
  <p:tag name="KSO_WM_UNIT_ID" val="diagram20190567_4*q_d*1_1"/>
  <p:tag name="KSO_WM_TEMPLATE_CATEGORY" val="diagram"/>
  <p:tag name="KSO_WM_TEMPLATE_INDEX" val="20190567"/>
  <p:tag name="KSO_WM_UNIT_LAYERLEVEL" val="1_1"/>
  <p:tag name="KSO_WM_TAG_VERSION" val="1.0"/>
  <p:tag name="KSO_WM_BEAUTIFY_FLAG" val="#wm#"/>
  <p:tag name="KSO_WM_DIAGRAM_VIRTUALLY_FRAME" val="{&quot;height&quot;:332.75,&quot;left&quot;:54.04929133858268,&quot;top&quot;:115.6,&quot;width&quot;:838.365905511811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2"/>
  <p:tag name="KSO_WM_UNIT_ID" val="diagram20190567_4*q_h_i*1_1_2"/>
  <p:tag name="KSO_WM_TEMPLATE_CATEGORY" val="diagram"/>
  <p:tag name="KSO_WM_TEMPLATE_INDEX" val="20190567"/>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3"/>
  <p:tag name="KSO_WM_UNIT_ID" val="diagram20190567_4*q_h_i*1_1_3"/>
  <p:tag name="KSO_WM_TEMPLATE_CATEGORY" val="diagram"/>
  <p:tag name="KSO_WM_TEMPLATE_INDEX" val="20190567"/>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2"/>
  <p:tag name="KSO_WM_UNIT_ID" val="diagram20190567_4*q_h_i*1_4_2"/>
  <p:tag name="KSO_WM_TEMPLATE_CATEGORY" val="diagram"/>
  <p:tag name="KSO_WM_TEMPLATE_INDEX" val="20190567"/>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3"/>
  <p:tag name="KSO_WM_UNIT_ID" val="diagram20190567_4*q_h_i*1_4_3"/>
  <p:tag name="KSO_WM_TEMPLATE_CATEGORY" val="diagram"/>
  <p:tag name="KSO_WM_TEMPLATE_INDEX" val="20190567"/>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2"/>
  <p:tag name="KSO_WM_UNIT_ID" val="diagram20190567_4*q_h_i*1_3_2"/>
  <p:tag name="KSO_WM_TEMPLATE_CATEGORY" val="diagram"/>
  <p:tag name="KSO_WM_TEMPLATE_INDEX" val="20190567"/>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3"/>
  <p:tag name="KSO_WM_UNIT_ID" val="diagram20190567_4*q_h_i*1_3_3"/>
  <p:tag name="KSO_WM_TEMPLATE_CATEGORY" val="diagram"/>
  <p:tag name="KSO_WM_TEMPLATE_INDEX" val="20190567"/>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2"/>
  <p:tag name="KSO_WM_UNIT_ID" val="diagram20190567_4*q_h_i*1_2_2"/>
  <p:tag name="KSO_WM_TEMPLATE_CATEGORY" val="diagram"/>
  <p:tag name="KSO_WM_TEMPLATE_INDEX" val="20190567"/>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3"/>
  <p:tag name="KSO_WM_UNIT_ID" val="diagram20190567_4*q_h_i*1_2_3"/>
  <p:tag name="KSO_WM_TEMPLATE_CATEGORY" val="diagram"/>
  <p:tag name="KSO_WM_TEMPLATE_INDEX" val="20190567"/>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5_2"/>
  <p:tag name="KSO_WM_UNIT_ID" val="diagram20190567_4*q_h_i*1_5_2"/>
  <p:tag name="KSO_WM_TEMPLATE_CATEGORY" val="diagram"/>
  <p:tag name="KSO_WM_TEMPLATE_INDEX" val="20190567"/>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6_2"/>
  <p:tag name="KSO_WM_UNIT_ID" val="diagram20190567_4*q_h_i*1_6_2"/>
  <p:tag name="KSO_WM_TEMPLATE_CATEGORY" val="diagram"/>
  <p:tag name="KSO_WM_TEMPLATE_INDEX" val="20190567"/>
  <p:tag name="KSO_WM_UNIT_LAYERLEVEL" val="1_1_1"/>
  <p:tag name="KSO_WM_TAG_VERSION" val="1.0"/>
  <p:tag name="KSO_WM_BEAUTIFY_FLAG" val="#wm#"/>
  <p:tag name="KSO_WM_UNIT_FILL_FORE_SCHEMECOLOR_INDEX" val="10"/>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5_3"/>
  <p:tag name="KSO_WM_UNIT_ID" val="diagram20190567_4*q_h_i*1_5_3"/>
  <p:tag name="KSO_WM_TEMPLATE_CATEGORY" val="diagram"/>
  <p:tag name="KSO_WM_TEMPLATE_INDEX" val="20190567"/>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DIAGRAM_VIRTUALLY_FRAME" val="{&quot;height&quot;:332.75,&quot;left&quot;:54.04929133858268,&quot;top&quot;:115.6,&quot;width&quot;:838.365905511811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6_3"/>
  <p:tag name="KSO_WM_UNIT_ID" val="diagram20190567_4*q_h_i*1_6_3"/>
  <p:tag name="KSO_WM_TEMPLATE_CATEGORY" val="diagram"/>
  <p:tag name="KSO_WM_TEMPLATE_INDEX" val="2019056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DIAGRAM_VIRTUALLY_FRAME" val="{&quot;height&quot;:332.75,&quot;left&quot;:54.04929133858268,&quot;top&quot;:115.6,&quot;width&quot;:838.3659055118111}"/>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415.71692913385834,&quot;left&quot;:67.95354330708662,&quot;top&quot;:120.7831496062992,&quot;width&quot;:876.979999999999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2437</Words>
  <Application>Microsoft Macintosh PowerPoint</Application>
  <PresentationFormat>宽屏</PresentationFormat>
  <Paragraphs>573</Paragraphs>
  <Slides>45</Slides>
  <Notes>6</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45</vt:i4>
      </vt:variant>
    </vt:vector>
  </HeadingPairs>
  <TitlesOfParts>
    <vt:vector size="59" baseType="lpstr">
      <vt:lpstr>等线</vt:lpstr>
      <vt:lpstr>等线 Light</vt:lpstr>
      <vt:lpstr>黑体</vt:lpstr>
      <vt:lpstr>微软雅黑</vt:lpstr>
      <vt:lpstr>Heiti SC Light</vt:lpstr>
      <vt:lpstr>MicrosoftYaHei</vt:lpstr>
      <vt:lpstr>MiSans</vt:lpstr>
      <vt:lpstr>Arial</vt:lpstr>
      <vt:lpstr>Calibri</vt:lpstr>
      <vt:lpstr>Verdana</vt:lpstr>
      <vt:lpstr>Wingdings</vt:lpstr>
      <vt:lpstr>Office 主题​​</vt:lpstr>
      <vt:lpstr>1_Office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品牌部柳健</cp:lastModifiedBy>
  <cp:revision>770</cp:revision>
  <dcterms:created xsi:type="dcterms:W3CDTF">2024-04-15T01:51:00Z</dcterms:created>
  <dcterms:modified xsi:type="dcterms:W3CDTF">2025-07-04T09:48:14Z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04F84685503543DFB523B372C860F51D_13</vt:lpwstr>
  </property>
  <property fmtid="{D5CDD505-2E9C-101B-9397-08002B2CF9AE}" pid="3" name="KSOProductBuildVer">
    <vt:lpwstr>2052-12.1.0.21541</vt:lpwstr>
  </property>
</Properties>
</file>