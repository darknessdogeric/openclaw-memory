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6B6D4"/>
                </a:solidFill>
              </a:defRPr>
            </a:pPr>
            <a:r>
              <a:t>AHL去中心化住宿业交易生态协议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0">
                <a:solidFill>
                  <a:srgbClr val="888888"/>
                </a:solidFill>
              </a:defRPr>
            </a:pPr>
            <a:r>
              <a:t>人工智能 + Web3.0 融合创新项目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AHL智能科技有限公司（筹）</a:t>
            </a:r>
            <a:br/>
            <a:r>
              <a:t>项目负责人：张实</a:t>
            </a:r>
            <a:br/>
            <a:r>
              <a:t>电话：17760348653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6B6D4"/>
                </a:solidFill>
              </a:defRPr>
            </a:pPr>
            <a:r>
              <a:t>项目概述 - 核心定位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构建全球首个基于大语言模型的去中心化住宿业交易生态协议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从货架经济向客户经济的范式革命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从人找货到双向智能匹配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年节省行业费用1000亿+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6B6D4"/>
                </a:solidFill>
              </a:defRPr>
            </a:pPr>
            <a:r>
              <a:t>行业痛点 - 三大顽疾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2560320" cy="1645920"/>
          </a:xfrm>
          <a:prstGeom prst="roundRect">
            <a:avLst/>
          </a:prstGeom>
          <a:solidFill>
            <a:srgbClr val="1E1E28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6B6D4"/>
                </a:solidFill>
              </a:defRPr>
            </a:pPr>
            <a:r>
              <a:t>20-30%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</a:defRPr>
            </a:pPr>
            <a:r>
              <a:t>OTA垄断佣金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371600"/>
            <a:ext cx="2560320" cy="1645920"/>
          </a:xfrm>
          <a:prstGeom prst="roundRect">
            <a:avLst/>
          </a:prstGeom>
          <a:solidFill>
            <a:srgbClr val="1E1E28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64592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6B6D4"/>
                </a:solidFill>
              </a:defRPr>
            </a:pPr>
            <a:r>
              <a:t>1200亿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3774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</a:defRPr>
            </a:pPr>
            <a:r>
              <a:t>年损失佣金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371600"/>
            <a:ext cx="2560320" cy="1645920"/>
          </a:xfrm>
          <a:prstGeom prst="roundRect">
            <a:avLst/>
          </a:prstGeom>
          <a:solidFill>
            <a:srgbClr val="1E1E28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4592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6B6D4"/>
                </a:solidFill>
              </a:defRPr>
            </a:pPr>
            <a:r>
              <a:t>&lt;3%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774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</a:defRPr>
            </a:pPr>
            <a:r>
              <a:t>匹配转化率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18320" y="1371600"/>
            <a:ext cx="2560320" cy="1645920"/>
          </a:xfrm>
          <a:prstGeom prst="roundRect">
            <a:avLst/>
          </a:prstGeom>
          <a:solidFill>
            <a:srgbClr val="1E1E28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0" y="164592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6B6D4"/>
                </a:solidFill>
              </a:defRPr>
            </a:pPr>
            <a:r>
              <a:t>600亿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23774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</a:defRPr>
            </a:pPr>
            <a:r>
              <a:t>营销浪费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6B6D4"/>
                </a:solidFill>
              </a:defRPr>
            </a:pPr>
            <a:r>
              <a:t>新旧模式对比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EF4444"/>
                </a:solidFill>
              </a:defRPr>
            </a:pPr>
            <a:r>
              <a:t>OTA货架模式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• 商家把产品摆到货架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• 消费者自己挑选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• 信息过载匹配低效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• 佣金20-30%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0972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AHL客户模式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6459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• AI理解双方需求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031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• 主动精准匹配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5603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• 双向智能匹配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017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• 效率费3-5%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6B6D4"/>
                </a:solidFill>
              </a:defRPr>
            </a:pPr>
            <a:r>
              <a:t>技术架构 - 双AGENT+多SKILL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C端AI管家：客户需求理解、偏好学习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B端AI运营官：产品服务封装、动态定价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匹配引擎：双向向量语义匹配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9大AGENT x 87个SKILL可插拔模块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向量匹配准确率95%+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6B6D4"/>
                </a:solidFill>
              </a:defRPr>
            </a:pPr>
            <a:r>
              <a:t>C2B直连交易闭环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需求表达：客户自然语言描述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AI理解：意图识别+实体提取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向量匹配：检索Top-10匹配商家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智能响应：实时房态+动态报价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支付确认：直连支付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6B6D4"/>
                </a:solidFill>
              </a:defRPr>
            </a:pPr>
            <a:r>
              <a:t>四年发展规划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2560320" cy="4114800"/>
          </a:xfrm>
          <a:prstGeom prst="roundRect">
            <a:avLst/>
          </a:prstGeom>
          <a:solidFill>
            <a:srgbClr val="191923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</a:defRPr>
            </a:pPr>
            <a:r>
              <a:t>0-6月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23774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协议核心研发</a:t>
            </a:r>
            <a:br/>
            <a:r>
              <a:t>AHL V1.0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645920"/>
            <a:ext cx="2560320" cy="4114800"/>
          </a:xfrm>
          <a:prstGeom prst="roundRect">
            <a:avLst/>
          </a:prstGeom>
          <a:solidFill>
            <a:srgbClr val="191923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828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Phase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1945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</a:defRPr>
            </a:pPr>
            <a:r>
              <a:t>6-12月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651760"/>
            <a:ext cx="23774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AGENT矩阵</a:t>
            </a:r>
            <a:br/>
            <a:r>
              <a:t>100家商家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645920"/>
            <a:ext cx="2560320" cy="4114800"/>
          </a:xfrm>
          <a:prstGeom prst="roundRect">
            <a:avLst/>
          </a:prstGeom>
          <a:solidFill>
            <a:srgbClr val="191923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828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Phase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1945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</a:defRPr>
            </a:pPr>
            <a:r>
              <a:t>12-24月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651760"/>
            <a:ext cx="23774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生态规模化</a:t>
            </a:r>
            <a:br/>
            <a:r>
              <a:t>500家商家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645920"/>
            <a:ext cx="2560320" cy="4114800"/>
          </a:xfrm>
          <a:prstGeom prst="roundRect">
            <a:avLst/>
          </a:prstGeom>
          <a:solidFill>
            <a:srgbClr val="191923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1828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Phase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1945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</a:defRPr>
            </a:pPr>
            <a:r>
              <a:t>24-36月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651760"/>
            <a:ext cx="23774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全球化拓展</a:t>
            </a:r>
            <a:br/>
            <a:r>
              <a:t>海外试点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6B6D4"/>
                </a:solidFill>
              </a:defRPr>
            </a:pPr>
            <a:r>
              <a:t>核心团队 - 黄金三角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474720" cy="2286000"/>
          </a:xfrm>
          <a:prstGeom prst="roundRect">
            <a:avLst/>
          </a:prstGeom>
          <a:solidFill>
            <a:srgbClr val="1E1E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张实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06B6D4"/>
                </a:solidFill>
              </a:defRPr>
            </a:pPr>
            <a:r>
              <a:t>项目总控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3108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</a:defRPr>
            </a:pPr>
            <a:r>
              <a:t>24年酒店业经验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88720"/>
            <a:ext cx="3474720" cy="2286000"/>
          </a:xfrm>
          <a:prstGeom prst="roundRect">
            <a:avLst/>
          </a:prstGeom>
          <a:solidFill>
            <a:srgbClr val="1E1E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14630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CTO待补充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92024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06B6D4"/>
                </a:solidFill>
              </a:defRPr>
            </a:pPr>
            <a:r>
              <a:t>AI技术架构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377440"/>
            <a:ext cx="3108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</a:defRPr>
            </a:pPr>
            <a:r>
              <a:t>华科AI博士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188720"/>
            <a:ext cx="3474720" cy="2286000"/>
          </a:xfrm>
          <a:prstGeom prst="roundRect">
            <a:avLst/>
          </a:prstGeom>
          <a:solidFill>
            <a:srgbClr val="1E1E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4630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CSO待补充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92024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06B6D4"/>
                </a:solidFill>
              </a:defRPr>
            </a:pPr>
            <a:r>
              <a:t>战略生态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377440"/>
            <a:ext cx="3108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</a:defRPr>
            </a:pPr>
            <a:r>
              <a:t>世界500强高管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6B6D4"/>
                </a:solidFill>
              </a:defRPr>
            </a:pPr>
            <a:r>
              <a:t>申请支持事项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算力支持：800万/年 - GPU集群74台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办公场地：108万 - 500-800平米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硬件设备：575万 - A100服务器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6B6D4"/>
                </a:solidFill>
              </a:defRPr>
            </a:pPr>
            <a:r>
              <a:t>经济效益预测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09728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91440">
                <a:tc>
                  <a:txBody>
                    <a:bodyPr/>
                    <a:lstStyle/>
                    <a:p>
                      <a:r>
                        <a:t>年份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GMV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平台收入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行业节省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净利润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r>
                        <a:t>Year1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5000万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250万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-500万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t>Year2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1500万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300万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t>Year3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5000万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600万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1500万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t>Year4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2.5亿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3000万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8000万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6B6D4"/>
                </a:solidFill>
              </a:defRPr>
            </a:pPr>
            <a:r>
              <a:t>社会效益 - 核心价值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产业变革：打破OTA垄断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技术创新：全球首个AI交易协议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数据安全：商家数据自主可控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就业：直接100人带动500人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6B6D4"/>
                </a:solidFill>
              </a:defRPr>
            </a:pPr>
            <a:r>
              <a:t>投资预算 - 四年总投入8000万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算力成本：3000万(38%)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研发投入：2000万(25%)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硬件设备：1150万(14%)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市场推广：800万(10%)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运营生态：1050万(13%)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6B6D4"/>
                </a:solidFill>
              </a:defRPr>
            </a:pPr>
            <a:r>
              <a:t>风险分析与对策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09728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76200">
                <a:tc>
                  <a:txBody>
                    <a:bodyPr/>
                    <a:lstStyle/>
                    <a:p>
                      <a:r>
                        <a:t>风险类型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风险描述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等级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应对措施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76200">
                <a:tc>
                  <a:txBody>
                    <a:bodyPr/>
                    <a:lstStyle/>
                    <a:p>
                      <a:r>
                        <a:t>技术风险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大模型效果不达预期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多模型融合</a:t>
                      </a:r>
                    </a:p>
                  </a:txBody>
                  <a:tcPr/>
                </a:tc>
              </a:tr>
              <a:tr h="76200">
                <a:tc>
                  <a:txBody>
                    <a:bodyPr/>
                    <a:lstStyle/>
                    <a:p>
                      <a:r>
                        <a:t>市场风险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商家接受度低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免费试用</a:t>
                      </a:r>
                    </a:p>
                  </a:txBody>
                  <a:tcPr/>
                </a:tc>
              </a:tr>
              <a:tr h="76200">
                <a:tc>
                  <a:txBody>
                    <a:bodyPr/>
                    <a:lstStyle/>
                    <a:p>
                      <a:r>
                        <a:t>竞争风险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OTA巨头反击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差异化定位</a:t>
                      </a:r>
                    </a:p>
                  </a:txBody>
                  <a:tcPr/>
                </a:tc>
              </a:tr>
              <a:tr h="76200">
                <a:tc>
                  <a:txBody>
                    <a:bodyPr/>
                    <a:lstStyle/>
                    <a:p>
                      <a:r>
                        <a:t>政策风险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数据监管趋严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合规先行</a:t>
                      </a:r>
                    </a:p>
                  </a:txBody>
                  <a:tcPr/>
                </a:tc>
              </a:tr>
              <a:tr h="76200">
                <a:tc>
                  <a:txBody>
                    <a:bodyPr/>
                    <a:lstStyle/>
                    <a:p>
                      <a:r>
                        <a:t>资金风险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融资不及预期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控制烧钱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6B6D4"/>
                </a:solidFill>
              </a:defRPr>
            </a:pPr>
            <a:r>
              <a:t>恳请政府支持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888888"/>
                </a:solidFill>
              </a:defRPr>
            </a:pPr>
            <a:r>
              <a:t>联系人：张实</a:t>
            </a:r>
            <a:br/>
            <a:r>
              <a:t>电话：17760348653</a:t>
            </a:r>
            <a:br/>
            <a:r>
              <a:t>邮箱：ericzhangshi@163.com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