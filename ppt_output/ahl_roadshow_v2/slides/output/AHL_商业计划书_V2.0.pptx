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109728" cy="22860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AHL去中心化旅行平台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 × 协议直连 × 智能运营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让每一家酒店都拥有AI时代的智能运营能力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0" y="61264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种子轮路演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1463040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酒店业的四低困境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88720" y="2176272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20848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AHL一站式AI平台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79806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188720" y="2889504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7980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27980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协议层+双AGENT+SKILL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1129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88720" y="3602736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112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C端体验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AI管家全场景服务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188720" y="4315968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24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B端能力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4224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AI运营官四大模块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937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188720" y="5029200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937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市场与竞争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千亿蓝海差异化破局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6509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188720" y="5742432"/>
            <a:ext cx="27432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6509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商业与融资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14800" y="56509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SaaS+佣金+增值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017520" y="1645920"/>
            <a:ext cx="54864" cy="201168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9184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酒店业正在经历的四大结构性困境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酒店业的四低困境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每个困境背后都是一个被忽视的数字化机会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192024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低议价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1887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63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OTA佣金20%+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净利润压缩至5%以下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023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463040"/>
            <a:ext cx="192024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⏰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5176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低效率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880360" y="2926080"/>
            <a:ext cx="11887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063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销售日均拜访&lt;3家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信息滞后48小时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023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463040"/>
            <a:ext cx="1920240" cy="914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0060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低复购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0" y="2926080"/>
            <a:ext cx="1188720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会员次留率&lt;15%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沉睡会员占60%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023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1463040"/>
            <a:ext cx="1920240" cy="914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4944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低洞察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178040" y="2926080"/>
            <a:ext cx="118872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0632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无法预测客户需求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依赖经验做决策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核心问题：我们连自己的客户都没有完全掌握，何来运营提升？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017520" y="1645920"/>
            <a:ext cx="54864" cy="201168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9184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AHL一站式AI平台——从被动接单到主动狩猎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AHL：一站式AI解决方案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三层架构，全面赋能酒店AI转型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C端AI管家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9202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7×24小时即时响应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个性化需求预测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5112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行程全周期管理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867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服务无缝闭环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B端AI运营官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智能运营决策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423160"/>
            <a:ext cx="19202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智能获客雷达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协议全生命周期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5112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RFP智能应答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867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动态收益管理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AHL协议层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行业基础设施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423160"/>
            <a:ext cx="1920240" cy="0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自然语言协议标准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隐私保护原生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5112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开放生态对接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9867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数据价值流转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AHL协议：行业基础设施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Hotel Language —— 用LLM协议重构民宿/酒店交易结构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581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自然语言协议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酒店用自然语言描述服务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C端用自然语言表达需求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AI自动理解并匹配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2304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1581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智能匹配引擎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需求↔供给精准双向向量匹配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基于23个维度的特异化数据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实时动态调整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23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5478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隐私保护原生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数据最小化原则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用户自主控制数据授权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隐私计算技术支撑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383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2304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0" y="35478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开放生态对接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0600" y="4023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任何PMS/CRS可无感接入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OTA平台协议互联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构建行业数据标准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+ LangGraph工作流 + 双AGENT编排 + 可插拔SKILL体系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D60A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2304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· APP · 微信 · 飞书 · 短信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59152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2359152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2304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3591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AHL自然语言协议 · 向量匹配引擎 · 隐私计算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0077B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46704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3346704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2304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346704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C端AI管家 · B端AI运营官 · 协调AGENT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153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34256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34256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4334256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23047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334256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80+可插拔场景技能 · 餐饮 · 收益 · 销售 · 运营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20293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321808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D60A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321808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103120" y="5321808"/>
            <a:ext cx="6675120" cy="914400"/>
          </a:xfrm>
          <a:prstGeom prst="roundRect">
            <a:avLst>
              <a:gd name="adj" fmla="val 6000"/>
            </a:avLst>
          </a:prstGeom>
          <a:solidFill>
            <a:srgbClr val="023047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532180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酒店知识库 · 用户画像 · 行为轨迹 · 知识图谱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C端体验：AI管家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 · 个性化推荐 · 行程全周期管理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417320"/>
          </a:xfrm>
          <a:prstGeom prst="roundRect">
            <a:avLst>
              <a:gd name="adj" fmla="val 6452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81328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预订场景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463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用户：「下周要去成都，想住宽窄巷子附近，早点入住」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AI：已为您推荐3家酒店：成都锦里希尔顿（距宽窄巷800m）、成都院落民宿（景区内）、成都W酒店（距地铁200m）...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8503920" cy="1417320"/>
          </a:xfrm>
          <a:prstGeom prst="roundRect">
            <a:avLst>
              <a:gd name="adj" fmla="val 6452"/>
            </a:avLst>
          </a:prstGeom>
          <a:solidFill>
            <a:srgbClr val="02304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035808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入住场景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3017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用户：「我到了，房间可以提前吗？」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AI：已协调前台：您的高级房已提前至14:00准备完毕，欢迎入住！如需行李托运服务，请回复1。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480560"/>
            <a:ext cx="8503920" cy="1417320"/>
          </a:xfrm>
          <a:prstGeom prst="roundRect">
            <a:avLst>
              <a:gd name="adj" fmla="val 6452"/>
            </a:avLst>
          </a:prstGeom>
          <a:solidFill>
            <a:srgbClr val="02304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590288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902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服务场景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4572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用户：「明天早起，帮我约个干洗」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AI：已为您预约明日8:00-9:00干洗服务，费用约68元，将从房间消费中扣除。是否需要加急服务（额外30元）？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B端能力：AI运营官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四大智能销售模块 × 25个可插拔SKILL · 从获客到复购全链路覆盖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智能获客雷达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vs 3-5天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地理围栏+AI挖掘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3-5km内高价值客户自动识别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协议全生命周期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69748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077B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697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续签率+20%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32004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签-管-续签全流程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沉睡唤醒自动化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371600"/>
            <a:ext cx="192024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RFP智能应答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9204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D60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697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7天→1天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2004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一键生成标书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竞品对标+差异化策略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1371600"/>
            <a:ext cx="19202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4088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动态收益管理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86600" y="26974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2697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RevPAR+15%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32004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AI实时动态定价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需求预测+库存优化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市场规模与机会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存量市场 + AI赋能 = 千亿级蓝海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1.2万亿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中国酒店市场规模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417320"/>
            <a:ext cx="192024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600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2300万间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存量客房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417320"/>
            <a:ext cx="192024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00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单体酒店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1417320"/>
            <a:ext cx="19202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600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OTA获客成本3年涨幅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2304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10万+单体酒店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年均IT预算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3-10万/家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潜在市场规模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30-100亿/年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SaaS订阅 + 交易佣金 + 增值服务三驾马车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SaaS订阅费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3.98-9.98万/年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9202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基础版3.98万/年（获客雷达+营销引擎）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旗舰版9.98万/年（全模块）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交易佣金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0" y="2788920"/>
            <a:ext cx="19202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协议客户订单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OTA订单通道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每次交易自动结算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83680" y="2788920"/>
            <a:ext cx="1920240" cy="0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智能获客专项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RFP应答包年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营销自动化套餐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定制化AI训练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D60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目标：首年签约1000家酒店 → 年GMV超5亿+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赋能所有酒店，AI原生，开放生态 — 差异化破局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代表玩家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AHL优势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02304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574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OTA巨头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携程/美团/飞猪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中心化平台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佣金20%+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不赋能酒店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接入AHL协议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降低获客成本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共享AI能力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02304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酒店集团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3375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华住/锦江/首旅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只服务自有品牌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不对外开放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337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赋能单体酒店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数据互通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26280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17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传统SaaS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石基/绿云/别样红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6177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功能固定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无AI能力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617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AI原生架构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80+SKILL热插拔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5488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D60A">
              <a:alpha val="20000"/>
            </a:srgbClr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 —— 去中心化协议 + AI原生 + 开放生态 = 行业基础设施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发展路线图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三阶段战略，36个月完成规模化与生态构建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0-6个月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MVP开发 + 种子用户验证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9202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签约50家试点酒店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核心AGENT上线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产品PMF验证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种子轮融资到位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536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6-18个月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产品打磨 + 渠道铺设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743200"/>
            <a:ext cx="19202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扩展至500家酒店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SKILL扩至50+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PMS渠道对接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月收入破500万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0230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536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18-36个月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 + 生态构建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743200"/>
            <a:ext cx="1920240" cy="0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覆盖2000家酒店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80+SKILL生态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AHL协议行业标准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启动A轮融资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行业老兵 + AI专家 + 连续创业者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54480"/>
            <a:ext cx="731520" cy="73152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 / CEO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3716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20040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24年酒店行业老兵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前四川远途酒店管理创始人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重庆丽苑维景国际酒店副总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襄阳共享维景酒店总经理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37160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Shape 13"/>
          <p:cNvSpPr/>
          <p:nvPr/>
        </p:nvSpPr>
        <p:spPr>
          <a:xfrm>
            <a:off x="3154680" y="1554480"/>
            <a:ext cx="731520" cy="731520"/>
          </a:xfrm>
          <a:prstGeom prst="ellipse">
            <a:avLst/>
          </a:prstGeom>
          <a:solidFill>
            <a:srgbClr val="0077B6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51760" y="2359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[待招募]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AI技术负责人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3108960"/>
            <a:ext cx="1371600" cy="0"/>
          </a:xfrm>
          <a:prstGeom prst="line">
            <a:avLst/>
          </a:prstGeom>
          <a:noFill/>
          <a:ln w="1016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320040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/ LLM架构专家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有SaaS平台从0到1经验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精通NLP / 推荐系统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具备数据工程能力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371600"/>
            <a:ext cx="192024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49240" y="1554480"/>
            <a:ext cx="731520" cy="731520"/>
          </a:xfrm>
          <a:prstGeom prst="ellipse">
            <a:avLst/>
          </a:prstGeom>
          <a:solidFill>
            <a:srgbClr val="FFD60A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46320" y="2359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[待邀请]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酒店运营顾问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108960"/>
            <a:ext cx="1371600" cy="0"/>
          </a:xfrm>
          <a:prstGeom prst="line">
            <a:avLst/>
          </a:prstGeom>
          <a:noFill/>
          <a:ln w="10160">
            <a:solidFill>
              <a:srgbClr val="FFD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20040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头部酒店集团前高管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深度行业资源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具备连锁集团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运营管理经验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137160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0230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0" y="1371600"/>
            <a:ext cx="19202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3800" y="1554480"/>
            <a:ext cx="731520" cy="731520"/>
          </a:xfrm>
          <a:prstGeom prst="ellipse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040880" y="2359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B166ER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3108960"/>
            <a:ext cx="1371600" cy="0"/>
          </a:xfrm>
          <a:prstGeom prst="line">
            <a:avLst/>
          </a:prstGeom>
          <a:noFill/>
          <a:ln w="1016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320040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AHL项目的AI大脑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全天候智能协同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掌握酒店行业知识库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持续进化学习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截止日期：2026年4月30日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347472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500-800万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出让股份：10-15%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估值：4000-6000万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截止：2026年4月30日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19202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MVP开发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9202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35040" y="2121408"/>
            <a:ext cx="2560320" cy="256032"/>
          </a:xfrm>
          <a:prstGeom prst="roundRect">
            <a:avLst>
              <a:gd name="adj" fmla="val 35714"/>
            </a:avLst>
          </a:prstGeom>
          <a:solidFill>
            <a:srgbClr val="023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2121408"/>
            <a:ext cx="1024128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9202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200-320万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19202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核心AGENT+SKILL开发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715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7157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6936"/>
            <a:ext cx="2560320" cy="256032"/>
          </a:xfrm>
          <a:prstGeom prst="roundRect">
            <a:avLst>
              <a:gd name="adj" fmla="val 35714"/>
            </a:avLst>
          </a:prstGeom>
          <a:solidFill>
            <a:srgbClr val="023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2916936"/>
            <a:ext cx="768096" cy="256032"/>
          </a:xfrm>
          <a:prstGeom prst="roundRect">
            <a:avLst>
              <a:gd name="adj" fmla="val 35714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715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150-240万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27157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种子用户+品牌建设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5112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团队扩张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51129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35040" y="3712464"/>
            <a:ext cx="2560320" cy="256032"/>
          </a:xfrm>
          <a:prstGeom prst="roundRect">
            <a:avLst>
              <a:gd name="adj" fmla="val 35714"/>
            </a:avLst>
          </a:prstGeom>
          <a:solidFill>
            <a:srgbClr val="0230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3712464"/>
            <a:ext cx="512064" cy="256032"/>
          </a:xfrm>
          <a:prstGeom prst="roundRect">
            <a:avLst>
              <a:gd name="adj" fmla="val 35714"/>
            </a:avLst>
          </a:prstGeom>
          <a:solidFill>
            <a:srgbClr val="FFD60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5112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100-160万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5112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技术+运营核心岗位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430682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运营储备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30682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4507992"/>
            <a:ext cx="2560320" cy="256032"/>
          </a:xfrm>
          <a:prstGeom prst="roundRect">
            <a:avLst>
              <a:gd name="adj" fmla="val 35714"/>
            </a:avLst>
          </a:prstGeom>
          <a:solidFill>
            <a:srgbClr val="023047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4507992"/>
            <a:ext cx="256032" cy="256032"/>
          </a:xfrm>
          <a:prstGeom prst="roundRect">
            <a:avLst>
              <a:gd name="adj" fmla="val 35714"/>
            </a:avLst>
          </a:prstGeom>
          <a:solidFill>
            <a:srgbClr val="90E0E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430682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30682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日常行政+合规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0" y="457200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FFD60A">
              <a:alpha val="15000"/>
            </a:srgbClr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572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单酒店ROI超过35倍 · 年增收350万 / 投入10万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109728" cy="22860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开启酒店业的智能新纪元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让AI成为酒店最好的员工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611880"/>
            <a:ext cx="2743200" cy="0"/>
          </a:xfrm>
          <a:prstGeom prst="line">
            <a:avLst/>
          </a:prstGeom>
          <a:noFill/>
          <a:ln w="25400">
            <a:solidFill>
              <a:srgbClr val="FFD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合作联系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230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邮箱：ericzhangshi@163.com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42976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2304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电话：17760348653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42976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2304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微信：17760348653（同号）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61264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D60A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6126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 · AI Hotel Language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感谢关注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AHL去中心化旅行平台 商业计划书</dc:title>
  <dc:subject>AI驱动的酒店去中心化旅行平台</dc:subject>
  <dc:creator>AHL Team</dc:creator>
  <cp:lastModifiedBy>AHL Team</cp:lastModifiedBy>
  <cp:revision>1</cp:revision>
  <dcterms:created xsi:type="dcterms:W3CDTF">2026-03-29T13:14:55Z</dcterms:created>
  <dcterms:modified xsi:type="dcterms:W3CDTF">2026-03-29T13:14:55Z</dcterms:modified>
</cp:coreProperties>
</file>