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AHL智能科技有限公司（筹）</a:t>
            </a:r>
            <a:br/>
            <a:r>
              <a:t>项目负责人：张实</a:t>
            </a:r>
            <a:br/>
            <a:r>
              <a:t>电话：17760348653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项目概述 - 核心定位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构建全球首个基于大语言模型的去中心化住宿业交易生态协议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从货架经济向客户经济的范式革命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从人找货到双向智能匹配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年节省行业费用1000亿+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行业痛点 - 三大顽疾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OTA垄断佣金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1200亿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年损失佣金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匹配转化率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459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600亿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营销浪费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新旧模式对比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OTA货架模式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商家把产品摆到货架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消费者自己挑选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信息过载匹配低效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佣金20-30%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AHL客户模式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AI理解双方需求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主动精准匹配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双向智能匹配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效率费3-5%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技术架构 - 双AGENT+多SKILL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C端AI管家：客户需求理解、偏好学习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B端AI运营官：产品服务封装、动态定价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匹配引擎：双向向量语义匹配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9大AGENT x 87个SKILL可插拔模块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向量匹配准确率95%+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C2B直连交易闭环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需求表达：客户自然语言描述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AI理解：意图识别+实体提取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向量匹配：检索Top-10匹配商家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智能响应：实时房态+动态报价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支付确认：直连支付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四年发展规划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协议核心研发</a:t>
            </a:r>
            <a:br/>
            <a:r>
              <a:t>AHL V1.0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AGENT矩阵</a:t>
            </a:r>
            <a:br/>
            <a:r>
              <a:t>100家商家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生态规模化</a:t>
            </a:r>
            <a:br/>
            <a:r>
              <a:t>500家商家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8288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4AF37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51760"/>
            <a:ext cx="2377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全球化拓展</a:t>
            </a:r>
            <a:br/>
            <a:r>
              <a:t>海外试点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核心团队 - 黄金三角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张实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项目总控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24年酒店业经验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CTO待补充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AI技术架构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华科AI博士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CSO待补充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战略生态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世界500强高管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申请支持事项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算力支持：800万/年 - GPU集群74台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办公场地：108万 - 500-800平米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硬件设备：575万 - A100服务器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经济效益预测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年份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平台收入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行业节省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净利润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1500万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8000万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社会效益 - 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产业变革：打破OTA垄断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技术创新：全球首个AI交易协议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数据安全：商家数据自主可控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就业：直接100人带动500人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投资预算 - 四年总投入8000万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算力成本：3000万(38%)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研发投入：2000万(25%)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硬件设备：1150万(14%)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市场推广：800万(10%)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运营生态：1050万(13%)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风险分析与对策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风险类型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风险描述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等级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应对措施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技术风险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大模型效果不达预期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多模型融合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市场风险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商家接受度低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免费试用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竞争风险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OTA巨头反击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差异化定位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政策风险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数据监管趋严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合规先行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资金风险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融资不及预期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控制烧钱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D4AF37"/>
                </a:solidFill>
              </a:defRPr>
            </a:pPr>
            <a:r>
              <a:t>恳请政府支持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联系人：张实</a:t>
            </a:r>
            <a:br/>
            <a:r>
              <a:t>电话：17760348653</a:t>
            </a:r>
            <a:br/>
            <a:r>
              <a:t>邮箱：ericzhangshi@163.com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