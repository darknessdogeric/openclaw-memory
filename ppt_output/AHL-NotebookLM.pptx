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  <a:latin typeface="Arial"/>
              </a:defRPr>
            </a:pPr>
            <a:r>
              <a:t>PROJECT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11111"/>
                </a:solidFill>
                <a:latin typeface="Arial"/>
              </a:defRPr>
            </a:pPr>
            <a:r>
              <a:t>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6666"/>
                </a:solidFill>
                <a:latin typeface="Arial"/>
              </a:defRPr>
            </a:pPr>
            <a:r>
              <a:t>去中心化住宿业交易生态协议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CC00"/>
                </a:solidFill>
                <a:latin typeface="Arial Black"/>
              </a:defRPr>
            </a:pPr>
            <a:r>
              <a:t>范式革命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行业三大顽疾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 Black"/>
              </a:defRPr>
            </a:pPr>
            <a:r>
              <a:t>20-30%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OTA垄断佣金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 Black"/>
              </a:defRPr>
            </a:pPr>
            <a:r>
              <a:t>¥1200亿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年损失佣金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 Black"/>
              </a:defRPr>
            </a:pPr>
            <a:r>
              <a:t>&lt;3%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匹配转化率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 Black"/>
              </a:defRPr>
            </a:pPr>
            <a:r>
              <a:t>¥600亿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营销浪费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6666"/>
                </a:solidFill>
              </a:defRPr>
            </a:pPr>
            <a:r>
              <a:t>❌ OTA模式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× 中心化垄断，数据不透明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× 佣金20-30%，成本高昂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× 人找货，匹配效率低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t>✓ AHL协议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11111"/>
                </a:solidFill>
                <a:latin typeface="Arial"/>
              </a:defRPr>
            </a:pPr>
            <a:r>
              <a:t>✓ 去中心化，直连交易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11111"/>
                </a:solidFill>
                <a:latin typeface="Arial"/>
              </a:defRPr>
            </a:pPr>
            <a:r>
              <a:t>✓ 效率费2-3%，成本革命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11111"/>
                </a:solidFill>
                <a:latin typeface="Arial"/>
              </a:defRPr>
            </a:pPr>
            <a:r>
              <a:t>✓ AI双向匹配，95%+准确率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03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双AGENT技术架构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C端AI管家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需求理解 · 偏好学习 · 智能推荐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向量匹配引擎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语义检索 · 实时推荐 · 95%+准确率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B端AI运营官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12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产品封装 · 动态定价 · 智能营销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04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9大AGENT产品矩阵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客房/入住/客情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营销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获客/线索/RFP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动态定价/预测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宴会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婚宴/MICE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工程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维保/能耗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576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3840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安防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监控/预警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财务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对账/报表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0292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2120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人资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排班/招聘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5029200"/>
            <a:ext cx="36576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9" y="52120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供应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采购/库存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× 87个可插拔SKILL模块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05 /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万亿级市场机会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C00"/>
                </a:solidFill>
                <a:latin typeface="Arial Black"/>
              </a:defRPr>
            </a:pPr>
            <a:r>
              <a:t>¥6000亿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住宿业市场规模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C00"/>
                </a:solidFill>
                <a:latin typeface="Arial Black"/>
              </a:defRPr>
            </a:pPr>
            <a:r>
              <a:t>¥4200亿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在线预订(70%)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C00"/>
                </a:solidFill>
                <a:latin typeface="Arial Black"/>
              </a:defRPr>
            </a:pPr>
            <a:r>
              <a:t>¥1200亿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OTA佣金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5603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C00"/>
                </a:solidFill>
                <a:latin typeface="Arial Black"/>
              </a:defRPr>
            </a:pPr>
            <a:r>
              <a:t>¥1000亿+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AHL可释放价值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06 /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</a:defRPr>
            </a:pPr>
            <a:r>
              <a:t>收入来源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  <a:r>
              <a:t>• ('技术服务费 60%', 'AI增值服务 25%', '数据服务 10%', '推广广告 5%')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</a:defRPr>
            </a:pPr>
            <a:r>
              <a:t>成本构成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  <a:r>
              <a:t>• ('服务器/云 40%', 'AI模型调用 30%', '运维人员 20%', '其他 10%')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07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四年发展规划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  <a:latin typeface="Arial"/>
              </a:defRPr>
            </a:pPr>
            <a:r>
              <a:t>0-6月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协议核心研发</a:t>
            </a:r>
            <a:br/>
            <a:r>
              <a:t>V1.0发布</a:t>
            </a:r>
            <a:br/>
            <a:r>
              <a:t>50家测试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  <a:latin typeface="Arial"/>
              </a:defRPr>
            </a:pPr>
            <a:r>
              <a:t>6-12月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AGENT矩阵</a:t>
            </a:r>
            <a:br/>
            <a:r>
              <a:t>87个SKILL</a:t>
            </a:r>
            <a:br/>
            <a:r>
              <a:t>500家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  <a:latin typeface="Arial"/>
              </a:defRPr>
            </a:pPr>
            <a:r>
              <a:t>12-24月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生态规模化</a:t>
            </a:r>
            <a:br/>
            <a:r>
              <a:t>5000家</a:t>
            </a:r>
            <a:br/>
            <a:r>
              <a:t>月GMV&gt;5000万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  <a:latin typeface="Arial"/>
              </a:defRPr>
            </a:pPr>
            <a:r>
              <a:t>24-36月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全球化</a:t>
            </a:r>
            <a:br/>
            <a:r>
              <a:t>海外试点</a:t>
            </a:r>
            <a:br/>
            <a:r>
              <a:t>行业标准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08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核心团队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张实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C00"/>
                </a:solidFill>
              </a:defRPr>
            </a:pPr>
            <a:r>
              <a:t>项目总控/发起人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24年酒店业老兵</a:t>
            </a:r>
            <a:br/>
            <a:r>
              <a:t>战略/资源/政府关系</a:t>
            </a:r>
          </a:p>
        </p:txBody>
      </p:sp>
      <p:sp>
        <p:nvSpPr>
          <p:cNvPr id="9" name="Oval 8"/>
          <p:cNvSpPr/>
          <p:nvPr/>
        </p:nvSpPr>
        <p:spPr>
          <a:xfrm>
            <a:off x="557784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CTO[待]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C00"/>
                </a:solidFill>
              </a:defRPr>
            </a:pPr>
            <a:r>
              <a:t>AI技术架构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华科AI博士</a:t>
            </a:r>
            <a:br/>
            <a:r>
              <a:t>10年+AI研发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749039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Arial"/>
              </a:defRPr>
            </a:pPr>
            <a:r>
              <a:t>CSO[待]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C00"/>
                </a:solidFill>
              </a:defRPr>
            </a:pPr>
            <a:r>
              <a:t>战略与生态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r>
              <a:t>世界500强高管</a:t>
            </a:r>
            <a:br/>
            <a:r>
              <a:t>PE/VC经验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9999"/>
                </a:solidFill>
                <a:latin typeface="Arial"/>
              </a:defRPr>
            </a:pPr>
            <a:r>
              <a:t>09 / 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11111"/>
                </a:solidFill>
                <a:latin typeface="Arial"/>
              </a:defRPr>
            </a:pPr>
            <a: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111"/>
                </a:solidFill>
                <a:latin typeface="Arial"/>
              </a:defRPr>
            </a:pPr>
            <a:r>
              <a:t>融资计划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486400" cy="2743200"/>
          </a:xfrm>
          <a:prstGeom prst="roundRect">
            <a:avLst/>
          </a:prstGeom>
          <a:solidFill>
            <a:srgbClr val="1111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CC00"/>
                </a:solidFill>
              </a:defRPr>
            </a:pPr>
            <a:r>
              <a:t>种子轮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¥500-800万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出让股份 15-20% | 投后估值 3000-5000万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资金用途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  <a:r>
              <a:t>技术团队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  <a:r>
              <a:t>数据体系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  <a:r>
              <a:t>市场拓展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  <a:r>
              <a:t>合规储备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111"/>
                </a:solidFill>
                <a:latin typeface="Arial"/>
              </a:defRPr>
            </a:pPr>
            <a:r>
              <a:t>联系人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张实 17760348653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ericzhangshi@163.com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111"/>
                </a:solidFill>
                <a:latin typeface="Arial"/>
              </a:defRPr>
            </a:pPr>
            <a:r>
              <a:t>加入AHL生态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  <a:latin typeface="Arial"/>
              </a:defRPr>
            </a:pPr>
            <a:r>
              <a:t>打破OTA垄断 · 建立公平交易 · 共享AI红利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CC00"/>
                </a:solidFill>
                <a:latin typeface="Arial Black"/>
              </a:defRPr>
            </a:pPr>
            <a:r>
              <a:t>共赢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