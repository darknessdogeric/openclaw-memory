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D4AF37"/>
                </a:solidFill>
              </a:defRPr>
            </a:pPr>
            <a:r>
              <a:t>演示文稿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D4AF37"/>
                </a:solidFill>
              </a:defRPr>
            </a:pPr>
            <a:r>
              <a:t>封面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</a:defRPr>
            </a:pPr>
            <a:r>
              <a:t>• 主题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19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</a:defRPr>
            </a:pPr>
            <a:r>
              <a:t>• 关键点: 3%, 二、行业痛点, 80%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828800"/>
            <a:ext cx="4114800" cy="3657600"/>
          </a:xfrm>
          <a:prstGeom prst="roundRect">
            <a:avLst/>
          </a:prstGeom>
          <a:solidFill>
            <a:srgbClr val="282832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3200400"/>
            <a:ext cx="4114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t>[配图]</a:t>
            </a:r>
            <a:br/>
            <a:r>
              <a:t>封面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D4AF37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</a:defRPr>
            </a:pPr>
            <a:r>
              <a:t>• 内容概览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19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</a:defRPr>
            </a:pPr>
            <a:r>
              <a:t>• 关键点: 3%, 二、行业痛点, 80%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828800"/>
            <a:ext cx="4114800" cy="3657600"/>
          </a:xfrm>
          <a:prstGeom prst="roundRect">
            <a:avLst/>
          </a:prstGeom>
          <a:solidFill>
            <a:srgbClr val="282832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3200400"/>
            <a:ext cx="4114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t>[配图]</a:t>
            </a:r>
            <a:br/>
            <a:r>
              <a:t>目录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D4AF37"/>
                </a:solidFill>
              </a:defRPr>
            </a:pPr>
            <a:r>
              <a:t>第0部分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</a:defRPr>
            </a:pPr>
            <a:r>
              <a:t>• 关键内容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19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</a:defRPr>
            </a:pPr>
            <a:r>
              <a:t>• 关键点: 3%, 二、行业痛点, 80%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828800"/>
            <a:ext cx="4114800" cy="3657600"/>
          </a:xfrm>
          <a:prstGeom prst="roundRect">
            <a:avLst/>
          </a:prstGeom>
          <a:solidFill>
            <a:srgbClr val="282832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3200400"/>
            <a:ext cx="4114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t>[配图]</a:t>
            </a:r>
            <a:br/>
            <a:r>
              <a:t>第0部分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D4AF37"/>
                </a:solidFill>
              </a:defRPr>
            </a:pPr>
            <a: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</a:defRPr>
            </a:pPr>
            <a:r>
              <a:t>• 关键内容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19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</a:defRPr>
            </a:pPr>
            <a:r>
              <a:t>• 关键点: 3%, 二、行业痛点, 80%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828800"/>
            <a:ext cx="4114800" cy="3657600"/>
          </a:xfrm>
          <a:prstGeom prst="roundRect">
            <a:avLst/>
          </a:prstGeom>
          <a:solidFill>
            <a:srgbClr val="282832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3200400"/>
            <a:ext cx="4114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t>[配图]</a:t>
            </a:r>
            <a:br/>
            <a:r>
              <a:t>第1部分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D4AF37"/>
                </a:solidFill>
              </a:defRPr>
            </a:pPr>
            <a: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</a:defRPr>
            </a:pPr>
            <a:r>
              <a:t>• 关键内容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19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</a:defRPr>
            </a:pPr>
            <a:r>
              <a:t>• 关键点: 3%, 二、行业痛点, 80%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828800"/>
            <a:ext cx="4114800" cy="3657600"/>
          </a:xfrm>
          <a:prstGeom prst="roundRect">
            <a:avLst/>
          </a:prstGeom>
          <a:solidFill>
            <a:srgbClr val="282832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3200400"/>
            <a:ext cx="4114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t>[配图]</a:t>
            </a:r>
            <a:br/>
            <a:r>
              <a:t>第2部分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D4AF37"/>
                </a:solidFill>
              </a:defRPr>
            </a:pPr>
            <a:r>
              <a:t>第3部分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</a:defRPr>
            </a:pPr>
            <a:r>
              <a:t>• 关键内容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19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</a:defRPr>
            </a:pPr>
            <a:r>
              <a:t>• 关键点: 3%, 二、行业痛点, 80%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828800"/>
            <a:ext cx="4114800" cy="3657600"/>
          </a:xfrm>
          <a:prstGeom prst="roundRect">
            <a:avLst/>
          </a:prstGeom>
          <a:solidFill>
            <a:srgbClr val="282832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3200400"/>
            <a:ext cx="4114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t>[配图]</a:t>
            </a:r>
            <a:br/>
            <a:r>
              <a:t>第3部分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D4AF37"/>
                </a:solidFill>
              </a:defRPr>
            </a:pPr>
            <a:r>
              <a:t>第4部分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</a:defRPr>
            </a:pPr>
            <a:r>
              <a:t>• 关键内容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19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</a:defRPr>
            </a:pPr>
            <a:r>
              <a:t>• 关键点: 3%, 二、行业痛点, 80%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828800"/>
            <a:ext cx="4114800" cy="3657600"/>
          </a:xfrm>
          <a:prstGeom prst="roundRect">
            <a:avLst/>
          </a:prstGeom>
          <a:solidFill>
            <a:srgbClr val="282832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3200400"/>
            <a:ext cx="4114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t>[配图]</a:t>
            </a:r>
            <a:br/>
            <a:r>
              <a:t>第4部分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D4AF37"/>
                </a:solidFill>
              </a:defRPr>
            </a:pPr>
            <a:r>
              <a:t>第5部分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</a:defRPr>
            </a:pPr>
            <a:r>
              <a:t>• 关键内容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19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</a:defRPr>
            </a:pPr>
            <a:r>
              <a:t>• 关键点: 3%, 二、行业痛点, 80%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828800"/>
            <a:ext cx="4114800" cy="3657600"/>
          </a:xfrm>
          <a:prstGeom prst="roundRect">
            <a:avLst/>
          </a:prstGeom>
          <a:solidFill>
            <a:srgbClr val="282832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3200400"/>
            <a:ext cx="4114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t>[配图]</a:t>
            </a:r>
            <a:br/>
            <a:r>
              <a:t>第5部分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D4AF37"/>
                </a:solidFill>
              </a:defRPr>
            </a:pPr>
            <a: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</a:defRPr>
            </a:pPr>
            <a:r>
              <a:t>• 核心要点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19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</a:defRPr>
            </a:pPr>
            <a:r>
              <a:t>• 关键点: 3%, 二、行业痛点, 80%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828800"/>
            <a:ext cx="4114800" cy="3657600"/>
          </a:xfrm>
          <a:prstGeom prst="roundRect">
            <a:avLst/>
          </a:prstGeom>
          <a:solidFill>
            <a:srgbClr val="282832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3200400"/>
            <a:ext cx="4114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t>[配图]</a:t>
            </a:r>
            <a:br/>
            <a:r>
              <a:t>总结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D4AF37"/>
                </a:solidFill>
              </a:defRPr>
            </a:pPr>
            <a:r>
              <a:t>结尾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</a:defRPr>
            </a:pPr>
            <a:r>
              <a:t>• 感谢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19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</a:defRPr>
            </a:pPr>
            <a:r>
              <a:t>• 关键点: 3%, 二、行业痛点, 80%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828800"/>
            <a:ext cx="4114800" cy="3657600"/>
          </a:xfrm>
          <a:prstGeom prst="roundRect">
            <a:avLst/>
          </a:prstGeom>
          <a:solidFill>
            <a:srgbClr val="282832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3200400"/>
            <a:ext cx="4114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t>[配图]</a:t>
            </a:r>
            <a:br/>
            <a:r>
              <a:t>结尾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D4AF37"/>
                </a:solidFill>
              </a:defRPr>
            </a:pPr>
            <a:r>
              <a:t>感谢关注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</a:defRPr>
            </a:pPr>
            <a:r>
              <a:t>联系方式：请替换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