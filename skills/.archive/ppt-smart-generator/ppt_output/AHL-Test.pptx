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封面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内容概览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目录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第0部分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第0部分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第1部分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第2部分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第3部分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第4部分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第4部分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第5部分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第5部分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结尾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感谢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1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• 关键点: 行业痛点：OTA垄断佣金20-30%，年, 团队：张实24年酒店业经验，CTO待补充, 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282832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[配图]</a:t>
            </a:r>
            <a:br/>
            <a:r>
              <a:t>结尾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感谢关注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</a:defRPr>
            </a:pPr>
            <a:r>
              <a:t>联系方式：请替换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