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</a:defRPr>
            </a:pPr>
            <a:r>
              <a:t>AHL去中心化住宿业交易生态协议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B82F6"/>
                </a:solidFill>
              </a:defRPr>
            </a:pPr>
            <a:r>
              <a:t>人工智能 + Web3.0 融合创新项目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AHL Intelligent Technology Ltd.</a:t>
            </a:r>
            <a:br/>
            <a:r>
              <a:t>Project Lead: Zhang Shi</a:t>
            </a:r>
            <a:br/>
            <a:r>
              <a:t>Phone: 17760348653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Project Overview - Core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World's first LLM-based decentralized hospitality transaction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Paradigm shift from 'Shelf Economy' to 'Customer Economy'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From 'People finding products' to 'Bidirectional AI Matching'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Save industry costs of 100B+ RMB annually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Industry Pain 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20-30%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OTA Commission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59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59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120B RMB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59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Annual Commission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&lt;3%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Match Conversion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19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19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60B RMB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19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Marketing Waste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Old vs New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OTA Shelf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Merchants list products on shelves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Consumers browse and choose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Information overload, low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Commission 20-30%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AHL Customer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AI understands both parties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Proactive precise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Bidirectional intelligent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Efficiency fee 3-5%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C-End AI Butler: Customer demand understanding, preference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B-End AI Operator: Product service packaging, dynamic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Matching Engine: Bidirectional vector semantic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9 Agents x 87 Skills: Pluggable modules, subscribe as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Vector matching accuracy &gt;95%, latency &lt;100ms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C2B Direct Transaction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Demand Expression: Natural language customer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AI Understanding: Intent recognition + entity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Vector Matching: Retrieve Top-10 matched merchants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Smart Response: Real-time room availability + dynamic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Payment Confirmation: Direct payment, smart contract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Four-Year Development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0-6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Protocol Core R&amp;D</a:t>
            </a:r>
            <a:br/>
            <a:r>
              <a:t>AHL Protocol V1.0</a:t>
            </a:r>
            <a:br/>
            <a:r>
              <a:t>Dual Agent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39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6-12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39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Agent Matrix</a:t>
            </a:r>
            <a:br/>
            <a:r>
              <a:t>9 Agents x 87 Skills</a:t>
            </a:r>
            <a:br/>
            <a:r>
              <a:t>100 Hotels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12-24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Ecosystem Scale</a:t>
            </a:r>
            <a:br/>
            <a:r>
              <a:t>500 Hotels</a:t>
            </a:r>
            <a:br/>
            <a:r>
              <a:t>GMV &gt; 50M RMB/month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Phase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24-36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Global Expansion</a:t>
            </a:r>
            <a:br/>
            <a:r>
              <a:t>Overseas Pilot</a:t>
            </a:r>
            <a:br/>
            <a:r>
              <a:t>International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Core 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Zhang 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</a:defRPr>
            </a:pPr>
            <a:r>
              <a:t>Project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24 years hospitality industry</a:t>
            </a:r>
            <a:br/>
            <a:r>
              <a:t>Strategy/Resources/Gov Relations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CTO [TBD]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</a:defRPr>
            </a:pPr>
            <a:r>
              <a:t>AI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AI PhD</a:t>
            </a:r>
            <a:br/>
            <a:r>
              <a:t>10+ years AI R&amp;D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CSO [TBD]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</a:defRPr>
            </a:pPr>
            <a:r>
              <a:t>Strategy &amp; Eco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Fortune 500 Exec</a:t>
            </a:r>
            <a:br/>
            <a:r>
              <a:t>PE/VC Experience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Support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Computing Power: 8M RMB/year - 74 GPU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Office Space: 1.08M RMB - 500-800 sqm in digital economy 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Hardware Equipment: 5.75M RMB - A100 servers, 50% subsidy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Economic 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1440"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GMV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Platform Revenue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Industry Savings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Net Profit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-5M RMB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3M RMB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1B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15M RMB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5B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80M RMB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Social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Industry Transformation: Break OTA monopoly, fair transparent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Technology Innovation: World's first hospitality AI transaction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Data Security: Merchant data self-controlled, break platform monopoly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Employment: 100 direct jobs, 500 indirect jobs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Investment Budget - 80M RMB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Computing Cost: 30M RMB (38%)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R&amp;D Investment: 20M RMB (25%)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Hardware Equipment: 11.5M RMB (14%)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Marketing: 8M RMB (10%)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Operations + Ecosystem: 10.5M RMB (13%)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Risk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6200">
                <a:tc>
                  <a:txBody>
                    <a:bodyPr/>
                    <a:lstStyle/>
                    <a:p>
                      <a:r>
                        <a:t>Risk Type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Level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Technical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effect below expectation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Multi-model fusion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merchant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Free trial, guarantee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Competition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OTA giants fight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Differentiation, alliance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Stricter data regulation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Compliance first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Insufficient financing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 burn rate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</a:defRPr>
            </a:pPr>
            <a:r>
              <a:t>Seeking Government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</a:defRPr>
            </a:pPr>
            <a:r>
              <a:t>Contact: Zhang Shi</a:t>
            </a:r>
            <a:br/>
            <a:r>
              <a:t>Phone/WeChat: 17760348653</a:t>
            </a:r>
            <a:br/>
            <a:r>
              <a:t>Email: ericzhangshi@163.com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